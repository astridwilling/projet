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comments/comment2.xml" ContentType="application/vnd.openxmlformats-officedocument.presentationml.comments+xml"/>
  <Override PartName="/ppt/notesSlides/notesSlide3.xml" ContentType="application/vnd.openxmlformats-officedocument.presentationml.notesSlide+xml"/>
  <Override PartName="/ppt/comments/comment3.xml" ContentType="application/vnd.openxmlformats-officedocument.presentationml.comments+xml"/>
  <Override PartName="/ppt/notesSlides/notesSlide4.xml" ContentType="application/vnd.openxmlformats-officedocument.presentationml.notesSlide+xml"/>
  <Override PartName="/ppt/comments/comment4.xml" ContentType="application/vnd.openxmlformats-officedocument.presentationml.comments+xml"/>
  <Override PartName="/ppt/notesSlides/notesSlide5.xml" ContentType="application/vnd.openxmlformats-officedocument.presentationml.notesSlide+xml"/>
  <Override PartName="/ppt/comments/comment5.xml" ContentType="application/vnd.openxmlformats-officedocument.presentationml.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comment6.xml" ContentType="application/vnd.openxmlformats-officedocument.presentationml.comment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omments/comment7.xml" ContentType="application/vnd.openxmlformats-officedocument.presentationml.comments+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84" r:id="rId3"/>
    <p:sldId id="257" r:id="rId4"/>
    <p:sldId id="258" r:id="rId5"/>
    <p:sldId id="270" r:id="rId6"/>
    <p:sldId id="259" r:id="rId7"/>
    <p:sldId id="274" r:id="rId8"/>
    <p:sldId id="261" r:id="rId9"/>
    <p:sldId id="260" r:id="rId10"/>
    <p:sldId id="262" r:id="rId11"/>
    <p:sldId id="263" r:id="rId12"/>
    <p:sldId id="264" r:id="rId13"/>
    <p:sldId id="266" r:id="rId14"/>
    <p:sldId id="282" r:id="rId15"/>
    <p:sldId id="272" r:id="rId16"/>
    <p:sldId id="271" r:id="rId17"/>
    <p:sldId id="273" r:id="rId18"/>
    <p:sldId id="265" r:id="rId19"/>
    <p:sldId id="275" r:id="rId20"/>
    <p:sldId id="278" r:id="rId21"/>
    <p:sldId id="267" r:id="rId22"/>
    <p:sldId id="279" r:id="rId23"/>
    <p:sldId id="288" r:id="rId24"/>
    <p:sldId id="268" r:id="rId25"/>
    <p:sldId id="290" r:id="rId26"/>
    <p:sldId id="276" r:id="rId27"/>
    <p:sldId id="291" r:id="rId28"/>
    <p:sldId id="277" r:id="rId29"/>
    <p:sldId id="283" r:id="rId30"/>
    <p:sldId id="269" r:id="rId31"/>
    <p:sldId id="287" r:id="rId32"/>
    <p:sldId id="292" r:id="rId33"/>
    <p:sldId id="293" r:id="rId34"/>
    <p:sldId id="286" r:id="rId35"/>
    <p:sldId id="285" r:id="rId3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9BBB845-E7BB-6308-47CC-AB7E2214A545}" name="Astrid PORTAPIA" initials="AP" userId="S::astrid.portapia@willing.fr::2917d6b1-a5f9-4736-b6ab-0183d20fa2b9" providerId="AD"/>
  <p188:author id="{7D7EE285-F77D-AEDD-2AD5-FE9B17E512A8}" name="Myriam CLISSON" initials="MC" userId="S::myriam.clisson@willing.fr::d0b9b7bb-11c1-42a1-80e2-e84ed9038d9c"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yriam CLISSON" initials="MC" lastIdx="13" clrIdx="0">
    <p:extLst>
      <p:ext uri="{19B8F6BF-5375-455C-9EA6-DF929625EA0E}">
        <p15:presenceInfo xmlns:p15="http://schemas.microsoft.com/office/powerpoint/2012/main" userId="S::myriam.clisson@willing.fr::d0b9b7bb-11c1-42a1-80e2-e84ed9038d9c" providerId="AD"/>
      </p:ext>
    </p:extLst>
  </p:cmAuthor>
  <p:cmAuthor id="2" name="Astrid PORTAPIA" initials="AP" lastIdx="7" clrIdx="1">
    <p:extLst>
      <p:ext uri="{19B8F6BF-5375-455C-9EA6-DF929625EA0E}">
        <p15:presenceInfo xmlns:p15="http://schemas.microsoft.com/office/powerpoint/2012/main" userId="S::astrid.portapia@willing.fr::2917d6b1-a5f9-4736-b6ab-0183d20fa2b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A6C6C"/>
    <a:srgbClr val="FF0000"/>
    <a:srgbClr val="00B050"/>
    <a:srgbClr val="244266"/>
    <a:srgbClr val="F89F56"/>
    <a:srgbClr val="FF9900"/>
    <a:srgbClr val="D9EFFD"/>
    <a:srgbClr val="F49A88"/>
    <a:srgbClr val="FF7C80"/>
    <a:srgbClr val="9AA6A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C7AA35-E0AD-4698-88B0-66116D29C5E1}" v="48" dt="2026-08-11T10:46:47.2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84742" autoAdjust="0"/>
  </p:normalViewPr>
  <p:slideViewPr>
    <p:cSldViewPr snapToGrid="0">
      <p:cViewPr>
        <p:scale>
          <a:sx n="78" d="100"/>
          <a:sy n="78" d="100"/>
        </p:scale>
        <p:origin x="940" y="1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45"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yriam CLISSON" userId="S::myriam.clisson@willing.fr::d0b9b7bb-11c1-42a1-80e2-e84ed9038d9c" providerId="AD" clId="Web-{7394F082-1D44-A169-EBE2-9A3F5C9EE281}"/>
    <pc:docChg chg="mod modSld">
      <pc:chgData name="Myriam CLISSON" userId="S::myriam.clisson@willing.fr::d0b9b7bb-11c1-42a1-80e2-e84ed9038d9c" providerId="AD" clId="Web-{7394F082-1D44-A169-EBE2-9A3F5C9EE281}" dt="2026-07-23T15:24:13.388" v="3"/>
      <pc:docMkLst>
        <pc:docMk/>
      </pc:docMkLst>
      <pc:sldChg chg="modSp">
        <pc:chgData name="Myriam CLISSON" userId="S::myriam.clisson@willing.fr::d0b9b7bb-11c1-42a1-80e2-e84ed9038d9c" providerId="AD" clId="Web-{7394F082-1D44-A169-EBE2-9A3F5C9EE281}" dt="2026-07-23T15:07:12.585" v="1" actId="20577"/>
        <pc:sldMkLst>
          <pc:docMk/>
          <pc:sldMk cId="1350527942" sldId="276"/>
        </pc:sldMkLst>
        <pc:spChg chg="mod">
          <ac:chgData name="Myriam CLISSON" userId="S::myriam.clisson@willing.fr::d0b9b7bb-11c1-42a1-80e2-e84ed9038d9c" providerId="AD" clId="Web-{7394F082-1D44-A169-EBE2-9A3F5C9EE281}" dt="2026-07-23T15:07:12.585" v="1" actId="20577"/>
          <ac:spMkLst>
            <pc:docMk/>
            <pc:sldMk cId="1350527942" sldId="276"/>
            <ac:spMk id="56" creationId="{00000000-0000-0000-0000-000000000000}"/>
          </ac:spMkLst>
        </pc:spChg>
      </pc:sldChg>
      <pc:sldChg chg="modSp">
        <pc:chgData name="Myriam CLISSON" userId="S::myriam.clisson@willing.fr::d0b9b7bb-11c1-42a1-80e2-e84ed9038d9c" providerId="AD" clId="Web-{7394F082-1D44-A169-EBE2-9A3F5C9EE281}" dt="2026-07-23T15:21:28.038" v="2" actId="20577"/>
        <pc:sldMkLst>
          <pc:docMk/>
          <pc:sldMk cId="576755702" sldId="284"/>
        </pc:sldMkLst>
        <pc:spChg chg="mod">
          <ac:chgData name="Myriam CLISSON" userId="S::myriam.clisson@willing.fr::d0b9b7bb-11c1-42a1-80e2-e84ed9038d9c" providerId="AD" clId="Web-{7394F082-1D44-A169-EBE2-9A3F5C9EE281}" dt="2026-07-23T15:21:28.038" v="2" actId="20577"/>
          <ac:spMkLst>
            <pc:docMk/>
            <pc:sldMk cId="576755702" sldId="284"/>
            <ac:spMk id="11" creationId="{7A9E11A2-50AF-26F3-EBA8-2E7FA76C7C0D}"/>
          </ac:spMkLst>
        </pc:spChg>
      </pc:sldChg>
    </pc:docChg>
  </pc:docChgLst>
  <pc:docChgLst>
    <pc:chgData name="Astrid PORTAPIA" userId="2917d6b1-a5f9-4736-b6ab-0183d20fa2b9" providerId="ADAL" clId="{4D078C87-218D-4910-A383-3D2D657F89EA}"/>
    <pc:docChg chg="undo redo custSel addSld delSld modSld sldOrd addMainMaster delMainMaster modMainMaster modNotesMaster">
      <pc:chgData name="Astrid PORTAPIA" userId="2917d6b1-a5f9-4736-b6ab-0183d20fa2b9" providerId="ADAL" clId="{4D078C87-218D-4910-A383-3D2D657F89EA}" dt="2026-08-12T07:42:26.044" v="46575" actId="20577"/>
      <pc:docMkLst>
        <pc:docMk/>
      </pc:docMkLst>
      <pc:sldChg chg="modSp mod">
        <pc:chgData name="Astrid PORTAPIA" userId="2917d6b1-a5f9-4736-b6ab-0183d20fa2b9" providerId="ADAL" clId="{4D078C87-218D-4910-A383-3D2D657F89EA}" dt="2026-08-11T11:45:12.004" v="46400" actId="14100"/>
        <pc:sldMkLst>
          <pc:docMk/>
          <pc:sldMk cId="0" sldId="256"/>
        </pc:sldMkLst>
        <pc:spChg chg="mod">
          <ac:chgData name="Astrid PORTAPIA" userId="2917d6b1-a5f9-4736-b6ab-0183d20fa2b9" providerId="ADAL" clId="{4D078C87-218D-4910-A383-3D2D657F89EA}" dt="2026-08-11T11:45:12.004" v="46400" actId="14100"/>
          <ac:spMkLst>
            <pc:docMk/>
            <pc:sldMk cId="0" sldId="256"/>
            <ac:spMk id="7" creationId="{00000000-0000-0000-0000-000000000000}"/>
          </ac:spMkLst>
        </pc:spChg>
      </pc:sldChg>
      <pc:sldChg chg="modSp mod ord setBg modClrScheme modCm chgLayout modNotes modNotesTx">
        <pc:chgData name="Astrid PORTAPIA" userId="2917d6b1-a5f9-4736-b6ab-0183d20fa2b9" providerId="ADAL" clId="{4D078C87-218D-4910-A383-3D2D657F89EA}" dt="2026-07-23T13:17:02.510" v="28134"/>
        <pc:sldMkLst>
          <pc:docMk/>
          <pc:sldMk cId="0" sldId="257"/>
        </pc:sldMkLst>
      </pc:sldChg>
      <pc:sldChg chg="addSp delSp modSp mod setBg modClrScheme chgLayout modNotes modNotesTx">
        <pc:chgData name="Astrid PORTAPIA" userId="2917d6b1-a5f9-4736-b6ab-0183d20fa2b9" providerId="ADAL" clId="{4D078C87-218D-4910-A383-3D2D657F89EA}" dt="2026-07-13T10:06:14.719" v="27573" actId="114"/>
        <pc:sldMkLst>
          <pc:docMk/>
          <pc:sldMk cId="0" sldId="258"/>
        </pc:sldMkLst>
        <pc:spChg chg="mod">
          <ac:chgData name="Astrid PORTAPIA" userId="2917d6b1-a5f9-4736-b6ab-0183d20fa2b9" providerId="ADAL" clId="{4D078C87-218D-4910-A383-3D2D657F89EA}" dt="2026-07-13T10:06:14.719" v="27573" actId="114"/>
          <ac:spMkLst>
            <pc:docMk/>
            <pc:sldMk cId="0" sldId="258"/>
            <ac:spMk id="75" creationId="{00000000-0000-0000-0000-000000000000}"/>
          </ac:spMkLst>
        </pc:spChg>
      </pc:sldChg>
      <pc:sldChg chg="addSp delSp modSp mod setBg modClrScheme chgLayout modNotes modNotesTx">
        <pc:chgData name="Astrid PORTAPIA" userId="2917d6b1-a5f9-4736-b6ab-0183d20fa2b9" providerId="ADAL" clId="{4D078C87-218D-4910-A383-3D2D657F89EA}" dt="2026-07-23T14:36:15.674" v="29227" actId="20577"/>
        <pc:sldMkLst>
          <pc:docMk/>
          <pc:sldMk cId="0" sldId="259"/>
        </pc:sldMkLst>
        <pc:spChg chg="mod">
          <ac:chgData name="Astrid PORTAPIA" userId="2917d6b1-a5f9-4736-b6ab-0183d20fa2b9" providerId="ADAL" clId="{4D078C87-218D-4910-A383-3D2D657F89EA}" dt="2026-07-13T08:22:57.251" v="24620" actId="207"/>
          <ac:spMkLst>
            <pc:docMk/>
            <pc:sldMk cId="0" sldId="259"/>
            <ac:spMk id="4" creationId="{00000000-0000-0000-0000-000000000000}"/>
          </ac:spMkLst>
        </pc:spChg>
        <pc:spChg chg="mod">
          <ac:chgData name="Astrid PORTAPIA" userId="2917d6b1-a5f9-4736-b6ab-0183d20fa2b9" providerId="ADAL" clId="{4D078C87-218D-4910-A383-3D2D657F89EA}" dt="2026-07-15T07:37:30.443" v="27731" actId="207"/>
          <ac:spMkLst>
            <pc:docMk/>
            <pc:sldMk cId="0" sldId="259"/>
            <ac:spMk id="5" creationId="{00000000-0000-0000-0000-000000000000}"/>
          </ac:spMkLst>
        </pc:spChg>
        <pc:spChg chg="mod">
          <ac:chgData name="Astrid PORTAPIA" userId="2917d6b1-a5f9-4736-b6ab-0183d20fa2b9" providerId="ADAL" clId="{4D078C87-218D-4910-A383-3D2D657F89EA}" dt="2026-07-15T07:37:09.229" v="27730" actId="692"/>
          <ac:spMkLst>
            <pc:docMk/>
            <pc:sldMk cId="0" sldId="259"/>
            <ac:spMk id="6" creationId="{00000000-0000-0000-0000-000000000000}"/>
          </ac:spMkLst>
        </pc:spChg>
        <pc:spChg chg="mod">
          <ac:chgData name="Astrid PORTAPIA" userId="2917d6b1-a5f9-4736-b6ab-0183d20fa2b9" providerId="ADAL" clId="{4D078C87-218D-4910-A383-3D2D657F89EA}" dt="2026-07-15T07:42:50.792" v="27740" actId="20577"/>
          <ac:spMkLst>
            <pc:docMk/>
            <pc:sldMk cId="0" sldId="259"/>
            <ac:spMk id="8" creationId="{00000000-0000-0000-0000-000000000000}"/>
          </ac:spMkLst>
        </pc:spChg>
        <pc:spChg chg="mod">
          <ac:chgData name="Astrid PORTAPIA" userId="2917d6b1-a5f9-4736-b6ab-0183d20fa2b9" providerId="ADAL" clId="{4D078C87-218D-4910-A383-3D2D657F89EA}" dt="2026-07-15T07:32:18.986" v="27726" actId="692"/>
          <ac:spMkLst>
            <pc:docMk/>
            <pc:sldMk cId="0" sldId="259"/>
            <ac:spMk id="12" creationId="{00000000-0000-0000-0000-000000000000}"/>
          </ac:spMkLst>
        </pc:spChg>
        <pc:spChg chg="mod">
          <ac:chgData name="Astrid PORTAPIA" userId="2917d6b1-a5f9-4736-b6ab-0183d20fa2b9" providerId="ADAL" clId="{4D078C87-218D-4910-A383-3D2D657F89EA}" dt="2026-07-15T07:32:45.243" v="27729" actId="692"/>
          <ac:spMkLst>
            <pc:docMk/>
            <pc:sldMk cId="0" sldId="259"/>
            <ac:spMk id="15" creationId="{00000000-0000-0000-0000-000000000000}"/>
          </ac:spMkLst>
        </pc:spChg>
        <pc:spChg chg="mod">
          <ac:chgData name="Astrid PORTAPIA" userId="2917d6b1-a5f9-4736-b6ab-0183d20fa2b9" providerId="ADAL" clId="{4D078C87-218D-4910-A383-3D2D657F89EA}" dt="2026-07-15T07:32:30.494" v="27728" actId="692"/>
          <ac:spMkLst>
            <pc:docMk/>
            <pc:sldMk cId="0" sldId="259"/>
            <ac:spMk id="18" creationId="{00000000-0000-0000-0000-000000000000}"/>
          </ac:spMkLst>
        </pc:spChg>
        <pc:spChg chg="mod">
          <ac:chgData name="Astrid PORTAPIA" userId="2917d6b1-a5f9-4736-b6ab-0183d20fa2b9" providerId="ADAL" clId="{4D078C87-218D-4910-A383-3D2D657F89EA}" dt="2026-07-15T07:32:24.399" v="27727" actId="692"/>
          <ac:spMkLst>
            <pc:docMk/>
            <pc:sldMk cId="0" sldId="259"/>
            <ac:spMk id="21" creationId="{00000000-0000-0000-0000-000000000000}"/>
          </ac:spMkLst>
        </pc:spChg>
      </pc:sldChg>
      <pc:sldChg chg="addSp delSp modSp mod setBg modClrScheme chgLayout modNotes modNotesTx">
        <pc:chgData name="Astrid PORTAPIA" userId="2917d6b1-a5f9-4736-b6ab-0183d20fa2b9" providerId="ADAL" clId="{4D078C87-218D-4910-A383-3D2D657F89EA}" dt="2026-07-15T07:48:16.858" v="27807" actId="20577"/>
        <pc:sldMkLst>
          <pc:docMk/>
          <pc:sldMk cId="0" sldId="260"/>
        </pc:sldMkLst>
        <pc:spChg chg="mod">
          <ac:chgData name="Astrid PORTAPIA" userId="2917d6b1-a5f9-4736-b6ab-0183d20fa2b9" providerId="ADAL" clId="{4D078C87-218D-4910-A383-3D2D657F89EA}" dt="2026-07-15T07:48:16.858" v="27807" actId="20577"/>
          <ac:spMkLst>
            <pc:docMk/>
            <pc:sldMk cId="0" sldId="260"/>
            <ac:spMk id="24" creationId="{00000000-0000-0000-0000-000000000000}"/>
          </ac:spMkLst>
        </pc:spChg>
      </pc:sldChg>
      <pc:sldChg chg="addSp delSp modSp mod ord setBg modClrScheme chgLayout modNotes modNotesTx">
        <pc:chgData name="Astrid PORTAPIA" userId="2917d6b1-a5f9-4736-b6ab-0183d20fa2b9" providerId="ADAL" clId="{4D078C87-218D-4910-A383-3D2D657F89EA}" dt="2026-07-15T07:46:59.352" v="27806" actId="1036"/>
        <pc:sldMkLst>
          <pc:docMk/>
          <pc:sldMk cId="0" sldId="261"/>
        </pc:sldMkLst>
        <pc:spChg chg="mod">
          <ac:chgData name="Astrid PORTAPIA" userId="2917d6b1-a5f9-4736-b6ab-0183d20fa2b9" providerId="ADAL" clId="{4D078C87-218D-4910-A383-3D2D657F89EA}" dt="2026-07-13T08:26:38.480" v="24632" actId="14100"/>
          <ac:spMkLst>
            <pc:docMk/>
            <pc:sldMk cId="0" sldId="261"/>
            <ac:spMk id="30" creationId="{00000000-0000-0000-0000-000000000000}"/>
          </ac:spMkLst>
        </pc:spChg>
        <pc:spChg chg="mod">
          <ac:chgData name="Astrid PORTAPIA" userId="2917d6b1-a5f9-4736-b6ab-0183d20fa2b9" providerId="ADAL" clId="{4D078C87-218D-4910-A383-3D2D657F89EA}" dt="2026-07-13T08:26:59.458" v="24666" actId="1076"/>
          <ac:spMkLst>
            <pc:docMk/>
            <pc:sldMk cId="0" sldId="261"/>
            <ac:spMk id="31" creationId="{00000000-0000-0000-0000-000000000000}"/>
          </ac:spMkLst>
        </pc:spChg>
        <pc:spChg chg="mod">
          <ac:chgData name="Astrid PORTAPIA" userId="2917d6b1-a5f9-4736-b6ab-0183d20fa2b9" providerId="ADAL" clId="{4D078C87-218D-4910-A383-3D2D657F89EA}" dt="2026-07-13T08:27:04.899" v="24677" actId="1035"/>
          <ac:spMkLst>
            <pc:docMk/>
            <pc:sldMk cId="0" sldId="261"/>
            <ac:spMk id="32" creationId="{00000000-0000-0000-0000-000000000000}"/>
          </ac:spMkLst>
        </pc:spChg>
        <pc:spChg chg="mod">
          <ac:chgData name="Astrid PORTAPIA" userId="2917d6b1-a5f9-4736-b6ab-0183d20fa2b9" providerId="ADAL" clId="{4D078C87-218D-4910-A383-3D2D657F89EA}" dt="2026-07-13T08:27:04.899" v="24677" actId="1035"/>
          <ac:spMkLst>
            <pc:docMk/>
            <pc:sldMk cId="0" sldId="261"/>
            <ac:spMk id="33" creationId="{00000000-0000-0000-0000-000000000000}"/>
          </ac:spMkLst>
        </pc:spChg>
        <pc:spChg chg="mod">
          <ac:chgData name="Astrid PORTAPIA" userId="2917d6b1-a5f9-4736-b6ab-0183d20fa2b9" providerId="ADAL" clId="{4D078C87-218D-4910-A383-3D2D657F89EA}" dt="2026-07-15T07:46:52.987" v="27776" actId="1035"/>
          <ac:spMkLst>
            <pc:docMk/>
            <pc:sldMk cId="0" sldId="261"/>
            <ac:spMk id="45" creationId="{00000000-0000-0000-0000-000000000000}"/>
          </ac:spMkLst>
        </pc:spChg>
        <pc:spChg chg="mod">
          <ac:chgData name="Astrid PORTAPIA" userId="2917d6b1-a5f9-4736-b6ab-0183d20fa2b9" providerId="ADAL" clId="{4D078C87-218D-4910-A383-3D2D657F89EA}" dt="2026-07-15T07:46:52.987" v="27776" actId="1035"/>
          <ac:spMkLst>
            <pc:docMk/>
            <pc:sldMk cId="0" sldId="261"/>
            <ac:spMk id="46" creationId="{00000000-0000-0000-0000-000000000000}"/>
          </ac:spMkLst>
        </pc:spChg>
        <pc:spChg chg="mod">
          <ac:chgData name="Astrid PORTAPIA" userId="2917d6b1-a5f9-4736-b6ab-0183d20fa2b9" providerId="ADAL" clId="{4D078C87-218D-4910-A383-3D2D657F89EA}" dt="2026-07-15T07:46:52.987" v="27776" actId="1035"/>
          <ac:spMkLst>
            <pc:docMk/>
            <pc:sldMk cId="0" sldId="261"/>
            <ac:spMk id="47" creationId="{00000000-0000-0000-0000-000000000000}"/>
          </ac:spMkLst>
        </pc:spChg>
        <pc:spChg chg="mod">
          <ac:chgData name="Astrid PORTAPIA" userId="2917d6b1-a5f9-4736-b6ab-0183d20fa2b9" providerId="ADAL" clId="{4D078C87-218D-4910-A383-3D2D657F89EA}" dt="2026-07-15T07:46:52.987" v="27776" actId="1035"/>
          <ac:spMkLst>
            <pc:docMk/>
            <pc:sldMk cId="0" sldId="261"/>
            <ac:spMk id="48" creationId="{00000000-0000-0000-0000-000000000000}"/>
          </ac:spMkLst>
        </pc:spChg>
        <pc:spChg chg="mod">
          <ac:chgData name="Astrid PORTAPIA" userId="2917d6b1-a5f9-4736-b6ab-0183d20fa2b9" providerId="ADAL" clId="{4D078C87-218D-4910-A383-3D2D657F89EA}" dt="2026-07-15T07:46:52.987" v="27776" actId="1035"/>
          <ac:spMkLst>
            <pc:docMk/>
            <pc:sldMk cId="0" sldId="261"/>
            <ac:spMk id="49" creationId="{00000000-0000-0000-0000-000000000000}"/>
          </ac:spMkLst>
        </pc:spChg>
        <pc:spChg chg="add mod">
          <ac:chgData name="Astrid PORTAPIA" userId="2917d6b1-a5f9-4736-b6ab-0183d20fa2b9" providerId="ADAL" clId="{4D078C87-218D-4910-A383-3D2D657F89EA}" dt="2026-07-15T07:46:59.352" v="27806" actId="1036"/>
          <ac:spMkLst>
            <pc:docMk/>
            <pc:sldMk cId="0" sldId="261"/>
            <ac:spMk id="59" creationId="{18C7D70F-8B03-4D2B-DCA5-207CC80F12D0}"/>
          </ac:spMkLst>
        </pc:spChg>
        <pc:spChg chg="add mod">
          <ac:chgData name="Astrid PORTAPIA" userId="2917d6b1-a5f9-4736-b6ab-0183d20fa2b9" providerId="ADAL" clId="{4D078C87-218D-4910-A383-3D2D657F89EA}" dt="2026-07-15T07:46:59.352" v="27806" actId="1036"/>
          <ac:spMkLst>
            <pc:docMk/>
            <pc:sldMk cId="0" sldId="261"/>
            <ac:spMk id="61" creationId="{01EDFA40-2DE4-38C1-D8EA-F4B58CFA0F2E}"/>
          </ac:spMkLst>
        </pc:spChg>
      </pc:sldChg>
      <pc:sldChg chg="addSp delSp modSp mod setBg modClrScheme chgLayout modNotesTx">
        <pc:chgData name="Astrid PORTAPIA" userId="2917d6b1-a5f9-4736-b6ab-0183d20fa2b9" providerId="ADAL" clId="{4D078C87-218D-4910-A383-3D2D657F89EA}" dt="2026-07-13T13:31:40.096" v="27584" actId="20577"/>
        <pc:sldMkLst>
          <pc:docMk/>
          <pc:sldMk cId="0" sldId="262"/>
        </pc:sldMkLst>
        <pc:spChg chg="mod">
          <ac:chgData name="Astrid PORTAPIA" userId="2917d6b1-a5f9-4736-b6ab-0183d20fa2b9" providerId="ADAL" clId="{4D078C87-218D-4910-A383-3D2D657F89EA}" dt="2026-07-13T08:30:29.574" v="24944" actId="14100"/>
          <ac:spMkLst>
            <pc:docMk/>
            <pc:sldMk cId="0" sldId="262"/>
            <ac:spMk id="64" creationId="{00000000-0000-0000-0000-000000000000}"/>
          </ac:spMkLst>
        </pc:spChg>
        <pc:spChg chg="mod">
          <ac:chgData name="Astrid PORTAPIA" userId="2917d6b1-a5f9-4736-b6ab-0183d20fa2b9" providerId="ADAL" clId="{4D078C87-218D-4910-A383-3D2D657F89EA}" dt="2026-07-13T13:31:40.096" v="27584" actId="20577"/>
          <ac:spMkLst>
            <pc:docMk/>
            <pc:sldMk cId="0" sldId="262"/>
            <ac:spMk id="66" creationId="{00000000-0000-0000-0000-000000000000}"/>
          </ac:spMkLst>
        </pc:spChg>
        <pc:graphicFrameChg chg="mod modGraphic">
          <ac:chgData name="Astrid PORTAPIA" userId="2917d6b1-a5f9-4736-b6ab-0183d20fa2b9" providerId="ADAL" clId="{4D078C87-218D-4910-A383-3D2D657F89EA}" dt="2026-07-13T13:23:36.640" v="27575" actId="20577"/>
          <ac:graphicFrameMkLst>
            <pc:docMk/>
            <pc:sldMk cId="0" sldId="262"/>
            <ac:graphicFrameMk id="68" creationId="{00000000-0000-0000-0000-000000000000}"/>
          </ac:graphicFrameMkLst>
        </pc:graphicFrameChg>
        <pc:picChg chg="add mod">
          <ac:chgData name="Astrid PORTAPIA" userId="2917d6b1-a5f9-4736-b6ab-0183d20fa2b9" providerId="ADAL" clId="{4D078C87-218D-4910-A383-3D2D657F89EA}" dt="2026-07-13T08:30:39.764" v="24946" actId="14100"/>
          <ac:picMkLst>
            <pc:docMk/>
            <pc:sldMk cId="0" sldId="262"/>
            <ac:picMk id="5" creationId="{E19B3E6C-FD53-1502-0F03-9353590823D6}"/>
          </ac:picMkLst>
        </pc:picChg>
      </pc:sldChg>
      <pc:sldChg chg="addSp modSp mod setBg modClrScheme chgLayout modNotesTx">
        <pc:chgData name="Astrid PORTAPIA" userId="2917d6b1-a5f9-4736-b6ab-0183d20fa2b9" providerId="ADAL" clId="{4D078C87-218D-4910-A383-3D2D657F89EA}" dt="2026-07-13T08:34:24.382" v="25360" actId="20577"/>
        <pc:sldMkLst>
          <pc:docMk/>
          <pc:sldMk cId="0" sldId="264"/>
        </pc:sldMkLst>
        <pc:spChg chg="mod">
          <ac:chgData name="Astrid PORTAPIA" userId="2917d6b1-a5f9-4736-b6ab-0183d20fa2b9" providerId="ADAL" clId="{4D078C87-218D-4910-A383-3D2D657F89EA}" dt="2026-07-13T08:34:24.382" v="25360" actId="20577"/>
          <ac:spMkLst>
            <pc:docMk/>
            <pc:sldMk cId="0" sldId="264"/>
            <ac:spMk id="21" creationId="{00000000-0000-0000-0000-000000000000}"/>
          </ac:spMkLst>
        </pc:spChg>
      </pc:sldChg>
      <pc:sldChg chg="addSp modSp mod ord setBg modClrScheme chgLayout">
        <pc:chgData name="Astrid PORTAPIA" userId="2917d6b1-a5f9-4736-b6ab-0183d20fa2b9" providerId="ADAL" clId="{4D078C87-218D-4910-A383-3D2D657F89EA}" dt="2026-07-13T08:51:36.148" v="26642" actId="114"/>
        <pc:sldMkLst>
          <pc:docMk/>
          <pc:sldMk cId="0" sldId="265"/>
        </pc:sldMkLst>
        <pc:spChg chg="mod">
          <ac:chgData name="Astrid PORTAPIA" userId="2917d6b1-a5f9-4736-b6ab-0183d20fa2b9" providerId="ADAL" clId="{4D078C87-218D-4910-A383-3D2D657F89EA}" dt="2026-07-13T08:51:36.148" v="26642" actId="114"/>
          <ac:spMkLst>
            <pc:docMk/>
            <pc:sldMk cId="0" sldId="265"/>
            <ac:spMk id="13" creationId="{00000000-0000-0000-0000-000000000000}"/>
          </ac:spMkLst>
        </pc:spChg>
      </pc:sldChg>
      <pc:sldChg chg="addSp delSp modSp add mod setBg modClrScheme chgLayout modNotesTx">
        <pc:chgData name="Astrid PORTAPIA" userId="2917d6b1-a5f9-4736-b6ab-0183d20fa2b9" providerId="ADAL" clId="{4D078C87-218D-4910-A383-3D2D657F89EA}" dt="2026-07-13T14:03:27.028" v="27591" actId="20577"/>
        <pc:sldMkLst>
          <pc:docMk/>
          <pc:sldMk cId="3510283540" sldId="266"/>
        </pc:sldMkLst>
        <pc:spChg chg="mod">
          <ac:chgData name="Astrid PORTAPIA" userId="2917d6b1-a5f9-4736-b6ab-0183d20fa2b9" providerId="ADAL" clId="{4D078C87-218D-4910-A383-3D2D657F89EA}" dt="2026-07-13T08:34:32.363" v="25362" actId="113"/>
          <ac:spMkLst>
            <pc:docMk/>
            <pc:sldMk cId="3510283540" sldId="266"/>
            <ac:spMk id="21" creationId="{AC48F9ED-2A08-3267-36EB-B379F5544385}"/>
          </ac:spMkLst>
        </pc:spChg>
      </pc:sldChg>
      <pc:sldChg chg="addSp delSp modSp add mod ord modClrScheme chgLayout modNotes modNotesTx">
        <pc:chgData name="Astrid PORTAPIA" userId="2917d6b1-a5f9-4736-b6ab-0183d20fa2b9" providerId="ADAL" clId="{4D078C87-218D-4910-A383-3D2D657F89EA}" dt="2026-07-13T14:38:20.002" v="27702" actId="20577"/>
        <pc:sldMkLst>
          <pc:docMk/>
          <pc:sldMk cId="2157250110" sldId="267"/>
        </pc:sldMkLst>
        <pc:spChg chg="mod">
          <ac:chgData name="Astrid PORTAPIA" userId="2917d6b1-a5f9-4736-b6ab-0183d20fa2b9" providerId="ADAL" clId="{4D078C87-218D-4910-A383-3D2D657F89EA}" dt="2026-07-13T14:37:00.561" v="27671" actId="20577"/>
          <ac:spMkLst>
            <pc:docMk/>
            <pc:sldMk cId="2157250110" sldId="267"/>
            <ac:spMk id="83" creationId="{6CDDB133-F9D0-AF50-DFC5-B6B81D465F92}"/>
          </ac:spMkLst>
        </pc:spChg>
        <pc:spChg chg="add mod">
          <ac:chgData name="Astrid PORTAPIA" userId="2917d6b1-a5f9-4736-b6ab-0183d20fa2b9" providerId="ADAL" clId="{4D078C87-218D-4910-A383-3D2D657F89EA}" dt="2026-07-13T08:51:42.106" v="26643" actId="114"/>
          <ac:spMkLst>
            <pc:docMk/>
            <pc:sldMk cId="2157250110" sldId="267"/>
            <ac:spMk id="103" creationId="{C33E1B78-E92B-A45B-1B78-46219A49744B}"/>
          </ac:spMkLst>
        </pc:spChg>
        <pc:spChg chg="add mod">
          <ac:chgData name="Astrid PORTAPIA" userId="2917d6b1-a5f9-4736-b6ab-0183d20fa2b9" providerId="ADAL" clId="{4D078C87-218D-4910-A383-3D2D657F89EA}" dt="2026-07-13T14:38:08.946" v="27693" actId="20577"/>
          <ac:spMkLst>
            <pc:docMk/>
            <pc:sldMk cId="2157250110" sldId="267"/>
            <ac:spMk id="113" creationId="{1455F6A6-4694-5E0E-B2C7-D4EFC4D2ED14}"/>
          </ac:spMkLst>
        </pc:spChg>
        <pc:spChg chg="add mod">
          <ac:chgData name="Astrid PORTAPIA" userId="2917d6b1-a5f9-4736-b6ab-0183d20fa2b9" providerId="ADAL" clId="{4D078C87-218D-4910-A383-3D2D657F89EA}" dt="2026-07-13T14:38:20.002" v="27702" actId="20577"/>
          <ac:spMkLst>
            <pc:docMk/>
            <pc:sldMk cId="2157250110" sldId="267"/>
            <ac:spMk id="119" creationId="{B5F8ADCD-31F8-15D4-D1CB-7902C8FA7FCC}"/>
          </ac:spMkLst>
        </pc:spChg>
      </pc:sldChg>
      <pc:sldChg chg="addSp delSp modSp add mod ord modClrScheme modCm chgLayout modNotes">
        <pc:chgData name="Astrid PORTAPIA" userId="2917d6b1-a5f9-4736-b6ab-0183d20fa2b9" providerId="ADAL" clId="{4D078C87-218D-4910-A383-3D2D657F89EA}" dt="2026-08-11T08:41:40.153" v="39724" actId="20577"/>
        <pc:sldMkLst>
          <pc:docMk/>
          <pc:sldMk cId="9685500" sldId="268"/>
        </pc:sldMkLst>
        <pc:spChg chg="mod">
          <ac:chgData name="Astrid PORTAPIA" userId="2917d6b1-a5f9-4736-b6ab-0183d20fa2b9" providerId="ADAL" clId="{4D078C87-218D-4910-A383-3D2D657F89EA}" dt="2026-08-11T08:19:34.749" v="38953" actId="20577"/>
          <ac:spMkLst>
            <pc:docMk/>
            <pc:sldMk cId="9685500" sldId="268"/>
            <ac:spMk id="2" creationId="{8A2E991E-D7FE-CE35-B61C-A47A40131F40}"/>
          </ac:spMkLst>
        </pc:spChg>
        <pc:spChg chg="add mod">
          <ac:chgData name="Astrid PORTAPIA" userId="2917d6b1-a5f9-4736-b6ab-0183d20fa2b9" providerId="ADAL" clId="{4D078C87-218D-4910-A383-3D2D657F89EA}" dt="2026-08-11T08:35:56.690" v="39361" actId="207"/>
          <ac:spMkLst>
            <pc:docMk/>
            <pc:sldMk cId="9685500" sldId="268"/>
            <ac:spMk id="6" creationId="{86C4674E-7361-3875-73A0-469E57BFFCD3}"/>
          </ac:spMkLst>
        </pc:spChg>
        <pc:spChg chg="mod">
          <ac:chgData name="Astrid PORTAPIA" userId="2917d6b1-a5f9-4736-b6ab-0183d20fa2b9" providerId="ADAL" clId="{4D078C87-218D-4910-A383-3D2D657F89EA}" dt="2026-08-11T08:36:30.560" v="39393" actId="14100"/>
          <ac:spMkLst>
            <pc:docMk/>
            <pc:sldMk cId="9685500" sldId="268"/>
            <ac:spMk id="8" creationId="{680E803C-D7A3-08EC-4E1A-01D93C2C7370}"/>
          </ac:spMkLst>
        </pc:spChg>
        <pc:spChg chg="mod">
          <ac:chgData name="Astrid PORTAPIA" userId="2917d6b1-a5f9-4736-b6ab-0183d20fa2b9" providerId="ADAL" clId="{4D078C87-218D-4910-A383-3D2D657F89EA}" dt="2026-08-11T08:40:21.776" v="39657" actId="1035"/>
          <ac:spMkLst>
            <pc:docMk/>
            <pc:sldMk cId="9685500" sldId="268"/>
            <ac:spMk id="9" creationId="{E8CCD0DD-3C8A-2157-0E19-76E7AADAA545}"/>
          </ac:spMkLst>
        </pc:spChg>
        <pc:spChg chg="mod">
          <ac:chgData name="Astrid PORTAPIA" userId="2917d6b1-a5f9-4736-b6ab-0183d20fa2b9" providerId="ADAL" clId="{4D078C87-218D-4910-A383-3D2D657F89EA}" dt="2026-08-11T08:34:21.316" v="39293" actId="20577"/>
          <ac:spMkLst>
            <pc:docMk/>
            <pc:sldMk cId="9685500" sldId="268"/>
            <ac:spMk id="10" creationId="{C55A43C2-53C7-6640-2DA8-39C922878E7C}"/>
          </ac:spMkLst>
        </pc:spChg>
        <pc:spChg chg="del">
          <ac:chgData name="Astrid PORTAPIA" userId="2917d6b1-a5f9-4736-b6ab-0183d20fa2b9" providerId="ADAL" clId="{4D078C87-218D-4910-A383-3D2D657F89EA}" dt="2026-08-11T08:19:12.757" v="38910" actId="478"/>
          <ac:spMkLst>
            <pc:docMk/>
            <pc:sldMk cId="9685500" sldId="268"/>
            <ac:spMk id="11" creationId="{10C68095-25E7-4555-A9A7-96FDA7E72757}"/>
          </ac:spMkLst>
        </pc:spChg>
        <pc:spChg chg="del">
          <ac:chgData name="Astrid PORTAPIA" userId="2917d6b1-a5f9-4736-b6ab-0183d20fa2b9" providerId="ADAL" clId="{4D078C87-218D-4910-A383-3D2D657F89EA}" dt="2026-08-11T08:19:12.757" v="38910" actId="478"/>
          <ac:spMkLst>
            <pc:docMk/>
            <pc:sldMk cId="9685500" sldId="268"/>
            <ac:spMk id="12" creationId="{A99EC5FC-4EF0-86DE-CB35-21B868F2DD77}"/>
          </ac:spMkLst>
        </pc:spChg>
        <pc:spChg chg="del">
          <ac:chgData name="Astrid PORTAPIA" userId="2917d6b1-a5f9-4736-b6ab-0183d20fa2b9" providerId="ADAL" clId="{4D078C87-218D-4910-A383-3D2D657F89EA}" dt="2026-08-11T08:19:12.757" v="38910" actId="478"/>
          <ac:spMkLst>
            <pc:docMk/>
            <pc:sldMk cId="9685500" sldId="268"/>
            <ac:spMk id="13" creationId="{2635DC42-45A0-F06F-2A7D-3B92D11DCD0C}"/>
          </ac:spMkLst>
        </pc:spChg>
        <pc:spChg chg="del">
          <ac:chgData name="Astrid PORTAPIA" userId="2917d6b1-a5f9-4736-b6ab-0183d20fa2b9" providerId="ADAL" clId="{4D078C87-218D-4910-A383-3D2D657F89EA}" dt="2026-08-11T08:19:12.757" v="38910" actId="478"/>
          <ac:spMkLst>
            <pc:docMk/>
            <pc:sldMk cId="9685500" sldId="268"/>
            <ac:spMk id="14" creationId="{9DC77E34-C556-2B46-C145-9A3ED7BC8681}"/>
          </ac:spMkLst>
        </pc:spChg>
        <pc:spChg chg="del mod">
          <ac:chgData name="Astrid PORTAPIA" userId="2917d6b1-a5f9-4736-b6ab-0183d20fa2b9" providerId="ADAL" clId="{4D078C87-218D-4910-A383-3D2D657F89EA}" dt="2026-08-11T08:19:12.757" v="38910" actId="478"/>
          <ac:spMkLst>
            <pc:docMk/>
            <pc:sldMk cId="9685500" sldId="268"/>
            <ac:spMk id="15" creationId="{29DF5045-51D8-6532-F784-0253E56C7AC6}"/>
          </ac:spMkLst>
        </pc:spChg>
        <pc:spChg chg="del mod">
          <ac:chgData name="Astrid PORTAPIA" userId="2917d6b1-a5f9-4736-b6ab-0183d20fa2b9" providerId="ADAL" clId="{4D078C87-218D-4910-A383-3D2D657F89EA}" dt="2026-08-11T08:19:12.757" v="38910" actId="478"/>
          <ac:spMkLst>
            <pc:docMk/>
            <pc:sldMk cId="9685500" sldId="268"/>
            <ac:spMk id="17" creationId="{BB190A1A-F4DA-E26D-1BD5-B3985DBC62C2}"/>
          </ac:spMkLst>
        </pc:spChg>
        <pc:spChg chg="del">
          <ac:chgData name="Astrid PORTAPIA" userId="2917d6b1-a5f9-4736-b6ab-0183d20fa2b9" providerId="ADAL" clId="{4D078C87-218D-4910-A383-3D2D657F89EA}" dt="2026-08-11T08:19:12.757" v="38910" actId="478"/>
          <ac:spMkLst>
            <pc:docMk/>
            <pc:sldMk cId="9685500" sldId="268"/>
            <ac:spMk id="18" creationId="{BADBBB3D-5CE5-80B0-6B53-05F44061546B}"/>
          </ac:spMkLst>
        </pc:spChg>
        <pc:spChg chg="del mod">
          <ac:chgData name="Astrid PORTAPIA" userId="2917d6b1-a5f9-4736-b6ab-0183d20fa2b9" providerId="ADAL" clId="{4D078C87-218D-4910-A383-3D2D657F89EA}" dt="2026-08-11T08:19:12.757" v="38910" actId="478"/>
          <ac:spMkLst>
            <pc:docMk/>
            <pc:sldMk cId="9685500" sldId="268"/>
            <ac:spMk id="19" creationId="{6D655442-0011-7916-1BFA-64774C9EE6FE}"/>
          </ac:spMkLst>
        </pc:spChg>
        <pc:spChg chg="del">
          <ac:chgData name="Astrid PORTAPIA" userId="2917d6b1-a5f9-4736-b6ab-0183d20fa2b9" providerId="ADAL" clId="{4D078C87-218D-4910-A383-3D2D657F89EA}" dt="2026-08-11T08:19:12.757" v="38910" actId="478"/>
          <ac:spMkLst>
            <pc:docMk/>
            <pc:sldMk cId="9685500" sldId="268"/>
            <ac:spMk id="20" creationId="{5E869F36-279D-0062-AFDC-1E2B43C5020F}"/>
          </ac:spMkLst>
        </pc:spChg>
        <pc:spChg chg="mod">
          <ac:chgData name="Astrid PORTAPIA" userId="2917d6b1-a5f9-4736-b6ab-0183d20fa2b9" providerId="ADAL" clId="{4D078C87-218D-4910-A383-3D2D657F89EA}" dt="2026-08-11T08:41:40.153" v="39724" actId="20577"/>
          <ac:spMkLst>
            <pc:docMk/>
            <pc:sldMk cId="9685500" sldId="268"/>
            <ac:spMk id="21" creationId="{35E89578-F5F7-417B-12C6-4416A32A109F}"/>
          </ac:spMkLst>
        </pc:spChg>
        <pc:spChg chg="add del mod">
          <ac:chgData name="Astrid PORTAPIA" userId="2917d6b1-a5f9-4736-b6ab-0183d20fa2b9" providerId="ADAL" clId="{4D078C87-218D-4910-A383-3D2D657F89EA}" dt="2026-08-11T08:36:45.006" v="39397"/>
          <ac:spMkLst>
            <pc:docMk/>
            <pc:sldMk cId="9685500" sldId="268"/>
            <ac:spMk id="22" creationId="{E8A95B57-3FC5-999F-BFE1-10AFDA9732FD}"/>
          </ac:spMkLst>
        </pc:spChg>
        <pc:spChg chg="mod">
          <ac:chgData name="Astrid PORTAPIA" userId="2917d6b1-a5f9-4736-b6ab-0183d20fa2b9" providerId="ADAL" clId="{4D078C87-218D-4910-A383-3D2D657F89EA}" dt="2026-08-11T08:36:37.826" v="39394" actId="14100"/>
          <ac:spMkLst>
            <pc:docMk/>
            <pc:sldMk cId="9685500" sldId="268"/>
            <ac:spMk id="23" creationId="{AC7022AA-4AE8-5B0B-1541-D3A71EBEE2BC}"/>
          </ac:spMkLst>
        </pc:spChg>
        <pc:spChg chg="mod">
          <ac:chgData name="Astrid PORTAPIA" userId="2917d6b1-a5f9-4736-b6ab-0183d20fa2b9" providerId="ADAL" clId="{4D078C87-218D-4910-A383-3D2D657F89EA}" dt="2026-08-11T08:40:05.905" v="39655" actId="1035"/>
          <ac:spMkLst>
            <pc:docMk/>
            <pc:sldMk cId="9685500" sldId="268"/>
            <ac:spMk id="25" creationId="{74903AB0-7945-7FE5-D248-E0F4DAB1F322}"/>
          </ac:spMkLst>
        </pc:spChg>
        <pc:spChg chg="add mod">
          <ac:chgData name="Astrid PORTAPIA" userId="2917d6b1-a5f9-4736-b6ab-0183d20fa2b9" providerId="ADAL" clId="{4D078C87-218D-4910-A383-3D2D657F89EA}" dt="2026-08-11T08:41:20.202" v="39665" actId="1076"/>
          <ac:spMkLst>
            <pc:docMk/>
            <pc:sldMk cId="9685500" sldId="268"/>
            <ac:spMk id="26" creationId="{AEADE257-3E93-28DA-0712-6EC605A90FE3}"/>
          </ac:spMkLst>
        </pc:spChg>
        <pc:spChg chg="mod">
          <ac:chgData name="Astrid PORTAPIA" userId="2917d6b1-a5f9-4736-b6ab-0183d20fa2b9" providerId="ADAL" clId="{4D078C87-218D-4910-A383-3D2D657F89EA}" dt="2026-08-11T08:21:27.523" v="38974" actId="20577"/>
          <ac:spMkLst>
            <pc:docMk/>
            <pc:sldMk cId="9685500" sldId="268"/>
            <ac:spMk id="27" creationId="{02930819-D13C-4355-967B-D5AEC856AC9C}"/>
          </ac:spMkLst>
        </pc:spChg>
        <pc:spChg chg="add mod">
          <ac:chgData name="Astrid PORTAPIA" userId="2917d6b1-a5f9-4736-b6ab-0183d20fa2b9" providerId="ADAL" clId="{4D078C87-218D-4910-A383-3D2D657F89EA}" dt="2026-08-11T08:36:21.512" v="39392" actId="20577"/>
          <ac:spMkLst>
            <pc:docMk/>
            <pc:sldMk cId="9685500" sldId="268"/>
            <ac:spMk id="29" creationId="{8B572A6C-CAB2-786E-C940-EE9B0DE59C13}"/>
          </ac:spMkLst>
        </pc:spChg>
        <pc:spChg chg="del">
          <ac:chgData name="Astrid PORTAPIA" userId="2917d6b1-a5f9-4736-b6ab-0183d20fa2b9" providerId="ADAL" clId="{4D078C87-218D-4910-A383-3D2D657F89EA}" dt="2026-08-11T08:19:12.757" v="38910" actId="478"/>
          <ac:spMkLst>
            <pc:docMk/>
            <pc:sldMk cId="9685500" sldId="268"/>
            <ac:spMk id="30" creationId="{937BB006-986F-883D-E0C0-C4B3E3853EC6}"/>
          </ac:spMkLst>
        </pc:spChg>
        <pc:spChg chg="add mod">
          <ac:chgData name="Astrid PORTAPIA" userId="2917d6b1-a5f9-4736-b6ab-0183d20fa2b9" providerId="ADAL" clId="{4D078C87-218D-4910-A383-3D2D657F89EA}" dt="2026-08-11T08:41:20.202" v="39665" actId="1076"/>
          <ac:spMkLst>
            <pc:docMk/>
            <pc:sldMk cId="9685500" sldId="268"/>
            <ac:spMk id="31" creationId="{7305FF34-3C7E-4258-9ABF-E2DA9B859DC3}"/>
          </ac:spMkLst>
        </pc:spChg>
        <pc:spChg chg="add mod">
          <ac:chgData name="Astrid PORTAPIA" userId="2917d6b1-a5f9-4736-b6ab-0183d20fa2b9" providerId="ADAL" clId="{4D078C87-218D-4910-A383-3D2D657F89EA}" dt="2026-08-11T08:41:20.202" v="39665" actId="1076"/>
          <ac:spMkLst>
            <pc:docMk/>
            <pc:sldMk cId="9685500" sldId="268"/>
            <ac:spMk id="34" creationId="{BC99C39F-30BC-94F0-824C-83383D49293C}"/>
          </ac:spMkLst>
        </pc:spChg>
        <pc:spChg chg="add mod">
          <ac:chgData name="Astrid PORTAPIA" userId="2917d6b1-a5f9-4736-b6ab-0183d20fa2b9" providerId="ADAL" clId="{4D078C87-218D-4910-A383-3D2D657F89EA}" dt="2026-08-11T08:41:20.202" v="39665" actId="1076"/>
          <ac:spMkLst>
            <pc:docMk/>
            <pc:sldMk cId="9685500" sldId="268"/>
            <ac:spMk id="37" creationId="{CFAC72D0-6672-4133-4000-7523E7A62AAE}"/>
          </ac:spMkLst>
        </pc:spChg>
        <pc:spChg chg="add mod">
          <ac:chgData name="Astrid PORTAPIA" userId="2917d6b1-a5f9-4736-b6ab-0183d20fa2b9" providerId="ADAL" clId="{4D078C87-218D-4910-A383-3D2D657F89EA}" dt="2026-08-11T08:41:11.687" v="39664" actId="1076"/>
          <ac:spMkLst>
            <pc:docMk/>
            <pc:sldMk cId="9685500" sldId="268"/>
            <ac:spMk id="40" creationId="{3510CC56-0721-64B6-BC0C-A0E5011939F1}"/>
          </ac:spMkLst>
        </pc:spChg>
        <pc:spChg chg="add mod">
          <ac:chgData name="Astrid PORTAPIA" userId="2917d6b1-a5f9-4736-b6ab-0183d20fa2b9" providerId="ADAL" clId="{4D078C87-218D-4910-A383-3D2D657F89EA}" dt="2026-08-11T08:41:11.687" v="39664" actId="1076"/>
          <ac:spMkLst>
            <pc:docMk/>
            <pc:sldMk cId="9685500" sldId="268"/>
            <ac:spMk id="42" creationId="{BB7CE126-E5D5-06FB-88AC-729F18EAE06C}"/>
          </ac:spMkLst>
        </pc:spChg>
        <pc:spChg chg="add mod">
          <ac:chgData name="Astrid PORTAPIA" userId="2917d6b1-a5f9-4736-b6ab-0183d20fa2b9" providerId="ADAL" clId="{4D078C87-218D-4910-A383-3D2D657F89EA}" dt="2026-08-11T08:41:11.687" v="39664" actId="1076"/>
          <ac:spMkLst>
            <pc:docMk/>
            <pc:sldMk cId="9685500" sldId="268"/>
            <ac:spMk id="45" creationId="{B5B62D2A-3AB2-CD3E-A42F-5D42897E1156}"/>
          </ac:spMkLst>
        </pc:spChg>
        <pc:spChg chg="add mod">
          <ac:chgData name="Astrid PORTAPIA" userId="2917d6b1-a5f9-4736-b6ab-0183d20fa2b9" providerId="ADAL" clId="{4D078C87-218D-4910-A383-3D2D657F89EA}" dt="2026-08-11T08:41:11.687" v="39664" actId="1076"/>
          <ac:spMkLst>
            <pc:docMk/>
            <pc:sldMk cId="9685500" sldId="268"/>
            <ac:spMk id="47" creationId="{81615D18-8EB3-02BA-30D8-C7C23468C709}"/>
          </ac:spMkLst>
        </pc:spChg>
      </pc:sldChg>
      <pc:sldChg chg="addSp modSp add mod ord setBg modClrScheme chgLayout modNotes modNotesTx">
        <pc:chgData name="Astrid PORTAPIA" userId="2917d6b1-a5f9-4736-b6ab-0183d20fa2b9" providerId="ADAL" clId="{4D078C87-218D-4910-A383-3D2D657F89EA}" dt="2026-08-12T07:41:33.263" v="46529" actId="20577"/>
        <pc:sldMkLst>
          <pc:docMk/>
          <pc:sldMk cId="2037417808" sldId="269"/>
        </pc:sldMkLst>
        <pc:spChg chg="mod">
          <ac:chgData name="Astrid PORTAPIA" userId="2917d6b1-a5f9-4736-b6ab-0183d20fa2b9" providerId="ADAL" clId="{4D078C87-218D-4910-A383-3D2D657F89EA}" dt="2026-08-12T07:41:33.263" v="46529" actId="20577"/>
          <ac:spMkLst>
            <pc:docMk/>
            <pc:sldMk cId="2037417808" sldId="269"/>
            <ac:spMk id="7" creationId="{2CC7B343-7806-EAF8-0109-10F0EC6CC72A}"/>
          </ac:spMkLst>
        </pc:spChg>
        <pc:spChg chg="mod">
          <ac:chgData name="Astrid PORTAPIA" userId="2917d6b1-a5f9-4736-b6ab-0183d20fa2b9" providerId="ADAL" clId="{4D078C87-218D-4910-A383-3D2D657F89EA}" dt="2026-08-11T09:45:18.513" v="42327" actId="20577"/>
          <ac:spMkLst>
            <pc:docMk/>
            <pc:sldMk cId="2037417808" sldId="269"/>
            <ac:spMk id="11" creationId="{B13BF078-47AD-E799-A81D-AE196D6753B2}"/>
          </ac:spMkLst>
        </pc:spChg>
        <pc:spChg chg="mod">
          <ac:chgData name="Astrid PORTAPIA" userId="2917d6b1-a5f9-4736-b6ab-0183d20fa2b9" providerId="ADAL" clId="{4D078C87-218D-4910-A383-3D2D657F89EA}" dt="2026-07-13T08:52:28.545" v="26659" actId="113"/>
          <ac:spMkLst>
            <pc:docMk/>
            <pc:sldMk cId="2037417808" sldId="269"/>
            <ac:spMk id="13" creationId="{79E2EE4C-5F6E-AFF6-9F05-ADE7825FE13B}"/>
          </ac:spMkLst>
        </pc:spChg>
      </pc:sldChg>
      <pc:sldChg chg="addSp delSp modSp new add del mod ord modClrScheme modCm chgLayout modNotes modNotesTx">
        <pc:chgData name="Astrid PORTAPIA" userId="2917d6b1-a5f9-4736-b6ab-0183d20fa2b9" providerId="ADAL" clId="{4D078C87-218D-4910-A383-3D2D657F89EA}" dt="2026-07-23T15:08:48.279" v="29379" actId="207"/>
        <pc:sldMkLst>
          <pc:docMk/>
          <pc:sldMk cId="4231170539" sldId="270"/>
        </pc:sldMkLst>
        <pc:spChg chg="add mod">
          <ac:chgData name="Astrid PORTAPIA" userId="2917d6b1-a5f9-4736-b6ab-0183d20fa2b9" providerId="ADAL" clId="{4D078C87-218D-4910-A383-3D2D657F89EA}" dt="2026-07-23T15:08:48.279" v="29379" actId="207"/>
          <ac:spMkLst>
            <pc:docMk/>
            <pc:sldMk cId="4231170539" sldId="270"/>
            <ac:spMk id="4" creationId="{EF85139B-C47D-8532-6E22-1B1A40D7233B}"/>
          </ac:spMkLst>
        </pc:spChg>
      </pc:sldChg>
      <pc:sldChg chg="addSp delSp modSp add mod modClrScheme modCm chgLayout">
        <pc:chgData name="Astrid PORTAPIA" userId="2917d6b1-a5f9-4736-b6ab-0183d20fa2b9" providerId="ADAL" clId="{4D078C87-218D-4910-A383-3D2D657F89EA}" dt="2026-07-24T07:55:29.298" v="30815"/>
        <pc:sldMkLst>
          <pc:docMk/>
          <pc:sldMk cId="1060245543" sldId="272"/>
        </pc:sldMkLst>
        <pc:spChg chg="add mod ord">
          <ac:chgData name="Astrid PORTAPIA" userId="2917d6b1-a5f9-4736-b6ab-0183d20fa2b9" providerId="ADAL" clId="{4D078C87-218D-4910-A383-3D2D657F89EA}" dt="2026-07-15T07:57:05.509" v="27865" actId="1036"/>
          <ac:spMkLst>
            <pc:docMk/>
            <pc:sldMk cId="1060245543" sldId="272"/>
            <ac:spMk id="31" creationId="{00000000-0000-0000-0000-000000000000}"/>
          </ac:spMkLst>
        </pc:spChg>
        <pc:spChg chg="mod">
          <ac:chgData name="Astrid PORTAPIA" userId="2917d6b1-a5f9-4736-b6ab-0183d20fa2b9" providerId="ADAL" clId="{4D078C87-218D-4910-A383-3D2D657F89EA}" dt="2026-07-15T07:58:23.863" v="27867" actId="207"/>
          <ac:spMkLst>
            <pc:docMk/>
            <pc:sldMk cId="1060245543" sldId="272"/>
            <ac:spMk id="33" creationId="{00000000-0000-0000-0000-000000000000}"/>
          </ac:spMkLst>
        </pc:spChg>
        <pc:spChg chg="mod ord">
          <ac:chgData name="Astrid PORTAPIA" userId="2917d6b1-a5f9-4736-b6ab-0183d20fa2b9" providerId="ADAL" clId="{4D078C87-218D-4910-A383-3D2D657F89EA}" dt="2026-07-15T07:58:57.884" v="27899" actId="207"/>
          <ac:spMkLst>
            <pc:docMk/>
            <pc:sldMk cId="1060245543" sldId="272"/>
            <ac:spMk id="34" creationId="{00000000-0000-0000-0000-000000000000}"/>
          </ac:spMkLst>
        </pc:spChg>
        <pc:spChg chg="add mod ord">
          <ac:chgData name="Astrid PORTAPIA" userId="2917d6b1-a5f9-4736-b6ab-0183d20fa2b9" providerId="ADAL" clId="{4D078C87-218D-4910-A383-3D2D657F89EA}" dt="2026-07-15T07:59:35.693" v="27901" actId="1076"/>
          <ac:spMkLst>
            <pc:docMk/>
            <pc:sldMk cId="1060245543" sldId="272"/>
            <ac:spMk id="35" creationId="{00000000-0000-0000-0000-000000000000}"/>
          </ac:spMkLst>
        </pc:spChg>
        <pc:spChg chg="add mod">
          <ac:chgData name="Astrid PORTAPIA" userId="2917d6b1-a5f9-4736-b6ab-0183d20fa2b9" providerId="ADAL" clId="{4D078C87-218D-4910-A383-3D2D657F89EA}" dt="2026-07-13T08:34:57.133" v="25375" actId="1038"/>
          <ac:spMkLst>
            <pc:docMk/>
            <pc:sldMk cId="1060245543" sldId="272"/>
            <ac:spMk id="37" creationId="{00000000-0000-0000-0000-000000000000}"/>
          </ac:spMkLst>
        </pc:spChg>
        <pc:cxnChg chg="mod ord">
          <ac:chgData name="Astrid PORTAPIA" userId="2917d6b1-a5f9-4736-b6ab-0183d20fa2b9" providerId="ADAL" clId="{4D078C87-218D-4910-A383-3D2D657F89EA}" dt="2026-07-15T07:59:27.600" v="27900" actId="14100"/>
          <ac:cxnSpMkLst>
            <pc:docMk/>
            <pc:sldMk cId="1060245543" sldId="272"/>
            <ac:cxnSpMk id="27" creationId="{00000000-0000-0000-0000-000000000000}"/>
          </ac:cxnSpMkLst>
        </pc:cxnChg>
      </pc:sldChg>
      <pc:sldChg chg="addSp delSp modSp add mod modClrScheme chgLayout modNotes">
        <pc:chgData name="Astrid PORTAPIA" userId="2917d6b1-a5f9-4736-b6ab-0183d20fa2b9" providerId="ADAL" clId="{4D078C87-218D-4910-A383-3D2D657F89EA}" dt="2026-07-15T08:04:19.560" v="27931" actId="1036"/>
        <pc:sldMkLst>
          <pc:docMk/>
          <pc:sldMk cId="1281368902" sldId="273"/>
        </pc:sldMkLst>
        <pc:spChg chg="add mod">
          <ac:chgData name="Astrid PORTAPIA" userId="2917d6b1-a5f9-4736-b6ab-0183d20fa2b9" providerId="ADAL" clId="{4D078C87-218D-4910-A383-3D2D657F89EA}" dt="2026-07-13T08:45:55.645" v="26633" actId="1076"/>
          <ac:spMkLst>
            <pc:docMk/>
            <pc:sldMk cId="1281368902" sldId="273"/>
            <ac:spMk id="4" creationId="{FBAF6F2D-D054-DBBE-56D1-6E3F5EE6EB5E}"/>
          </ac:spMkLst>
        </pc:spChg>
        <pc:spChg chg="add mod">
          <ac:chgData name="Astrid PORTAPIA" userId="2917d6b1-a5f9-4736-b6ab-0183d20fa2b9" providerId="ADAL" clId="{4D078C87-218D-4910-A383-3D2D657F89EA}" dt="2026-07-13T08:36:21.583" v="25533" actId="1076"/>
          <ac:spMkLst>
            <pc:docMk/>
            <pc:sldMk cId="1281368902" sldId="273"/>
            <ac:spMk id="5" creationId="{D2486B2C-C241-425B-7A91-24965A1CD8F4}"/>
          </ac:spMkLst>
        </pc:spChg>
        <pc:spChg chg="add mod">
          <ac:chgData name="Astrid PORTAPIA" userId="2917d6b1-a5f9-4736-b6ab-0183d20fa2b9" providerId="ADAL" clId="{4D078C87-218D-4910-A383-3D2D657F89EA}" dt="2026-07-13T08:45:38.874" v="26571" actId="1038"/>
          <ac:spMkLst>
            <pc:docMk/>
            <pc:sldMk cId="1281368902" sldId="273"/>
            <ac:spMk id="9" creationId="{BD196AE9-3486-8EE0-A61A-B4872751066D}"/>
          </ac:spMkLst>
        </pc:spChg>
        <pc:spChg chg="add mod">
          <ac:chgData name="Astrid PORTAPIA" userId="2917d6b1-a5f9-4736-b6ab-0183d20fa2b9" providerId="ADAL" clId="{4D078C87-218D-4910-A383-3D2D657F89EA}" dt="2026-07-13T08:45:38.874" v="26571" actId="1038"/>
          <ac:spMkLst>
            <pc:docMk/>
            <pc:sldMk cId="1281368902" sldId="273"/>
            <ac:spMk id="11" creationId="{4D36DA7D-71C5-5165-5B48-AEBA193D6549}"/>
          </ac:spMkLst>
        </pc:spChg>
        <pc:spChg chg="add mod">
          <ac:chgData name="Astrid PORTAPIA" userId="2917d6b1-a5f9-4736-b6ab-0183d20fa2b9" providerId="ADAL" clId="{4D078C87-218D-4910-A383-3D2D657F89EA}" dt="2026-07-13T08:45:55.645" v="26633" actId="1076"/>
          <ac:spMkLst>
            <pc:docMk/>
            <pc:sldMk cId="1281368902" sldId="273"/>
            <ac:spMk id="12" creationId="{2808B1E2-8E0C-AB44-F18A-D02B29EAD98B}"/>
          </ac:spMkLst>
        </pc:spChg>
        <pc:spChg chg="mod">
          <ac:chgData name="Astrid PORTAPIA" userId="2917d6b1-a5f9-4736-b6ab-0183d20fa2b9" providerId="ADAL" clId="{4D078C87-218D-4910-A383-3D2D657F89EA}" dt="2026-07-13T08:45:38.874" v="26571" actId="1038"/>
          <ac:spMkLst>
            <pc:docMk/>
            <pc:sldMk cId="1281368902" sldId="273"/>
            <ac:spMk id="13" creationId="{823CCEAD-F270-A7A0-7A79-E57EEF6DA0D2}"/>
          </ac:spMkLst>
        </pc:spChg>
        <pc:spChg chg="add mod">
          <ac:chgData name="Astrid PORTAPIA" userId="2917d6b1-a5f9-4736-b6ab-0183d20fa2b9" providerId="ADAL" clId="{4D078C87-218D-4910-A383-3D2D657F89EA}" dt="2026-07-13T08:37:10.095" v="25664" actId="1076"/>
          <ac:spMkLst>
            <pc:docMk/>
            <pc:sldMk cId="1281368902" sldId="273"/>
            <ac:spMk id="15" creationId="{29245606-8B69-3615-EE9D-08D90EDDA4CC}"/>
          </ac:spMkLst>
        </pc:spChg>
        <pc:spChg chg="add mod">
          <ac:chgData name="Astrid PORTAPIA" userId="2917d6b1-a5f9-4736-b6ab-0183d20fa2b9" providerId="ADAL" clId="{4D078C87-218D-4910-A383-3D2D657F89EA}" dt="2026-07-13T08:45:55.645" v="26633" actId="1076"/>
          <ac:spMkLst>
            <pc:docMk/>
            <pc:sldMk cId="1281368902" sldId="273"/>
            <ac:spMk id="16" creationId="{B31A22BD-E839-6E24-40B7-B71EB3C7704C}"/>
          </ac:spMkLst>
        </pc:spChg>
        <pc:spChg chg="add mod">
          <ac:chgData name="Astrid PORTAPIA" userId="2917d6b1-a5f9-4736-b6ab-0183d20fa2b9" providerId="ADAL" clId="{4D078C87-218D-4910-A383-3D2D657F89EA}" dt="2026-07-13T08:45:55.645" v="26633" actId="1076"/>
          <ac:spMkLst>
            <pc:docMk/>
            <pc:sldMk cId="1281368902" sldId="273"/>
            <ac:spMk id="18" creationId="{4926ACED-1F41-71D6-2F10-BE631D48C80D}"/>
          </ac:spMkLst>
        </pc:spChg>
        <pc:spChg chg="mod">
          <ac:chgData name="Astrid PORTAPIA" userId="2917d6b1-a5f9-4736-b6ab-0183d20fa2b9" providerId="ADAL" clId="{4D078C87-218D-4910-A383-3D2D657F89EA}" dt="2026-07-13T08:37:22.500" v="25665" actId="1076"/>
          <ac:spMkLst>
            <pc:docMk/>
            <pc:sldMk cId="1281368902" sldId="273"/>
            <ac:spMk id="19" creationId="{70BF2E84-53AC-F5E7-F1BE-2DF3A3D80C91}"/>
          </ac:spMkLst>
        </pc:spChg>
        <pc:spChg chg="mod">
          <ac:chgData name="Astrid PORTAPIA" userId="2917d6b1-a5f9-4736-b6ab-0183d20fa2b9" providerId="ADAL" clId="{4D078C87-218D-4910-A383-3D2D657F89EA}" dt="2026-07-13T08:45:38.874" v="26571" actId="1038"/>
          <ac:spMkLst>
            <pc:docMk/>
            <pc:sldMk cId="1281368902" sldId="273"/>
            <ac:spMk id="21" creationId="{8C9269A0-3434-9A9B-ABF2-C3B4196AE2E5}"/>
          </ac:spMkLst>
        </pc:spChg>
        <pc:spChg chg="add mod">
          <ac:chgData name="Astrid PORTAPIA" userId="2917d6b1-a5f9-4736-b6ab-0183d20fa2b9" providerId="ADAL" clId="{4D078C87-218D-4910-A383-3D2D657F89EA}" dt="2026-07-13T08:45:55.645" v="26633" actId="1076"/>
          <ac:spMkLst>
            <pc:docMk/>
            <pc:sldMk cId="1281368902" sldId="273"/>
            <ac:spMk id="22" creationId="{35CF3D00-83A3-E086-8575-0641007D975E}"/>
          </ac:spMkLst>
        </pc:spChg>
        <pc:spChg chg="mod">
          <ac:chgData name="Astrid PORTAPIA" userId="2917d6b1-a5f9-4736-b6ab-0183d20fa2b9" providerId="ADAL" clId="{4D078C87-218D-4910-A383-3D2D657F89EA}" dt="2026-07-13T08:45:38.874" v="26571" actId="1038"/>
          <ac:spMkLst>
            <pc:docMk/>
            <pc:sldMk cId="1281368902" sldId="273"/>
            <ac:spMk id="23" creationId="{08E5EA78-4893-886E-07E3-E120154C2ADC}"/>
          </ac:spMkLst>
        </pc:spChg>
        <pc:spChg chg="add mod">
          <ac:chgData name="Astrid PORTAPIA" userId="2917d6b1-a5f9-4736-b6ab-0183d20fa2b9" providerId="ADAL" clId="{4D078C87-218D-4910-A383-3D2D657F89EA}" dt="2026-07-13T08:45:38.874" v="26571" actId="1038"/>
          <ac:spMkLst>
            <pc:docMk/>
            <pc:sldMk cId="1281368902" sldId="273"/>
            <ac:spMk id="25" creationId="{9EE9A7F0-B5F9-27DA-E4AC-AED53B5DD5ED}"/>
          </ac:spMkLst>
        </pc:spChg>
        <pc:spChg chg="add mod">
          <ac:chgData name="Astrid PORTAPIA" userId="2917d6b1-a5f9-4736-b6ab-0183d20fa2b9" providerId="ADAL" clId="{4D078C87-218D-4910-A383-3D2D657F89EA}" dt="2026-07-13T14:14:55.765" v="27659" actId="20577"/>
          <ac:spMkLst>
            <pc:docMk/>
            <pc:sldMk cId="1281368902" sldId="273"/>
            <ac:spMk id="26" creationId="{E62CC495-3805-4F67-62A0-DA3C2B9CE1F1}"/>
          </ac:spMkLst>
        </pc:spChg>
        <pc:spChg chg="add mod">
          <ac:chgData name="Astrid PORTAPIA" userId="2917d6b1-a5f9-4736-b6ab-0183d20fa2b9" providerId="ADAL" clId="{4D078C87-218D-4910-A383-3D2D657F89EA}" dt="2026-07-13T08:45:55.645" v="26633" actId="1076"/>
          <ac:spMkLst>
            <pc:docMk/>
            <pc:sldMk cId="1281368902" sldId="273"/>
            <ac:spMk id="28" creationId="{CE625948-290D-2366-7C56-A9C95B84E240}"/>
          </ac:spMkLst>
        </pc:spChg>
        <pc:spChg chg="mod">
          <ac:chgData name="Astrid PORTAPIA" userId="2917d6b1-a5f9-4736-b6ab-0183d20fa2b9" providerId="ADAL" clId="{4D078C87-218D-4910-A383-3D2D657F89EA}" dt="2026-07-13T08:45:38.874" v="26571" actId="1038"/>
          <ac:spMkLst>
            <pc:docMk/>
            <pc:sldMk cId="1281368902" sldId="273"/>
            <ac:spMk id="35" creationId="{48218050-5D88-1E41-407D-B80941905C00}"/>
          </ac:spMkLst>
        </pc:spChg>
        <pc:spChg chg="add mod">
          <ac:chgData name="Astrid PORTAPIA" userId="2917d6b1-a5f9-4736-b6ab-0183d20fa2b9" providerId="ADAL" clId="{4D078C87-218D-4910-A383-3D2D657F89EA}" dt="2026-07-13T08:45:38.874" v="26571" actId="1038"/>
          <ac:spMkLst>
            <pc:docMk/>
            <pc:sldMk cId="1281368902" sldId="273"/>
            <ac:spMk id="51" creationId="{AF97BD0B-C7ED-49E2-28DD-DC956C203841}"/>
          </ac:spMkLst>
        </pc:spChg>
        <pc:spChg chg="add mod">
          <ac:chgData name="Astrid PORTAPIA" userId="2917d6b1-a5f9-4736-b6ab-0183d20fa2b9" providerId="ADAL" clId="{4D078C87-218D-4910-A383-3D2D657F89EA}" dt="2026-07-13T08:45:38.874" v="26571" actId="1038"/>
          <ac:spMkLst>
            <pc:docMk/>
            <pc:sldMk cId="1281368902" sldId="273"/>
            <ac:spMk id="52" creationId="{752EC6A5-EE91-F577-548A-04311F50A3EA}"/>
          </ac:spMkLst>
        </pc:spChg>
        <pc:spChg chg="add mod">
          <ac:chgData name="Astrid PORTAPIA" userId="2917d6b1-a5f9-4736-b6ab-0183d20fa2b9" providerId="ADAL" clId="{4D078C87-218D-4910-A383-3D2D657F89EA}" dt="2026-07-15T08:04:19.560" v="27931" actId="1036"/>
          <ac:spMkLst>
            <pc:docMk/>
            <pc:sldMk cId="1281368902" sldId="273"/>
            <ac:spMk id="54" creationId="{BC2E6ED7-EB2C-6DD3-241E-E277DD78EA1B}"/>
          </ac:spMkLst>
        </pc:spChg>
        <pc:spChg chg="add mod">
          <ac:chgData name="Astrid PORTAPIA" userId="2917d6b1-a5f9-4736-b6ab-0183d20fa2b9" providerId="ADAL" clId="{4D078C87-218D-4910-A383-3D2D657F89EA}" dt="2026-07-13T08:45:38.874" v="26571" actId="1038"/>
          <ac:spMkLst>
            <pc:docMk/>
            <pc:sldMk cId="1281368902" sldId="273"/>
            <ac:spMk id="56" creationId="{70E69CFF-D4CF-EE0E-6C98-8899767966DA}"/>
          </ac:spMkLst>
        </pc:spChg>
        <pc:spChg chg="add mod">
          <ac:chgData name="Astrid PORTAPIA" userId="2917d6b1-a5f9-4736-b6ab-0183d20fa2b9" providerId="ADAL" clId="{4D078C87-218D-4910-A383-3D2D657F89EA}" dt="2026-07-13T08:45:07.299" v="26382" actId="1036"/>
          <ac:spMkLst>
            <pc:docMk/>
            <pc:sldMk cId="1281368902" sldId="273"/>
            <ac:spMk id="58" creationId="{7A04565B-F573-8125-66AB-A124B6DD669F}"/>
          </ac:spMkLst>
        </pc:spChg>
      </pc:sldChg>
      <pc:sldChg chg="addSp delSp modSp add mod ord modClrScheme chgLayout modNotesTx">
        <pc:chgData name="Astrid PORTAPIA" userId="2917d6b1-a5f9-4736-b6ab-0183d20fa2b9" providerId="ADAL" clId="{4D078C87-218D-4910-A383-3D2D657F89EA}" dt="2026-08-11T11:09:49.355" v="46398" actId="20577"/>
        <pc:sldMkLst>
          <pc:docMk/>
          <pc:sldMk cId="1350527942" sldId="276"/>
        </pc:sldMkLst>
        <pc:spChg chg="mod">
          <ac:chgData name="Astrid PORTAPIA" userId="2917d6b1-a5f9-4736-b6ab-0183d20fa2b9" providerId="ADAL" clId="{4D078C87-218D-4910-A383-3D2D657F89EA}" dt="2026-08-11T11:09:49.355" v="46398" actId="20577"/>
          <ac:spMkLst>
            <pc:docMk/>
            <pc:sldMk cId="1350527942" sldId="276"/>
            <ac:spMk id="2" creationId="{01B42186-0889-5041-366C-EBC665A43333}"/>
          </ac:spMkLst>
        </pc:spChg>
        <pc:spChg chg="add mod">
          <ac:chgData name="Astrid PORTAPIA" userId="2917d6b1-a5f9-4736-b6ab-0183d20fa2b9" providerId="ADAL" clId="{4D078C87-218D-4910-A383-3D2D657F89EA}" dt="2026-08-11T09:08:40.894" v="40693" actId="1036"/>
          <ac:spMkLst>
            <pc:docMk/>
            <pc:sldMk cId="1350527942" sldId="276"/>
            <ac:spMk id="5" creationId="{584488A0-FB55-0792-3706-D5FE9D6FFD92}"/>
          </ac:spMkLst>
        </pc:spChg>
        <pc:spChg chg="add mod">
          <ac:chgData name="Astrid PORTAPIA" userId="2917d6b1-a5f9-4736-b6ab-0183d20fa2b9" providerId="ADAL" clId="{4D078C87-218D-4910-A383-3D2D657F89EA}" dt="2026-08-11T09:09:15.268" v="40720" actId="1076"/>
          <ac:spMkLst>
            <pc:docMk/>
            <pc:sldMk cId="1350527942" sldId="276"/>
            <ac:spMk id="6" creationId="{52ED8057-E37B-2B85-9521-C1CE9AC846C8}"/>
          </ac:spMkLst>
        </pc:spChg>
        <pc:spChg chg="add mod">
          <ac:chgData name="Astrid PORTAPIA" userId="2917d6b1-a5f9-4736-b6ab-0183d20fa2b9" providerId="ADAL" clId="{4D078C87-218D-4910-A383-3D2D657F89EA}" dt="2026-08-11T09:09:26.247" v="40733" actId="1035"/>
          <ac:spMkLst>
            <pc:docMk/>
            <pc:sldMk cId="1350527942" sldId="276"/>
            <ac:spMk id="7" creationId="{45C3D98F-C1A0-1333-ACC9-263C1CA11944}"/>
          </ac:spMkLst>
        </pc:spChg>
        <pc:spChg chg="mod">
          <ac:chgData name="Astrid PORTAPIA" userId="2917d6b1-a5f9-4736-b6ab-0183d20fa2b9" providerId="ADAL" clId="{4D078C87-218D-4910-A383-3D2D657F89EA}" dt="2026-08-11T09:07:49.941" v="40640" actId="1035"/>
          <ac:spMkLst>
            <pc:docMk/>
            <pc:sldMk cId="1350527942" sldId="276"/>
            <ac:spMk id="50" creationId="{00000000-0000-0000-0000-000000000000}"/>
          </ac:spMkLst>
        </pc:spChg>
        <pc:spChg chg="mod">
          <ac:chgData name="Astrid PORTAPIA" userId="2917d6b1-a5f9-4736-b6ab-0183d20fa2b9" providerId="ADAL" clId="{4D078C87-218D-4910-A383-3D2D657F89EA}" dt="2026-08-11T09:08:07.706" v="40648" actId="1036"/>
          <ac:spMkLst>
            <pc:docMk/>
            <pc:sldMk cId="1350527942" sldId="276"/>
            <ac:spMk id="66" creationId="{00000000-0000-0000-0000-000000000000}"/>
          </ac:spMkLst>
        </pc:spChg>
        <pc:spChg chg="mod">
          <ac:chgData name="Astrid PORTAPIA" userId="2917d6b1-a5f9-4736-b6ab-0183d20fa2b9" providerId="ADAL" clId="{4D078C87-218D-4910-A383-3D2D657F89EA}" dt="2026-08-11T09:08:07.706" v="40648" actId="1036"/>
          <ac:spMkLst>
            <pc:docMk/>
            <pc:sldMk cId="1350527942" sldId="276"/>
            <ac:spMk id="67" creationId="{00000000-0000-0000-0000-000000000000}"/>
          </ac:spMkLst>
        </pc:spChg>
        <pc:spChg chg="mod">
          <ac:chgData name="Astrid PORTAPIA" userId="2917d6b1-a5f9-4736-b6ab-0183d20fa2b9" providerId="ADAL" clId="{4D078C87-218D-4910-A383-3D2D657F89EA}" dt="2026-08-11T09:08:07.706" v="40648" actId="1036"/>
          <ac:spMkLst>
            <pc:docMk/>
            <pc:sldMk cId="1350527942" sldId="276"/>
            <ac:spMk id="68" creationId="{00000000-0000-0000-0000-000000000000}"/>
          </ac:spMkLst>
        </pc:spChg>
        <pc:spChg chg="mod">
          <ac:chgData name="Astrid PORTAPIA" userId="2917d6b1-a5f9-4736-b6ab-0183d20fa2b9" providerId="ADAL" clId="{4D078C87-218D-4910-A383-3D2D657F89EA}" dt="2026-08-11T09:08:44.113" v="40696" actId="1037"/>
          <ac:spMkLst>
            <pc:docMk/>
            <pc:sldMk cId="1350527942" sldId="276"/>
            <ac:spMk id="69" creationId="{00000000-0000-0000-0000-000000000000}"/>
          </ac:spMkLst>
        </pc:spChg>
        <pc:spChg chg="mod">
          <ac:chgData name="Astrid PORTAPIA" userId="2917d6b1-a5f9-4736-b6ab-0183d20fa2b9" providerId="ADAL" clId="{4D078C87-218D-4910-A383-3D2D657F89EA}" dt="2026-08-11T09:09:21.087" v="40728" actId="1036"/>
          <ac:spMkLst>
            <pc:docMk/>
            <pc:sldMk cId="1350527942" sldId="276"/>
            <ac:spMk id="70" creationId="{00000000-0000-0000-0000-000000000000}"/>
          </ac:spMkLst>
        </pc:spChg>
        <pc:spChg chg="mod">
          <ac:chgData name="Astrid PORTAPIA" userId="2917d6b1-a5f9-4736-b6ab-0183d20fa2b9" providerId="ADAL" clId="{4D078C87-218D-4910-A383-3D2D657F89EA}" dt="2026-08-11T09:08:18.667" v="40666" actId="1036"/>
          <ac:spMkLst>
            <pc:docMk/>
            <pc:sldMk cId="1350527942" sldId="276"/>
            <ac:spMk id="71" creationId="{00000000-0000-0000-0000-000000000000}"/>
          </ac:spMkLst>
        </pc:spChg>
        <pc:spChg chg="mod">
          <ac:chgData name="Astrid PORTAPIA" userId="2917d6b1-a5f9-4736-b6ab-0183d20fa2b9" providerId="ADAL" clId="{4D078C87-218D-4910-A383-3D2D657F89EA}" dt="2026-08-11T09:08:28.023" v="40676" actId="1036"/>
          <ac:spMkLst>
            <pc:docMk/>
            <pc:sldMk cId="1350527942" sldId="276"/>
            <ac:spMk id="72" creationId="{00000000-0000-0000-0000-000000000000}"/>
          </ac:spMkLst>
        </pc:spChg>
        <pc:spChg chg="mod">
          <ac:chgData name="Astrid PORTAPIA" userId="2917d6b1-a5f9-4736-b6ab-0183d20fa2b9" providerId="ADAL" clId="{4D078C87-218D-4910-A383-3D2D657F89EA}" dt="2026-08-11T09:08:28.023" v="40676" actId="1036"/>
          <ac:spMkLst>
            <pc:docMk/>
            <pc:sldMk cId="1350527942" sldId="276"/>
            <ac:spMk id="73" creationId="{00000000-0000-0000-0000-000000000000}"/>
          </ac:spMkLst>
        </pc:spChg>
        <pc:spChg chg="mod">
          <ac:chgData name="Astrid PORTAPIA" userId="2917d6b1-a5f9-4736-b6ab-0183d20fa2b9" providerId="ADAL" clId="{4D078C87-218D-4910-A383-3D2D657F89EA}" dt="2026-08-11T09:07:59.703" v="40641" actId="14100"/>
          <ac:spMkLst>
            <pc:docMk/>
            <pc:sldMk cId="1350527942" sldId="276"/>
            <ac:spMk id="74" creationId="{00000000-0000-0000-0000-000000000000}"/>
          </ac:spMkLst>
        </pc:spChg>
        <pc:spChg chg="mod">
          <ac:chgData name="Astrid PORTAPIA" userId="2917d6b1-a5f9-4736-b6ab-0183d20fa2b9" providerId="ADAL" clId="{4D078C87-218D-4910-A383-3D2D657F89EA}" dt="2026-08-11T09:05:22.484" v="40516" actId="1036"/>
          <ac:spMkLst>
            <pc:docMk/>
            <pc:sldMk cId="1350527942" sldId="276"/>
            <ac:spMk id="75" creationId="{00000000-0000-0000-0000-000000000000}"/>
          </ac:spMkLst>
        </pc:spChg>
        <pc:spChg chg="mod">
          <ac:chgData name="Astrid PORTAPIA" userId="2917d6b1-a5f9-4736-b6ab-0183d20fa2b9" providerId="ADAL" clId="{4D078C87-218D-4910-A383-3D2D657F89EA}" dt="2026-08-11T09:00:46.966" v="40258" actId="1036"/>
          <ac:spMkLst>
            <pc:docMk/>
            <pc:sldMk cId="1350527942" sldId="276"/>
            <ac:spMk id="76" creationId="{00000000-0000-0000-0000-000000000000}"/>
          </ac:spMkLst>
        </pc:spChg>
        <pc:spChg chg="mod">
          <ac:chgData name="Astrid PORTAPIA" userId="2917d6b1-a5f9-4736-b6ab-0183d20fa2b9" providerId="ADAL" clId="{4D078C87-218D-4910-A383-3D2D657F89EA}" dt="2026-08-11T09:00:46.966" v="40258" actId="1036"/>
          <ac:spMkLst>
            <pc:docMk/>
            <pc:sldMk cId="1350527942" sldId="276"/>
            <ac:spMk id="77" creationId="{00000000-0000-0000-0000-000000000000}"/>
          </ac:spMkLst>
        </pc:spChg>
        <pc:spChg chg="mod">
          <ac:chgData name="Astrid PORTAPIA" userId="2917d6b1-a5f9-4736-b6ab-0183d20fa2b9" providerId="ADAL" clId="{4D078C87-218D-4910-A383-3D2D657F89EA}" dt="2026-08-11T09:00:46.966" v="40258" actId="1036"/>
          <ac:spMkLst>
            <pc:docMk/>
            <pc:sldMk cId="1350527942" sldId="276"/>
            <ac:spMk id="78" creationId="{00000000-0000-0000-0000-000000000000}"/>
          </ac:spMkLst>
        </pc:spChg>
        <pc:spChg chg="mod">
          <ac:chgData name="Astrid PORTAPIA" userId="2917d6b1-a5f9-4736-b6ab-0183d20fa2b9" providerId="ADAL" clId="{4D078C87-218D-4910-A383-3D2D657F89EA}" dt="2026-08-11T09:00:46.966" v="40258" actId="1036"/>
          <ac:spMkLst>
            <pc:docMk/>
            <pc:sldMk cId="1350527942" sldId="276"/>
            <ac:spMk id="79" creationId="{00000000-0000-0000-0000-000000000000}"/>
          </ac:spMkLst>
        </pc:spChg>
        <pc:spChg chg="mod">
          <ac:chgData name="Astrid PORTAPIA" userId="2917d6b1-a5f9-4736-b6ab-0183d20fa2b9" providerId="ADAL" clId="{4D078C87-218D-4910-A383-3D2D657F89EA}" dt="2026-07-13T08:52:04.737" v="26652" actId="114"/>
          <ac:spMkLst>
            <pc:docMk/>
            <pc:sldMk cId="1350527942" sldId="276"/>
            <ac:spMk id="81" creationId="{00000000-0000-0000-0000-000000000000}"/>
          </ac:spMkLst>
        </pc:spChg>
      </pc:sldChg>
      <pc:sldChg chg="addSp delSp modSp add mod ord modShow modNotesTx">
        <pc:chgData name="Astrid PORTAPIA" userId="2917d6b1-a5f9-4736-b6ab-0183d20fa2b9" providerId="ADAL" clId="{4D078C87-218D-4910-A383-3D2D657F89EA}" dt="2026-07-15T08:37:35.944" v="28039" actId="20577"/>
        <pc:sldMkLst>
          <pc:docMk/>
          <pc:sldMk cId="1560957589" sldId="277"/>
        </pc:sldMkLst>
        <pc:spChg chg="mod">
          <ac:chgData name="Astrid PORTAPIA" userId="2917d6b1-a5f9-4736-b6ab-0183d20fa2b9" providerId="ADAL" clId="{4D078C87-218D-4910-A383-3D2D657F89EA}" dt="2026-07-15T08:36:59.760" v="28038" actId="20577"/>
          <ac:spMkLst>
            <pc:docMk/>
            <pc:sldMk cId="1560957589" sldId="277"/>
            <ac:spMk id="2" creationId="{00120BD9-51C6-6827-2186-A6FA576CA09D}"/>
          </ac:spMkLst>
        </pc:spChg>
        <pc:spChg chg="add mod">
          <ac:chgData name="Astrid PORTAPIA" userId="2917d6b1-a5f9-4736-b6ab-0183d20fa2b9" providerId="ADAL" clId="{4D078C87-218D-4910-A383-3D2D657F89EA}" dt="2026-07-15T08:37:35.944" v="28039" actId="20577"/>
          <ac:spMkLst>
            <pc:docMk/>
            <pc:sldMk cId="1560957589" sldId="277"/>
            <ac:spMk id="15" creationId="{C7F6D2F7-C9CD-D6F4-812B-61AEB54BB355}"/>
          </ac:spMkLst>
        </pc:spChg>
        <pc:spChg chg="mod">
          <ac:chgData name="Astrid PORTAPIA" userId="2917d6b1-a5f9-4736-b6ab-0183d20fa2b9" providerId="ADAL" clId="{4D078C87-218D-4910-A383-3D2D657F89EA}" dt="2026-07-13T08:51:58.900" v="26650" actId="114"/>
          <ac:spMkLst>
            <pc:docMk/>
            <pc:sldMk cId="1560957589" sldId="277"/>
            <ac:spMk id="81" creationId="{9ECEF789-3A96-A20B-6E8E-5819F79BB3AF}"/>
          </ac:spMkLst>
        </pc:spChg>
      </pc:sldChg>
      <pc:sldChg chg="addSp modSp mod">
        <pc:chgData name="Astrid PORTAPIA" userId="2917d6b1-a5f9-4736-b6ab-0183d20fa2b9" providerId="ADAL" clId="{4D078C87-218D-4910-A383-3D2D657F89EA}" dt="2026-08-11T09:44:47.362" v="42322" actId="1035"/>
        <pc:sldMkLst>
          <pc:docMk/>
          <pc:sldMk cId="2412990988" sldId="278"/>
        </pc:sldMkLst>
        <pc:spChg chg="add mod">
          <ac:chgData name="Astrid PORTAPIA" userId="2917d6b1-a5f9-4736-b6ab-0183d20fa2b9" providerId="ADAL" clId="{4D078C87-218D-4910-A383-3D2D657F89EA}" dt="2026-08-11T09:42:10.240" v="42258" actId="1076"/>
          <ac:spMkLst>
            <pc:docMk/>
            <pc:sldMk cId="2412990988" sldId="278"/>
            <ac:spMk id="26" creationId="{C08FBD03-6595-B791-4D03-2256F025F8CC}"/>
          </ac:spMkLst>
        </pc:spChg>
        <pc:spChg chg="add mod">
          <ac:chgData name="Astrid PORTAPIA" userId="2917d6b1-a5f9-4736-b6ab-0183d20fa2b9" providerId="ADAL" clId="{4D078C87-218D-4910-A383-3D2D657F89EA}" dt="2026-08-11T09:42:10.240" v="42258" actId="1076"/>
          <ac:spMkLst>
            <pc:docMk/>
            <pc:sldMk cId="2412990988" sldId="278"/>
            <ac:spMk id="28" creationId="{DB6FE961-CDC1-119B-B274-1CB6D4926D54}"/>
          </ac:spMkLst>
        </pc:spChg>
        <pc:spChg chg="mod">
          <ac:chgData name="Astrid PORTAPIA" userId="2917d6b1-a5f9-4736-b6ab-0183d20fa2b9" providerId="ADAL" clId="{4D078C87-218D-4910-A383-3D2D657F89EA}" dt="2026-08-11T09:41:10.567" v="42251" actId="1076"/>
          <ac:spMkLst>
            <pc:docMk/>
            <pc:sldMk cId="2412990988" sldId="278"/>
            <ac:spMk id="47" creationId="{052997DF-1892-CECE-B0B4-8CD4364ADC65}"/>
          </ac:spMkLst>
        </pc:spChg>
        <pc:spChg chg="mod">
          <ac:chgData name="Astrid PORTAPIA" userId="2917d6b1-a5f9-4736-b6ab-0183d20fa2b9" providerId="ADAL" clId="{4D078C87-218D-4910-A383-3D2D657F89EA}" dt="2026-08-11T09:44:47.362" v="42322" actId="1035"/>
          <ac:spMkLst>
            <pc:docMk/>
            <pc:sldMk cId="2412990988" sldId="278"/>
            <ac:spMk id="50" creationId="{28791A2E-F2C4-6B2D-21CC-256A824431CA}"/>
          </ac:spMkLst>
        </pc:spChg>
        <pc:spChg chg="mod">
          <ac:chgData name="Astrid PORTAPIA" userId="2917d6b1-a5f9-4736-b6ab-0183d20fa2b9" providerId="ADAL" clId="{4D078C87-218D-4910-A383-3D2D657F89EA}" dt="2026-08-11T09:44:47.362" v="42322" actId="1035"/>
          <ac:spMkLst>
            <pc:docMk/>
            <pc:sldMk cId="2412990988" sldId="278"/>
            <ac:spMk id="51" creationId="{740EA058-33DD-A49B-40AF-FF702E6F8DF5}"/>
          </ac:spMkLst>
        </pc:spChg>
        <pc:spChg chg="mod">
          <ac:chgData name="Astrid PORTAPIA" userId="2917d6b1-a5f9-4736-b6ab-0183d20fa2b9" providerId="ADAL" clId="{4D078C87-218D-4910-A383-3D2D657F89EA}" dt="2026-08-11T09:44:27.215" v="42304" actId="1076"/>
          <ac:spMkLst>
            <pc:docMk/>
            <pc:sldMk cId="2412990988" sldId="278"/>
            <ac:spMk id="59" creationId="{C42DECC9-200F-327B-6FCF-CA27362495DE}"/>
          </ac:spMkLst>
        </pc:spChg>
        <pc:spChg chg="mod">
          <ac:chgData name="Astrid PORTAPIA" userId="2917d6b1-a5f9-4736-b6ab-0183d20fa2b9" providerId="ADAL" clId="{4D078C87-218D-4910-A383-3D2D657F89EA}" dt="2026-08-11T09:44:27.215" v="42304" actId="1076"/>
          <ac:spMkLst>
            <pc:docMk/>
            <pc:sldMk cId="2412990988" sldId="278"/>
            <ac:spMk id="61" creationId="{7E610FE8-29BF-FECC-8C0C-D94C02CD5D46}"/>
          </ac:spMkLst>
        </pc:spChg>
      </pc:sldChg>
      <pc:sldChg chg="addSp delSp modSp add mod modNotesTx">
        <pc:chgData name="Astrid PORTAPIA" userId="2917d6b1-a5f9-4736-b6ab-0183d20fa2b9" providerId="ADAL" clId="{4D078C87-218D-4910-A383-3D2D657F89EA}" dt="2026-08-12T07:37:38.891" v="46405" actId="207"/>
        <pc:sldMkLst>
          <pc:docMk/>
          <pc:sldMk cId="2781061011" sldId="279"/>
        </pc:sldMkLst>
        <pc:spChg chg="add mod">
          <ac:chgData name="Astrid PORTAPIA" userId="2917d6b1-a5f9-4736-b6ab-0183d20fa2b9" providerId="ADAL" clId="{4D078C87-218D-4910-A383-3D2D657F89EA}" dt="2026-08-11T07:19:36.562" v="35416" actId="20577"/>
          <ac:spMkLst>
            <pc:docMk/>
            <pc:sldMk cId="2781061011" sldId="279"/>
            <ac:spMk id="6" creationId="{BCC7FB2D-FAC4-09C7-1012-F22CBD126287}"/>
          </ac:spMkLst>
        </pc:spChg>
        <pc:spChg chg="add del mod">
          <ac:chgData name="Astrid PORTAPIA" userId="2917d6b1-a5f9-4736-b6ab-0183d20fa2b9" providerId="ADAL" clId="{4D078C87-218D-4910-A383-3D2D657F89EA}" dt="2026-08-11T07:19:04.242" v="35384" actId="478"/>
          <ac:spMkLst>
            <pc:docMk/>
            <pc:sldMk cId="2781061011" sldId="279"/>
            <ac:spMk id="9" creationId="{1421D8C7-489C-F85A-D3F0-E841B89A1144}"/>
          </ac:spMkLst>
        </pc:spChg>
        <pc:spChg chg="add del mod">
          <ac:chgData name="Astrid PORTAPIA" userId="2917d6b1-a5f9-4736-b6ab-0183d20fa2b9" providerId="ADAL" clId="{4D078C87-218D-4910-A383-3D2D657F89EA}" dt="2026-08-11T07:44:39.883" v="35960" actId="478"/>
          <ac:spMkLst>
            <pc:docMk/>
            <pc:sldMk cId="2781061011" sldId="279"/>
            <ac:spMk id="11" creationId="{9B306DDB-F866-D9C7-DCFD-9CDCDAEE6008}"/>
          </ac:spMkLst>
        </pc:spChg>
        <pc:spChg chg="add mod">
          <ac:chgData name="Astrid PORTAPIA" userId="2917d6b1-a5f9-4736-b6ab-0183d20fa2b9" providerId="ADAL" clId="{4D078C87-218D-4910-A383-3D2D657F89EA}" dt="2026-08-11T07:45:20.281" v="36197" actId="20577"/>
          <ac:spMkLst>
            <pc:docMk/>
            <pc:sldMk cId="2781061011" sldId="279"/>
            <ac:spMk id="12" creationId="{E91F15FB-A8E2-9F60-429A-033A178054D8}"/>
          </ac:spMkLst>
        </pc:spChg>
        <pc:spChg chg="add del">
          <ac:chgData name="Astrid PORTAPIA" userId="2917d6b1-a5f9-4736-b6ab-0183d20fa2b9" providerId="ADAL" clId="{4D078C87-218D-4910-A383-3D2D657F89EA}" dt="2026-08-11T07:51:30.555" v="36954" actId="22"/>
          <ac:spMkLst>
            <pc:docMk/>
            <pc:sldMk cId="2781061011" sldId="279"/>
            <ac:spMk id="14" creationId="{20FC77E8-D7B8-8651-18C8-F673696C4377}"/>
          </ac:spMkLst>
        </pc:spChg>
        <pc:spChg chg="mod">
          <ac:chgData name="Astrid PORTAPIA" userId="2917d6b1-a5f9-4736-b6ab-0183d20fa2b9" providerId="ADAL" clId="{4D078C87-218D-4910-A383-3D2D657F89EA}" dt="2026-08-11T07:54:22.261" v="37265" actId="14100"/>
          <ac:spMkLst>
            <pc:docMk/>
            <pc:sldMk cId="2781061011" sldId="279"/>
            <ac:spMk id="77" creationId="{7F7E49CD-A038-9F56-2F95-6B44C2ACD833}"/>
          </ac:spMkLst>
        </pc:spChg>
        <pc:spChg chg="mod">
          <ac:chgData name="Astrid PORTAPIA" userId="2917d6b1-a5f9-4736-b6ab-0183d20fa2b9" providerId="ADAL" clId="{4D078C87-218D-4910-A383-3D2D657F89EA}" dt="2026-08-11T07:19:08.492" v="35388" actId="20577"/>
          <ac:spMkLst>
            <pc:docMk/>
            <pc:sldMk cId="2781061011" sldId="279"/>
            <ac:spMk id="79" creationId="{5C86A09B-465B-0DB9-925E-EB84639D6FAA}"/>
          </ac:spMkLst>
        </pc:spChg>
        <pc:spChg chg="mod">
          <ac:chgData name="Astrid PORTAPIA" userId="2917d6b1-a5f9-4736-b6ab-0183d20fa2b9" providerId="ADAL" clId="{4D078C87-218D-4910-A383-3D2D657F89EA}" dt="2026-08-11T07:44:34.760" v="35959" actId="207"/>
          <ac:spMkLst>
            <pc:docMk/>
            <pc:sldMk cId="2781061011" sldId="279"/>
            <ac:spMk id="83" creationId="{BFD95633-F62A-5491-F185-2F9C90871BD3}"/>
          </ac:spMkLst>
        </pc:spChg>
        <pc:spChg chg="mod">
          <ac:chgData name="Astrid PORTAPIA" userId="2917d6b1-a5f9-4736-b6ab-0183d20fa2b9" providerId="ADAL" clId="{4D078C87-218D-4910-A383-3D2D657F89EA}" dt="2026-08-11T07:54:27.053" v="37266" actId="14100"/>
          <ac:spMkLst>
            <pc:docMk/>
            <pc:sldMk cId="2781061011" sldId="279"/>
            <ac:spMk id="89" creationId="{144168CE-4F69-1217-CB4B-DEEA8092F95D}"/>
          </ac:spMkLst>
        </pc:spChg>
        <pc:spChg chg="mod">
          <ac:chgData name="Astrid PORTAPIA" userId="2917d6b1-a5f9-4736-b6ab-0183d20fa2b9" providerId="ADAL" clId="{4D078C87-218D-4910-A383-3D2D657F89EA}" dt="2026-07-13T08:50:18.810" v="26639" actId="692"/>
          <ac:spMkLst>
            <pc:docMk/>
            <pc:sldMk cId="2781061011" sldId="279"/>
            <ac:spMk id="91" creationId="{636AAA42-6D7E-096E-FBBB-838130BFEFC5}"/>
          </ac:spMkLst>
        </pc:spChg>
        <pc:spChg chg="mod">
          <ac:chgData name="Astrid PORTAPIA" userId="2917d6b1-a5f9-4736-b6ab-0183d20fa2b9" providerId="ADAL" clId="{4D078C87-218D-4910-A383-3D2D657F89EA}" dt="2026-08-12T07:37:38.891" v="46405" actId="207"/>
          <ac:spMkLst>
            <pc:docMk/>
            <pc:sldMk cId="2781061011" sldId="279"/>
            <ac:spMk id="95" creationId="{4F1B895A-6393-941E-6F76-67BB1BCB4C93}"/>
          </ac:spMkLst>
        </pc:spChg>
        <pc:spChg chg="mod">
          <ac:chgData name="Astrid PORTAPIA" userId="2917d6b1-a5f9-4736-b6ab-0183d20fa2b9" providerId="ADAL" clId="{4D078C87-218D-4910-A383-3D2D657F89EA}" dt="2026-07-13T08:51:48.458" v="26646" actId="114"/>
          <ac:spMkLst>
            <pc:docMk/>
            <pc:sldMk cId="2781061011" sldId="279"/>
            <ac:spMk id="103" creationId="{618570AE-8F36-E9A7-55FE-134263B80F8B}"/>
          </ac:spMkLst>
        </pc:spChg>
        <pc:spChg chg="mod">
          <ac:chgData name="Astrid PORTAPIA" userId="2917d6b1-a5f9-4736-b6ab-0183d20fa2b9" providerId="ADAL" clId="{4D078C87-218D-4910-A383-3D2D657F89EA}" dt="2026-08-11T07:44:08.787" v="35957" actId="1076"/>
          <ac:spMkLst>
            <pc:docMk/>
            <pc:sldMk cId="2781061011" sldId="279"/>
            <ac:spMk id="107" creationId="{1CC7088B-0BD6-F9AA-49A3-850446E02969}"/>
          </ac:spMkLst>
        </pc:spChg>
        <pc:spChg chg="mod">
          <ac:chgData name="Astrid PORTAPIA" userId="2917d6b1-a5f9-4736-b6ab-0183d20fa2b9" providerId="ADAL" clId="{4D078C87-218D-4910-A383-3D2D657F89EA}" dt="2026-07-15T08:20:33.921" v="28031" actId="20577"/>
          <ac:spMkLst>
            <pc:docMk/>
            <pc:sldMk cId="2781061011" sldId="279"/>
            <ac:spMk id="111" creationId="{98076511-D196-2490-2A79-5CF107E76513}"/>
          </ac:spMkLst>
        </pc:spChg>
        <pc:spChg chg="mod">
          <ac:chgData name="Astrid PORTAPIA" userId="2917d6b1-a5f9-4736-b6ab-0183d20fa2b9" providerId="ADAL" clId="{4D078C87-218D-4910-A383-3D2D657F89EA}" dt="2026-08-11T07:32:03.524" v="35759" actId="20577"/>
          <ac:spMkLst>
            <pc:docMk/>
            <pc:sldMk cId="2781061011" sldId="279"/>
            <ac:spMk id="113" creationId="{7910D3E0-BA2B-9C33-705F-D8B469906E03}"/>
          </ac:spMkLst>
        </pc:spChg>
        <pc:spChg chg="mod">
          <ac:chgData name="Astrid PORTAPIA" userId="2917d6b1-a5f9-4736-b6ab-0183d20fa2b9" providerId="ADAL" clId="{4D078C87-218D-4910-A383-3D2D657F89EA}" dt="2026-08-11T07:54:33.130" v="37280" actId="1036"/>
          <ac:spMkLst>
            <pc:docMk/>
            <pc:sldMk cId="2781061011" sldId="279"/>
            <ac:spMk id="115" creationId="{5A8ABB71-69A6-3F94-AF04-99455A9E554F}"/>
          </ac:spMkLst>
        </pc:spChg>
        <pc:spChg chg="mod">
          <ac:chgData name="Astrid PORTAPIA" userId="2917d6b1-a5f9-4736-b6ab-0183d20fa2b9" providerId="ADAL" clId="{4D078C87-218D-4910-A383-3D2D657F89EA}" dt="2026-08-11T07:41:13.281" v="35895" actId="20577"/>
          <ac:spMkLst>
            <pc:docMk/>
            <pc:sldMk cId="2781061011" sldId="279"/>
            <ac:spMk id="117" creationId="{6A3828A7-7E00-96AE-EB8D-9DF20EB80CC0}"/>
          </ac:spMkLst>
        </pc:spChg>
        <pc:spChg chg="mod">
          <ac:chgData name="Astrid PORTAPIA" userId="2917d6b1-a5f9-4736-b6ab-0183d20fa2b9" providerId="ADAL" clId="{4D078C87-218D-4910-A383-3D2D657F89EA}" dt="2026-08-11T07:54:46.854" v="37285" actId="1036"/>
          <ac:spMkLst>
            <pc:docMk/>
            <pc:sldMk cId="2781061011" sldId="279"/>
            <ac:spMk id="119" creationId="{A219086C-66BF-1F9D-8468-5F2B7F81AA46}"/>
          </ac:spMkLst>
        </pc:spChg>
        <pc:spChg chg="mod">
          <ac:chgData name="Astrid PORTAPIA" userId="2917d6b1-a5f9-4736-b6ab-0183d20fa2b9" providerId="ADAL" clId="{4D078C87-218D-4910-A383-3D2D657F89EA}" dt="2026-08-11T07:54:46.854" v="37285" actId="1036"/>
          <ac:spMkLst>
            <pc:docMk/>
            <pc:sldMk cId="2781061011" sldId="279"/>
            <ac:spMk id="121" creationId="{E96863F0-495E-995E-AA8A-238E5281E2CF}"/>
          </ac:spMkLst>
        </pc:spChg>
        <pc:spChg chg="mod">
          <ac:chgData name="Astrid PORTAPIA" userId="2917d6b1-a5f9-4736-b6ab-0183d20fa2b9" providerId="ADAL" clId="{4D078C87-218D-4910-A383-3D2D657F89EA}" dt="2026-08-11T07:54:46.854" v="37285" actId="1036"/>
          <ac:spMkLst>
            <pc:docMk/>
            <pc:sldMk cId="2781061011" sldId="279"/>
            <ac:spMk id="123" creationId="{7477A59B-304C-9EF8-53E6-FC18527C7196}"/>
          </ac:spMkLst>
        </pc:spChg>
      </pc:sldChg>
      <pc:sldChg chg="addSp delSp modSp add mod ord setBg">
        <pc:chgData name="Astrid PORTAPIA" userId="2917d6b1-a5f9-4736-b6ab-0183d20fa2b9" providerId="ADAL" clId="{4D078C87-218D-4910-A383-3D2D657F89EA}" dt="2026-07-24T07:54:53.070" v="30814" actId="20577"/>
        <pc:sldMkLst>
          <pc:docMk/>
          <pc:sldMk cId="3797811069" sldId="282"/>
        </pc:sldMkLst>
        <pc:spChg chg="mod">
          <ac:chgData name="Astrid PORTAPIA" userId="2917d6b1-a5f9-4736-b6ab-0183d20fa2b9" providerId="ADAL" clId="{4D078C87-218D-4910-A383-3D2D657F89EA}" dt="2026-07-24T07:54:53.070" v="30814" actId="20577"/>
          <ac:spMkLst>
            <pc:docMk/>
            <pc:sldMk cId="3797811069" sldId="282"/>
            <ac:spMk id="17" creationId="{B3222D04-2E3E-F7FE-73C9-34BE99F1099F}"/>
          </ac:spMkLst>
        </pc:spChg>
        <pc:spChg chg="add mod">
          <ac:chgData name="Astrid PORTAPIA" userId="2917d6b1-a5f9-4736-b6ab-0183d20fa2b9" providerId="ADAL" clId="{4D078C87-218D-4910-A383-3D2D657F89EA}" dt="2026-07-13T08:52:10.742" v="26654" actId="114"/>
          <ac:spMkLst>
            <pc:docMk/>
            <pc:sldMk cId="3797811069" sldId="282"/>
            <ac:spMk id="20" creationId="{9F5D9DA4-FDC9-0933-5F2E-10AC963C6285}"/>
          </ac:spMkLst>
        </pc:spChg>
      </pc:sldChg>
      <pc:sldChg chg="addSp delSp modSp add mod ord setBg modNotesTx">
        <pc:chgData name="Astrid PORTAPIA" userId="2917d6b1-a5f9-4736-b6ab-0183d20fa2b9" providerId="ADAL" clId="{4D078C87-218D-4910-A383-3D2D657F89EA}" dt="2026-08-11T09:50:01.983" v="43111" actId="20577"/>
        <pc:sldMkLst>
          <pc:docMk/>
          <pc:sldMk cId="3865150330" sldId="283"/>
        </pc:sldMkLst>
        <pc:spChg chg="mod">
          <ac:chgData name="Astrid PORTAPIA" userId="2917d6b1-a5f9-4736-b6ab-0183d20fa2b9" providerId="ADAL" clId="{4D078C87-218D-4910-A383-3D2D657F89EA}" dt="2026-07-13T15:17:12.803" v="27725" actId="20577"/>
          <ac:spMkLst>
            <pc:docMk/>
            <pc:sldMk cId="3865150330" sldId="283"/>
            <ac:spMk id="11" creationId="{D25A6400-F609-0BCC-5AED-3E52540F60D2}"/>
          </ac:spMkLst>
        </pc:spChg>
        <pc:spChg chg="add mod">
          <ac:chgData name="Astrid PORTAPIA" userId="2917d6b1-a5f9-4736-b6ab-0183d20fa2b9" providerId="ADAL" clId="{4D078C87-218D-4910-A383-3D2D657F89EA}" dt="2026-07-13T08:52:16.570" v="26656" actId="114"/>
          <ac:spMkLst>
            <pc:docMk/>
            <pc:sldMk cId="3865150330" sldId="283"/>
            <ac:spMk id="20" creationId="{8D72CE54-E805-A342-CA6E-CF3F6848229C}"/>
          </ac:spMkLst>
        </pc:spChg>
      </pc:sldChg>
      <pc:sldChg chg="addSp delSp modSp add mod ord setBg modNotesTx">
        <pc:chgData name="Astrid PORTAPIA" userId="2917d6b1-a5f9-4736-b6ab-0183d20fa2b9" providerId="ADAL" clId="{4D078C87-218D-4910-A383-3D2D657F89EA}" dt="2026-08-11T10:46:50.216" v="46389" actId="20577"/>
        <pc:sldMkLst>
          <pc:docMk/>
          <pc:sldMk cId="576755702" sldId="284"/>
        </pc:sldMkLst>
        <pc:spChg chg="mod">
          <ac:chgData name="Astrid PORTAPIA" userId="2917d6b1-a5f9-4736-b6ab-0183d20fa2b9" providerId="ADAL" clId="{4D078C87-218D-4910-A383-3D2D657F89EA}" dt="2026-07-23T13:27:34.817" v="28149" actId="20577"/>
          <ac:spMkLst>
            <pc:docMk/>
            <pc:sldMk cId="576755702" sldId="284"/>
            <ac:spMk id="2" creationId="{ADD842A6-2254-3A4D-53DA-8E8D48AC8A2D}"/>
          </ac:spMkLst>
        </pc:spChg>
        <pc:spChg chg="mod">
          <ac:chgData name="Astrid PORTAPIA" userId="2917d6b1-a5f9-4736-b6ab-0183d20fa2b9" providerId="ADAL" clId="{4D078C87-218D-4910-A383-3D2D657F89EA}" dt="2026-07-23T14:23:28.032" v="28168" actId="20577"/>
          <ac:spMkLst>
            <pc:docMk/>
            <pc:sldMk cId="576755702" sldId="284"/>
            <ac:spMk id="6" creationId="{3D27C31D-FAFC-3D54-81C5-6DBB0F131FC5}"/>
          </ac:spMkLst>
        </pc:spChg>
        <pc:spChg chg="mod">
          <ac:chgData name="Astrid PORTAPIA" userId="2917d6b1-a5f9-4736-b6ab-0183d20fa2b9" providerId="ADAL" clId="{4D078C87-218D-4910-A383-3D2D657F89EA}" dt="2026-07-23T14:27:30.124" v="28627" actId="20577"/>
          <ac:spMkLst>
            <pc:docMk/>
            <pc:sldMk cId="576755702" sldId="284"/>
            <ac:spMk id="10" creationId="{F130F58F-ACB3-59BA-AD97-3D0AE46068A9}"/>
          </ac:spMkLst>
        </pc:spChg>
        <pc:spChg chg="mod">
          <ac:chgData name="Astrid PORTAPIA" userId="2917d6b1-a5f9-4736-b6ab-0183d20fa2b9" providerId="ADAL" clId="{4D078C87-218D-4910-A383-3D2D657F89EA}" dt="2026-07-24T07:01:03.393" v="29505" actId="20577"/>
          <ac:spMkLst>
            <pc:docMk/>
            <pc:sldMk cId="576755702" sldId="284"/>
            <ac:spMk id="11" creationId="{7A9E11A2-50AF-26F3-EBA8-2E7FA76C7C0D}"/>
          </ac:spMkLst>
        </pc:spChg>
        <pc:spChg chg="mod">
          <ac:chgData name="Astrid PORTAPIA" userId="2917d6b1-a5f9-4736-b6ab-0183d20fa2b9" providerId="ADAL" clId="{4D078C87-218D-4910-A383-3D2D657F89EA}" dt="2026-07-23T14:27:08.609" v="28594" actId="20577"/>
          <ac:spMkLst>
            <pc:docMk/>
            <pc:sldMk cId="576755702" sldId="284"/>
            <ac:spMk id="15" creationId="{DD041F8B-A183-C537-E6C5-6058463EE2E5}"/>
          </ac:spMkLst>
        </pc:spChg>
        <pc:spChg chg="add mod">
          <ac:chgData name="Astrid PORTAPIA" userId="2917d6b1-a5f9-4736-b6ab-0183d20fa2b9" providerId="ADAL" clId="{4D078C87-218D-4910-A383-3D2D657F89EA}" dt="2026-07-23T14:26:15.783" v="28504" actId="20577"/>
          <ac:spMkLst>
            <pc:docMk/>
            <pc:sldMk cId="576755702" sldId="284"/>
            <ac:spMk id="18" creationId="{1FCC3D54-762E-F319-3D6D-5A201E974DC8}"/>
          </ac:spMkLst>
        </pc:spChg>
      </pc:sldChg>
      <pc:sldChg chg="addSp delSp modSp add mod modNotesTx">
        <pc:chgData name="Astrid PORTAPIA" userId="2917d6b1-a5f9-4736-b6ab-0183d20fa2b9" providerId="ADAL" clId="{4D078C87-218D-4910-A383-3D2D657F89EA}" dt="2026-08-12T07:34:24.312" v="46404" actId="20577"/>
        <pc:sldMkLst>
          <pc:docMk/>
          <pc:sldMk cId="334382270" sldId="285"/>
        </pc:sldMkLst>
        <pc:spChg chg="mod">
          <ac:chgData name="Astrid PORTAPIA" userId="2917d6b1-a5f9-4736-b6ab-0183d20fa2b9" providerId="ADAL" clId="{4D078C87-218D-4910-A383-3D2D657F89EA}" dt="2026-07-24T07:21:02.542" v="29519" actId="20577"/>
          <ac:spMkLst>
            <pc:docMk/>
            <pc:sldMk cId="334382270" sldId="285"/>
            <ac:spMk id="2" creationId="{042DE273-BFFB-FD2F-FC19-7168B98AA85D}"/>
          </ac:spMkLst>
        </pc:spChg>
        <pc:spChg chg="mod">
          <ac:chgData name="Astrid PORTAPIA" userId="2917d6b1-a5f9-4736-b6ab-0183d20fa2b9" providerId="ADAL" clId="{4D078C87-218D-4910-A383-3D2D657F89EA}" dt="2026-07-24T08:38:36.868" v="32400" actId="1076"/>
          <ac:spMkLst>
            <pc:docMk/>
            <pc:sldMk cId="334382270" sldId="285"/>
            <ac:spMk id="4" creationId="{3CE94ED7-8FEA-62EC-7288-246B8777C389}"/>
          </ac:spMkLst>
        </pc:spChg>
        <pc:spChg chg="mod">
          <ac:chgData name="Astrid PORTAPIA" userId="2917d6b1-a5f9-4736-b6ab-0183d20fa2b9" providerId="ADAL" clId="{4D078C87-218D-4910-A383-3D2D657F89EA}" dt="2026-07-24T08:38:36.868" v="32400" actId="1076"/>
          <ac:spMkLst>
            <pc:docMk/>
            <pc:sldMk cId="334382270" sldId="285"/>
            <ac:spMk id="5" creationId="{94EB7F99-24C3-1E42-1640-1AAA53553433}"/>
          </ac:spMkLst>
        </pc:spChg>
        <pc:spChg chg="mod">
          <ac:chgData name="Astrid PORTAPIA" userId="2917d6b1-a5f9-4736-b6ab-0183d20fa2b9" providerId="ADAL" clId="{4D078C87-218D-4910-A383-3D2D657F89EA}" dt="2026-07-24T08:38:36.868" v="32400" actId="1076"/>
          <ac:spMkLst>
            <pc:docMk/>
            <pc:sldMk cId="334382270" sldId="285"/>
            <ac:spMk id="8" creationId="{770DD1ED-5511-7B66-394D-84050308338A}"/>
          </ac:spMkLst>
        </pc:spChg>
        <pc:spChg chg="mod">
          <ac:chgData name="Astrid PORTAPIA" userId="2917d6b1-a5f9-4736-b6ab-0183d20fa2b9" providerId="ADAL" clId="{4D078C87-218D-4910-A383-3D2D657F89EA}" dt="2026-07-24T08:38:36.868" v="32400" actId="1076"/>
          <ac:spMkLst>
            <pc:docMk/>
            <pc:sldMk cId="334382270" sldId="285"/>
            <ac:spMk id="9" creationId="{BA652AD9-D370-3D7F-AF2A-D53E052DA198}"/>
          </ac:spMkLst>
        </pc:spChg>
        <pc:spChg chg="add mod">
          <ac:chgData name="Astrid PORTAPIA" userId="2917d6b1-a5f9-4736-b6ab-0183d20fa2b9" providerId="ADAL" clId="{4D078C87-218D-4910-A383-3D2D657F89EA}" dt="2026-08-12T07:34:24.312" v="46404" actId="20577"/>
          <ac:spMkLst>
            <pc:docMk/>
            <pc:sldMk cId="334382270" sldId="285"/>
            <ac:spMk id="19" creationId="{68AB7B58-C3E6-CD68-F782-5875044F6E8F}"/>
          </ac:spMkLst>
        </pc:spChg>
        <pc:spChg chg="add mod">
          <ac:chgData name="Astrid PORTAPIA" userId="2917d6b1-a5f9-4736-b6ab-0183d20fa2b9" providerId="ADAL" clId="{4D078C87-218D-4910-A383-3D2D657F89EA}" dt="2026-07-24T08:38:36.868" v="32400" actId="1076"/>
          <ac:spMkLst>
            <pc:docMk/>
            <pc:sldMk cId="334382270" sldId="285"/>
            <ac:spMk id="21" creationId="{57C109C2-96AF-A30F-290F-3F584C51AF00}"/>
          </ac:spMkLst>
        </pc:spChg>
        <pc:spChg chg="add mod">
          <ac:chgData name="Astrid PORTAPIA" userId="2917d6b1-a5f9-4736-b6ab-0183d20fa2b9" providerId="ADAL" clId="{4D078C87-218D-4910-A383-3D2D657F89EA}" dt="2026-07-24T08:38:20.379" v="32397" actId="1076"/>
          <ac:spMkLst>
            <pc:docMk/>
            <pc:sldMk cId="334382270" sldId="285"/>
            <ac:spMk id="23" creationId="{802D7D2A-0B4B-B711-E869-706D62B8BDDD}"/>
          </ac:spMkLst>
        </pc:spChg>
        <pc:spChg chg="add mod">
          <ac:chgData name="Astrid PORTAPIA" userId="2917d6b1-a5f9-4736-b6ab-0183d20fa2b9" providerId="ADAL" clId="{4D078C87-218D-4910-A383-3D2D657F89EA}" dt="2026-07-24T08:38:20.379" v="32397" actId="1076"/>
          <ac:spMkLst>
            <pc:docMk/>
            <pc:sldMk cId="334382270" sldId="285"/>
            <ac:spMk id="25" creationId="{76766FF6-ED45-49C3-87AA-E2B020DEC55B}"/>
          </ac:spMkLst>
        </pc:spChg>
        <pc:spChg chg="add mod">
          <ac:chgData name="Astrid PORTAPIA" userId="2917d6b1-a5f9-4736-b6ab-0183d20fa2b9" providerId="ADAL" clId="{4D078C87-218D-4910-A383-3D2D657F89EA}" dt="2026-07-24T08:38:20.379" v="32397" actId="1076"/>
          <ac:spMkLst>
            <pc:docMk/>
            <pc:sldMk cId="334382270" sldId="285"/>
            <ac:spMk id="27" creationId="{1B2C86BC-6BBF-55E1-C5B9-129EE1AAEE95}"/>
          </ac:spMkLst>
        </pc:spChg>
        <pc:spChg chg="add mod">
          <ac:chgData name="Astrid PORTAPIA" userId="2917d6b1-a5f9-4736-b6ab-0183d20fa2b9" providerId="ADAL" clId="{4D078C87-218D-4910-A383-3D2D657F89EA}" dt="2026-07-24T10:15:49.035" v="35315" actId="1076"/>
          <ac:spMkLst>
            <pc:docMk/>
            <pc:sldMk cId="334382270" sldId="285"/>
            <ac:spMk id="29" creationId="{4893602D-645C-46A5-170D-973B19DFF87F}"/>
          </ac:spMkLst>
        </pc:spChg>
        <pc:spChg chg="add mod">
          <ac:chgData name="Astrid PORTAPIA" userId="2917d6b1-a5f9-4736-b6ab-0183d20fa2b9" providerId="ADAL" clId="{4D078C87-218D-4910-A383-3D2D657F89EA}" dt="2026-07-24T10:15:49.035" v="35315" actId="1076"/>
          <ac:spMkLst>
            <pc:docMk/>
            <pc:sldMk cId="334382270" sldId="285"/>
            <ac:spMk id="31" creationId="{84D638F0-2CB1-2727-52C1-39FAE3716B50}"/>
          </ac:spMkLst>
        </pc:spChg>
        <pc:spChg chg="add mod">
          <ac:chgData name="Astrid PORTAPIA" userId="2917d6b1-a5f9-4736-b6ab-0183d20fa2b9" providerId="ADAL" clId="{4D078C87-218D-4910-A383-3D2D657F89EA}" dt="2026-07-24T10:15:48.845" v="35314" actId="1076"/>
          <ac:spMkLst>
            <pc:docMk/>
            <pc:sldMk cId="334382270" sldId="285"/>
            <ac:spMk id="35" creationId="{2A411A0F-70EA-9B76-9AC8-A2F0A6F7E468}"/>
          </ac:spMkLst>
        </pc:spChg>
        <pc:spChg chg="add mod">
          <ac:chgData name="Astrid PORTAPIA" userId="2917d6b1-a5f9-4736-b6ab-0183d20fa2b9" providerId="ADAL" clId="{4D078C87-218D-4910-A383-3D2D657F89EA}" dt="2026-07-24T10:15:48.845" v="35314" actId="1076"/>
          <ac:spMkLst>
            <pc:docMk/>
            <pc:sldMk cId="334382270" sldId="285"/>
            <ac:spMk id="37" creationId="{01D8EB05-6029-1468-4D48-5726C883B79C}"/>
          </ac:spMkLst>
        </pc:spChg>
        <pc:spChg chg="add mod">
          <ac:chgData name="Astrid PORTAPIA" userId="2917d6b1-a5f9-4736-b6ab-0183d20fa2b9" providerId="ADAL" clId="{4D078C87-218D-4910-A383-3D2D657F89EA}" dt="2026-07-24T10:15:48.845" v="35314" actId="1076"/>
          <ac:spMkLst>
            <pc:docMk/>
            <pc:sldMk cId="334382270" sldId="285"/>
            <ac:spMk id="41" creationId="{3AD505B6-3B7B-0ECA-F159-CB37702192BE}"/>
          </ac:spMkLst>
        </pc:spChg>
        <pc:spChg chg="add mod">
          <ac:chgData name="Astrid PORTAPIA" userId="2917d6b1-a5f9-4736-b6ab-0183d20fa2b9" providerId="ADAL" clId="{4D078C87-218D-4910-A383-3D2D657F89EA}" dt="2026-07-24T10:15:48.845" v="35314" actId="1076"/>
          <ac:spMkLst>
            <pc:docMk/>
            <pc:sldMk cId="334382270" sldId="285"/>
            <ac:spMk id="45" creationId="{A0F53C0E-6049-A433-93A2-9A8D79018086}"/>
          </ac:spMkLst>
        </pc:spChg>
        <pc:spChg chg="add mod">
          <ac:chgData name="Astrid PORTAPIA" userId="2917d6b1-a5f9-4736-b6ab-0183d20fa2b9" providerId="ADAL" clId="{4D078C87-218D-4910-A383-3D2D657F89EA}" dt="2026-07-24T10:15:48.845" v="35314" actId="1076"/>
          <ac:spMkLst>
            <pc:docMk/>
            <pc:sldMk cId="334382270" sldId="285"/>
            <ac:spMk id="47" creationId="{79ADD743-943D-DA81-CD1C-1B94A2EC6D05}"/>
          </ac:spMkLst>
        </pc:spChg>
        <pc:spChg chg="add mod">
          <ac:chgData name="Astrid PORTAPIA" userId="2917d6b1-a5f9-4736-b6ab-0183d20fa2b9" providerId="ADAL" clId="{4D078C87-218D-4910-A383-3D2D657F89EA}" dt="2026-07-24T10:15:48.845" v="35314" actId="1076"/>
          <ac:spMkLst>
            <pc:docMk/>
            <pc:sldMk cId="334382270" sldId="285"/>
            <ac:spMk id="49" creationId="{5A4DFCDB-A30A-CC4C-2F69-796C2E8FE684}"/>
          </ac:spMkLst>
        </pc:spChg>
        <pc:spChg chg="add mod">
          <ac:chgData name="Astrid PORTAPIA" userId="2917d6b1-a5f9-4736-b6ab-0183d20fa2b9" providerId="ADAL" clId="{4D078C87-218D-4910-A383-3D2D657F89EA}" dt="2026-07-24T08:16:48.800" v="31560" actId="1076"/>
          <ac:spMkLst>
            <pc:docMk/>
            <pc:sldMk cId="334382270" sldId="285"/>
            <ac:spMk id="53" creationId="{3B685850-4D03-5CF2-A635-CBF602649000}"/>
          </ac:spMkLst>
        </pc:spChg>
        <pc:spChg chg="add mod">
          <ac:chgData name="Astrid PORTAPIA" userId="2917d6b1-a5f9-4736-b6ab-0183d20fa2b9" providerId="ADAL" clId="{4D078C87-218D-4910-A383-3D2D657F89EA}" dt="2026-07-24T08:21:44.071" v="31580" actId="208"/>
          <ac:spMkLst>
            <pc:docMk/>
            <pc:sldMk cId="334382270" sldId="285"/>
            <ac:spMk id="55" creationId="{58EECF2F-0529-F1CE-5BE1-6CE6C64BF485}"/>
          </ac:spMkLst>
        </pc:spChg>
        <pc:spChg chg="add mod">
          <ac:chgData name="Astrid PORTAPIA" userId="2917d6b1-a5f9-4736-b6ab-0183d20fa2b9" providerId="ADAL" clId="{4D078C87-218D-4910-A383-3D2D657F89EA}" dt="2026-07-24T08:32:41.213" v="32177" actId="20577"/>
          <ac:spMkLst>
            <pc:docMk/>
            <pc:sldMk cId="334382270" sldId="285"/>
            <ac:spMk id="59" creationId="{1637CEBC-5F1B-9540-E8EA-95644247F230}"/>
          </ac:spMkLst>
        </pc:spChg>
        <pc:spChg chg="add mod">
          <ac:chgData name="Astrid PORTAPIA" userId="2917d6b1-a5f9-4736-b6ab-0183d20fa2b9" providerId="ADAL" clId="{4D078C87-218D-4910-A383-3D2D657F89EA}" dt="2026-07-24T10:15:49.035" v="35315" actId="1076"/>
          <ac:spMkLst>
            <pc:docMk/>
            <pc:sldMk cId="334382270" sldId="285"/>
            <ac:spMk id="61" creationId="{8B7210C6-900A-F921-A638-9973966DFE1A}"/>
          </ac:spMkLst>
        </pc:spChg>
        <pc:spChg chg="add mod">
          <ac:chgData name="Astrid PORTAPIA" userId="2917d6b1-a5f9-4736-b6ab-0183d20fa2b9" providerId="ADAL" clId="{4D078C87-218D-4910-A383-3D2D657F89EA}" dt="2026-07-24T10:15:49.035" v="35315" actId="1076"/>
          <ac:spMkLst>
            <pc:docMk/>
            <pc:sldMk cId="334382270" sldId="285"/>
            <ac:spMk id="63" creationId="{E9F372D5-D8D4-9663-81F6-7E49CEA6E39E}"/>
          </ac:spMkLst>
        </pc:spChg>
        <pc:spChg chg="add mod">
          <ac:chgData name="Astrid PORTAPIA" userId="2917d6b1-a5f9-4736-b6ab-0183d20fa2b9" providerId="ADAL" clId="{4D078C87-218D-4910-A383-3D2D657F89EA}" dt="2026-07-24T10:15:49.035" v="35315" actId="1076"/>
          <ac:spMkLst>
            <pc:docMk/>
            <pc:sldMk cId="334382270" sldId="285"/>
            <ac:spMk id="65" creationId="{5F63AB09-7136-74C0-FB89-EE4FD58B472B}"/>
          </ac:spMkLst>
        </pc:spChg>
        <pc:spChg chg="add mod">
          <ac:chgData name="Astrid PORTAPIA" userId="2917d6b1-a5f9-4736-b6ab-0183d20fa2b9" providerId="ADAL" clId="{4D078C87-218D-4910-A383-3D2D657F89EA}" dt="2026-07-24T10:15:49.035" v="35315" actId="1076"/>
          <ac:spMkLst>
            <pc:docMk/>
            <pc:sldMk cId="334382270" sldId="285"/>
            <ac:spMk id="67" creationId="{ECD6E26C-D24E-DE6B-DFA3-7F9DB3E47AFC}"/>
          </ac:spMkLst>
        </pc:spChg>
        <pc:spChg chg="add mod">
          <ac:chgData name="Astrid PORTAPIA" userId="2917d6b1-a5f9-4736-b6ab-0183d20fa2b9" providerId="ADAL" clId="{4D078C87-218D-4910-A383-3D2D657F89EA}" dt="2026-07-24T10:15:48.845" v="35314" actId="1076"/>
          <ac:spMkLst>
            <pc:docMk/>
            <pc:sldMk cId="334382270" sldId="285"/>
            <ac:spMk id="69" creationId="{90DED946-F740-59BD-6224-264C862EB7BE}"/>
          </ac:spMkLst>
        </pc:spChg>
        <pc:spChg chg="add mod">
          <ac:chgData name="Astrid PORTAPIA" userId="2917d6b1-a5f9-4736-b6ab-0183d20fa2b9" providerId="ADAL" clId="{4D078C87-218D-4910-A383-3D2D657F89EA}" dt="2026-07-24T10:15:48.845" v="35314" actId="1076"/>
          <ac:spMkLst>
            <pc:docMk/>
            <pc:sldMk cId="334382270" sldId="285"/>
            <ac:spMk id="71" creationId="{B42E778F-7A4A-6A7D-B241-5827BD1817C6}"/>
          </ac:spMkLst>
        </pc:spChg>
        <pc:spChg chg="add mod">
          <ac:chgData name="Astrid PORTAPIA" userId="2917d6b1-a5f9-4736-b6ab-0183d20fa2b9" providerId="ADAL" clId="{4D078C87-218D-4910-A383-3D2D657F89EA}" dt="2026-07-24T10:15:48.845" v="35314" actId="1076"/>
          <ac:spMkLst>
            <pc:docMk/>
            <pc:sldMk cId="334382270" sldId="285"/>
            <ac:spMk id="73" creationId="{D5296856-3E08-523A-2706-EB4408C2ADC9}"/>
          </ac:spMkLst>
        </pc:spChg>
        <pc:spChg chg="add mod">
          <ac:chgData name="Astrid PORTAPIA" userId="2917d6b1-a5f9-4736-b6ab-0183d20fa2b9" providerId="ADAL" clId="{4D078C87-218D-4910-A383-3D2D657F89EA}" dt="2026-07-24T10:15:49.035" v="35315" actId="1076"/>
          <ac:spMkLst>
            <pc:docMk/>
            <pc:sldMk cId="334382270" sldId="285"/>
            <ac:spMk id="75" creationId="{DA8EB0B5-4647-83C6-6F77-3651D7F9F9EB}"/>
          </ac:spMkLst>
        </pc:spChg>
        <pc:spChg chg="add mod">
          <ac:chgData name="Astrid PORTAPIA" userId="2917d6b1-a5f9-4736-b6ab-0183d20fa2b9" providerId="ADAL" clId="{4D078C87-218D-4910-A383-3D2D657F89EA}" dt="2026-07-24T10:15:49.035" v="35315" actId="1076"/>
          <ac:spMkLst>
            <pc:docMk/>
            <pc:sldMk cId="334382270" sldId="285"/>
            <ac:spMk id="77" creationId="{B8D9AAA6-F669-0427-055B-DCE37C11F601}"/>
          </ac:spMkLst>
        </pc:spChg>
        <pc:spChg chg="add mod">
          <ac:chgData name="Astrid PORTAPIA" userId="2917d6b1-a5f9-4736-b6ab-0183d20fa2b9" providerId="ADAL" clId="{4D078C87-218D-4910-A383-3D2D657F89EA}" dt="2026-07-24T10:15:49.035" v="35315" actId="1076"/>
          <ac:spMkLst>
            <pc:docMk/>
            <pc:sldMk cId="334382270" sldId="285"/>
            <ac:spMk id="79" creationId="{C8A30871-CF4B-27C0-9EB1-CC084B68848C}"/>
          </ac:spMkLst>
        </pc:spChg>
        <pc:spChg chg="add mod">
          <ac:chgData name="Astrid PORTAPIA" userId="2917d6b1-a5f9-4736-b6ab-0183d20fa2b9" providerId="ADAL" clId="{4D078C87-218D-4910-A383-3D2D657F89EA}" dt="2026-07-24T08:38:01.318" v="32396" actId="14100"/>
          <ac:spMkLst>
            <pc:docMk/>
            <pc:sldMk cId="334382270" sldId="285"/>
            <ac:spMk id="87" creationId="{DF9043BB-A8E6-A265-8EAD-89E86C1A5672}"/>
          </ac:spMkLst>
        </pc:spChg>
        <pc:spChg chg="add mod">
          <ac:chgData name="Astrid PORTAPIA" userId="2917d6b1-a5f9-4736-b6ab-0183d20fa2b9" providerId="ADAL" clId="{4D078C87-218D-4910-A383-3D2D657F89EA}" dt="2026-07-24T08:38:01.318" v="32396" actId="14100"/>
          <ac:spMkLst>
            <pc:docMk/>
            <pc:sldMk cId="334382270" sldId="285"/>
            <ac:spMk id="89" creationId="{575B9AA7-2316-916C-CED5-9E9376548310}"/>
          </ac:spMkLst>
        </pc:spChg>
        <pc:spChg chg="add mod">
          <ac:chgData name="Astrid PORTAPIA" userId="2917d6b1-a5f9-4736-b6ab-0183d20fa2b9" providerId="ADAL" clId="{4D078C87-218D-4910-A383-3D2D657F89EA}" dt="2026-07-24T08:38:01.318" v="32396" actId="14100"/>
          <ac:spMkLst>
            <pc:docMk/>
            <pc:sldMk cId="334382270" sldId="285"/>
            <ac:spMk id="91" creationId="{4A952686-6D19-88F4-E312-3D06A0180ACA}"/>
          </ac:spMkLst>
        </pc:spChg>
        <pc:cxnChg chg="add mod">
          <ac:chgData name="Astrid PORTAPIA" userId="2917d6b1-a5f9-4736-b6ab-0183d20fa2b9" providerId="ADAL" clId="{4D078C87-218D-4910-A383-3D2D657F89EA}" dt="2026-07-24T08:58:59.277" v="32413" actId="208"/>
          <ac:cxnSpMkLst>
            <pc:docMk/>
            <pc:sldMk cId="334382270" sldId="285"/>
            <ac:cxnSpMk id="97" creationId="{592AF856-BC0F-210F-1128-E7D18DFC2CA7}"/>
          </ac:cxnSpMkLst>
        </pc:cxnChg>
        <pc:cxnChg chg="add mod">
          <ac:chgData name="Astrid PORTAPIA" userId="2917d6b1-a5f9-4736-b6ab-0183d20fa2b9" providerId="ADAL" clId="{4D078C87-218D-4910-A383-3D2D657F89EA}" dt="2026-07-24T08:58:59.277" v="32413" actId="208"/>
          <ac:cxnSpMkLst>
            <pc:docMk/>
            <pc:sldMk cId="334382270" sldId="285"/>
            <ac:cxnSpMk id="100" creationId="{66B34D7A-1A84-E0E8-4B2E-ADAEDE2D00A9}"/>
          </ac:cxnSpMkLst>
        </pc:cxnChg>
      </pc:sldChg>
      <pc:sldChg chg="addSp delSp modSp add mod modCm">
        <pc:chgData name="Astrid PORTAPIA" userId="2917d6b1-a5f9-4736-b6ab-0183d20fa2b9" providerId="ADAL" clId="{4D078C87-218D-4910-A383-3D2D657F89EA}" dt="2026-07-24T10:13:55.266" v="35299" actId="20577"/>
        <pc:sldMkLst>
          <pc:docMk/>
          <pc:sldMk cId="1488434264" sldId="286"/>
        </pc:sldMkLst>
        <pc:spChg chg="mod">
          <ac:chgData name="Astrid PORTAPIA" userId="2917d6b1-a5f9-4736-b6ab-0183d20fa2b9" providerId="ADAL" clId="{4D078C87-218D-4910-A383-3D2D657F89EA}" dt="2026-07-24T09:00:54.124" v="32456" actId="20577"/>
          <ac:spMkLst>
            <pc:docMk/>
            <pc:sldMk cId="1488434264" sldId="286"/>
            <ac:spMk id="2" creationId="{405317BE-0A53-51A2-B30D-BB36464EBCE9}"/>
          </ac:spMkLst>
        </pc:spChg>
        <pc:spChg chg="mod">
          <ac:chgData name="Astrid PORTAPIA" userId="2917d6b1-a5f9-4736-b6ab-0183d20fa2b9" providerId="ADAL" clId="{4D078C87-218D-4910-A383-3D2D657F89EA}" dt="2026-07-24T10:09:07.616" v="35150" actId="14100"/>
          <ac:spMkLst>
            <pc:docMk/>
            <pc:sldMk cId="1488434264" sldId="286"/>
            <ac:spMk id="4" creationId="{C011461E-0E37-4FFB-DDAD-04EB15691392}"/>
          </ac:spMkLst>
        </pc:spChg>
        <pc:spChg chg="mod">
          <ac:chgData name="Astrid PORTAPIA" userId="2917d6b1-a5f9-4736-b6ab-0183d20fa2b9" providerId="ADAL" clId="{4D078C87-218D-4910-A383-3D2D657F89EA}" dt="2026-07-24T10:09:07.616" v="35150" actId="14100"/>
          <ac:spMkLst>
            <pc:docMk/>
            <pc:sldMk cId="1488434264" sldId="286"/>
            <ac:spMk id="5" creationId="{6381C70A-6C12-E0E6-82B4-1BA90EB84848}"/>
          </ac:spMkLst>
        </pc:spChg>
        <pc:spChg chg="add del mod">
          <ac:chgData name="Astrid PORTAPIA" userId="2917d6b1-a5f9-4736-b6ab-0183d20fa2b9" providerId="ADAL" clId="{4D078C87-218D-4910-A383-3D2D657F89EA}" dt="2026-07-24T09:02:20.748" v="32579" actId="207"/>
          <ac:spMkLst>
            <pc:docMk/>
            <pc:sldMk cId="1488434264" sldId="286"/>
            <ac:spMk id="6" creationId="{FA7E76F4-AF3C-9714-9747-4FD5357252C7}"/>
          </ac:spMkLst>
        </pc:spChg>
        <pc:spChg chg="mod">
          <ac:chgData name="Astrid PORTAPIA" userId="2917d6b1-a5f9-4736-b6ab-0183d20fa2b9" providerId="ADAL" clId="{4D078C87-218D-4910-A383-3D2D657F89EA}" dt="2026-07-24T10:13:55.266" v="35299" actId="20577"/>
          <ac:spMkLst>
            <pc:docMk/>
            <pc:sldMk cId="1488434264" sldId="286"/>
            <ac:spMk id="7" creationId="{BFF64681-0530-C8C5-7A78-A6E9C3B34E94}"/>
          </ac:spMkLst>
        </pc:spChg>
        <pc:spChg chg="mod">
          <ac:chgData name="Astrid PORTAPIA" userId="2917d6b1-a5f9-4736-b6ab-0183d20fa2b9" providerId="ADAL" clId="{4D078C87-218D-4910-A383-3D2D657F89EA}" dt="2026-07-24T10:07:50.350" v="35133" actId="14100"/>
          <ac:spMkLst>
            <pc:docMk/>
            <pc:sldMk cId="1488434264" sldId="286"/>
            <ac:spMk id="8" creationId="{B09079CE-0589-C7AD-A50E-AEDAFA192337}"/>
          </ac:spMkLst>
        </pc:spChg>
        <pc:spChg chg="mod">
          <ac:chgData name="Astrid PORTAPIA" userId="2917d6b1-a5f9-4736-b6ab-0183d20fa2b9" providerId="ADAL" clId="{4D078C87-218D-4910-A383-3D2D657F89EA}" dt="2026-07-24T10:07:50.350" v="35133" actId="14100"/>
          <ac:spMkLst>
            <pc:docMk/>
            <pc:sldMk cId="1488434264" sldId="286"/>
            <ac:spMk id="9" creationId="{1B130C8E-BD46-B911-D456-44E5E0F7081F}"/>
          </ac:spMkLst>
        </pc:spChg>
        <pc:spChg chg="mod">
          <ac:chgData name="Astrid PORTAPIA" userId="2917d6b1-a5f9-4736-b6ab-0183d20fa2b9" providerId="ADAL" clId="{4D078C87-218D-4910-A383-3D2D657F89EA}" dt="2026-07-24T09:01:58.043" v="32576" actId="20577"/>
          <ac:spMkLst>
            <pc:docMk/>
            <pc:sldMk cId="1488434264" sldId="286"/>
            <ac:spMk id="10" creationId="{ED6E0A74-E9F2-DC90-5846-0847695E8C2A}"/>
          </ac:spMkLst>
        </pc:spChg>
        <pc:spChg chg="mod">
          <ac:chgData name="Astrid PORTAPIA" userId="2917d6b1-a5f9-4736-b6ab-0183d20fa2b9" providerId="ADAL" clId="{4D078C87-218D-4910-A383-3D2D657F89EA}" dt="2026-07-24T10:07:51.862" v="35134" actId="20577"/>
          <ac:spMkLst>
            <pc:docMk/>
            <pc:sldMk cId="1488434264" sldId="286"/>
            <ac:spMk id="11" creationId="{86253244-F35D-CA9E-9590-A30570F0DE94}"/>
          </ac:spMkLst>
        </pc:spChg>
        <pc:spChg chg="mod">
          <ac:chgData name="Astrid PORTAPIA" userId="2917d6b1-a5f9-4736-b6ab-0183d20fa2b9" providerId="ADAL" clId="{4D078C87-218D-4910-A383-3D2D657F89EA}" dt="2026-07-24T10:08:36.606" v="35147" actId="1076"/>
          <ac:spMkLst>
            <pc:docMk/>
            <pc:sldMk cId="1488434264" sldId="286"/>
            <ac:spMk id="12" creationId="{19071C6E-1C97-F451-F83A-B6D8D7A2F25A}"/>
          </ac:spMkLst>
        </pc:spChg>
        <pc:spChg chg="mod">
          <ac:chgData name="Astrid PORTAPIA" userId="2917d6b1-a5f9-4736-b6ab-0183d20fa2b9" providerId="ADAL" clId="{4D078C87-218D-4910-A383-3D2D657F89EA}" dt="2026-07-24T10:08:57.246" v="35149" actId="1076"/>
          <ac:spMkLst>
            <pc:docMk/>
            <pc:sldMk cId="1488434264" sldId="286"/>
            <ac:spMk id="13" creationId="{938E9096-8FD7-3959-CEC8-D0C6B2819EAA}"/>
          </ac:spMkLst>
        </pc:spChg>
      </pc:sldChg>
      <pc:sldChg chg="modSp add mod ord">
        <pc:chgData name="Astrid PORTAPIA" userId="2917d6b1-a5f9-4736-b6ab-0183d20fa2b9" providerId="ADAL" clId="{4D078C87-218D-4910-A383-3D2D657F89EA}" dt="2026-08-11T09:50:09.661" v="43113"/>
        <pc:sldMkLst>
          <pc:docMk/>
          <pc:sldMk cId="273909208" sldId="287"/>
        </pc:sldMkLst>
        <pc:spChg chg="mod">
          <ac:chgData name="Astrid PORTAPIA" userId="2917d6b1-a5f9-4736-b6ab-0183d20fa2b9" providerId="ADAL" clId="{4D078C87-218D-4910-A383-3D2D657F89EA}" dt="2026-08-11T07:10:39.327" v="35320" actId="20577"/>
          <ac:spMkLst>
            <pc:docMk/>
            <pc:sldMk cId="273909208" sldId="287"/>
            <ac:spMk id="5" creationId="{671E699C-BFB9-6016-9285-5185B6F9FD08}"/>
          </ac:spMkLst>
        </pc:spChg>
        <pc:spChg chg="mod">
          <ac:chgData name="Astrid PORTAPIA" userId="2917d6b1-a5f9-4736-b6ab-0183d20fa2b9" providerId="ADAL" clId="{4D078C87-218D-4910-A383-3D2D657F89EA}" dt="2026-08-11T07:10:41.868" v="35322" actId="20577"/>
          <ac:spMkLst>
            <pc:docMk/>
            <pc:sldMk cId="273909208" sldId="287"/>
            <ac:spMk id="7" creationId="{6BCD7492-DAC1-47A6-58FA-34EB65AB9FC7}"/>
          </ac:spMkLst>
        </pc:spChg>
        <pc:spChg chg="mod">
          <ac:chgData name="Astrid PORTAPIA" userId="2917d6b1-a5f9-4736-b6ab-0183d20fa2b9" providerId="ADAL" clId="{4D078C87-218D-4910-A383-3D2D657F89EA}" dt="2026-08-11T07:10:51.622" v="35334" actId="20577"/>
          <ac:spMkLst>
            <pc:docMk/>
            <pc:sldMk cId="273909208" sldId="287"/>
            <ac:spMk id="12" creationId="{D1B2D1B0-6157-1600-050D-FB506C81D252}"/>
          </ac:spMkLst>
        </pc:spChg>
        <pc:spChg chg="mod">
          <ac:chgData name="Astrid PORTAPIA" userId="2917d6b1-a5f9-4736-b6ab-0183d20fa2b9" providerId="ADAL" clId="{4D078C87-218D-4910-A383-3D2D657F89EA}" dt="2026-08-11T07:11:19.454" v="35383" actId="20577"/>
          <ac:spMkLst>
            <pc:docMk/>
            <pc:sldMk cId="273909208" sldId="287"/>
            <ac:spMk id="14" creationId="{B5B3D286-903F-71A4-1416-3A3237FD923E}"/>
          </ac:spMkLst>
        </pc:spChg>
      </pc:sldChg>
      <pc:sldChg chg="modSp add mod modNotesTx">
        <pc:chgData name="Astrid PORTAPIA" userId="2917d6b1-a5f9-4736-b6ab-0183d20fa2b9" providerId="ADAL" clId="{4D078C87-218D-4910-A383-3D2D657F89EA}" dt="2026-08-12T07:38:19.200" v="46410" actId="20577"/>
        <pc:sldMkLst>
          <pc:docMk/>
          <pc:sldMk cId="1514258127" sldId="288"/>
        </pc:sldMkLst>
        <pc:spChg chg="mod">
          <ac:chgData name="Astrid PORTAPIA" userId="2917d6b1-a5f9-4736-b6ab-0183d20fa2b9" providerId="ADAL" clId="{4D078C87-218D-4910-A383-3D2D657F89EA}" dt="2026-08-11T08:07:17.463" v="38376" actId="20577"/>
          <ac:spMkLst>
            <pc:docMk/>
            <pc:sldMk cId="1514258127" sldId="288"/>
            <ac:spMk id="6" creationId="{D7650CF2-2440-11B6-0A9E-B2B8ACD7E7C9}"/>
          </ac:spMkLst>
        </pc:spChg>
        <pc:spChg chg="mod">
          <ac:chgData name="Astrid PORTAPIA" userId="2917d6b1-a5f9-4736-b6ab-0183d20fa2b9" providerId="ADAL" clId="{4D078C87-218D-4910-A383-3D2D657F89EA}" dt="2026-08-11T08:10:11.373" v="38675" actId="20577"/>
          <ac:spMkLst>
            <pc:docMk/>
            <pc:sldMk cId="1514258127" sldId="288"/>
            <ac:spMk id="12" creationId="{DA867D18-00BF-3402-8DD2-40093FD7C86F}"/>
          </ac:spMkLst>
        </pc:spChg>
        <pc:spChg chg="mod">
          <ac:chgData name="Astrid PORTAPIA" userId="2917d6b1-a5f9-4736-b6ab-0183d20fa2b9" providerId="ADAL" clId="{4D078C87-218D-4910-A383-3D2D657F89EA}" dt="2026-08-11T08:14:32.082" v="38900" actId="692"/>
          <ac:spMkLst>
            <pc:docMk/>
            <pc:sldMk cId="1514258127" sldId="288"/>
            <ac:spMk id="65" creationId="{4FABE4C6-334A-D29A-A34D-E4307D59DAF4}"/>
          </ac:spMkLst>
        </pc:spChg>
        <pc:spChg chg="mod">
          <ac:chgData name="Astrid PORTAPIA" userId="2917d6b1-a5f9-4736-b6ab-0183d20fa2b9" providerId="ADAL" clId="{4D078C87-218D-4910-A383-3D2D657F89EA}" dt="2026-08-11T08:13:35.972" v="38897" actId="692"/>
          <ac:spMkLst>
            <pc:docMk/>
            <pc:sldMk cId="1514258127" sldId="288"/>
            <ac:spMk id="67" creationId="{EB7C764F-B30D-EEB8-6174-F10366E26BC3}"/>
          </ac:spMkLst>
        </pc:spChg>
        <pc:spChg chg="mod">
          <ac:chgData name="Astrid PORTAPIA" userId="2917d6b1-a5f9-4736-b6ab-0183d20fa2b9" providerId="ADAL" clId="{4D078C87-218D-4910-A383-3D2D657F89EA}" dt="2026-08-11T07:57:21.600" v="37318" actId="20577"/>
          <ac:spMkLst>
            <pc:docMk/>
            <pc:sldMk cId="1514258127" sldId="288"/>
            <ac:spMk id="69" creationId="{6FC33738-3CE8-2367-6BF4-CD0BB84E8C74}"/>
          </ac:spMkLst>
        </pc:spChg>
        <pc:spChg chg="mod">
          <ac:chgData name="Astrid PORTAPIA" userId="2917d6b1-a5f9-4736-b6ab-0183d20fa2b9" providerId="ADAL" clId="{4D078C87-218D-4910-A383-3D2D657F89EA}" dt="2026-08-11T07:57:30.438" v="37350" actId="20577"/>
          <ac:spMkLst>
            <pc:docMk/>
            <pc:sldMk cId="1514258127" sldId="288"/>
            <ac:spMk id="71" creationId="{41DED3DE-5D12-C8F6-2619-9F6A17753FD3}"/>
          </ac:spMkLst>
        </pc:spChg>
        <pc:spChg chg="mod">
          <ac:chgData name="Astrid PORTAPIA" userId="2917d6b1-a5f9-4736-b6ab-0183d20fa2b9" providerId="ADAL" clId="{4D078C87-218D-4910-A383-3D2D657F89EA}" dt="2026-08-11T08:06:27.554" v="38332" actId="1035"/>
          <ac:spMkLst>
            <pc:docMk/>
            <pc:sldMk cId="1514258127" sldId="288"/>
            <ac:spMk id="73" creationId="{DD95B228-89B5-51EF-5AC1-A8A049A00406}"/>
          </ac:spMkLst>
        </pc:spChg>
        <pc:spChg chg="mod">
          <ac:chgData name="Astrid PORTAPIA" userId="2917d6b1-a5f9-4736-b6ab-0183d20fa2b9" providerId="ADAL" clId="{4D078C87-218D-4910-A383-3D2D657F89EA}" dt="2026-08-11T08:15:07.606" v="38902" actId="692"/>
          <ac:spMkLst>
            <pc:docMk/>
            <pc:sldMk cId="1514258127" sldId="288"/>
            <ac:spMk id="77" creationId="{83C4F026-AB40-C45C-8C06-D9E1BCBF4E18}"/>
          </ac:spMkLst>
        </pc:spChg>
        <pc:spChg chg="mod">
          <ac:chgData name="Astrid PORTAPIA" userId="2917d6b1-a5f9-4736-b6ab-0183d20fa2b9" providerId="ADAL" clId="{4D078C87-218D-4910-A383-3D2D657F89EA}" dt="2026-08-11T08:14:59.632" v="38901" actId="692"/>
          <ac:spMkLst>
            <pc:docMk/>
            <pc:sldMk cId="1514258127" sldId="288"/>
            <ac:spMk id="79" creationId="{67BCB8F2-2BF3-7671-8EF7-6EF5A8172DE2}"/>
          </ac:spMkLst>
        </pc:spChg>
        <pc:spChg chg="mod">
          <ac:chgData name="Astrid PORTAPIA" userId="2917d6b1-a5f9-4736-b6ab-0183d20fa2b9" providerId="ADAL" clId="{4D078C87-218D-4910-A383-3D2D657F89EA}" dt="2026-08-12T07:38:19.200" v="46410" actId="20577"/>
          <ac:spMkLst>
            <pc:docMk/>
            <pc:sldMk cId="1514258127" sldId="288"/>
            <ac:spMk id="83" creationId="{0A9E8D21-926B-D26A-1551-84FACBDAD7C8}"/>
          </ac:spMkLst>
        </pc:spChg>
        <pc:spChg chg="mod">
          <ac:chgData name="Astrid PORTAPIA" userId="2917d6b1-a5f9-4736-b6ab-0183d20fa2b9" providerId="ADAL" clId="{4D078C87-218D-4910-A383-3D2D657F89EA}" dt="2026-08-11T08:16:19.771" v="38907" actId="692"/>
          <ac:spMkLst>
            <pc:docMk/>
            <pc:sldMk cId="1514258127" sldId="288"/>
            <ac:spMk id="89" creationId="{E3EB1B81-634D-23DC-F22B-900AADCAD5D7}"/>
          </ac:spMkLst>
        </pc:spChg>
        <pc:spChg chg="mod">
          <ac:chgData name="Astrid PORTAPIA" userId="2917d6b1-a5f9-4736-b6ab-0183d20fa2b9" providerId="ADAL" clId="{4D078C87-218D-4910-A383-3D2D657F89EA}" dt="2026-08-11T08:16:12.947" v="38906" actId="692"/>
          <ac:spMkLst>
            <pc:docMk/>
            <pc:sldMk cId="1514258127" sldId="288"/>
            <ac:spMk id="91" creationId="{F2C278C4-33D4-1A0E-D9E1-A5A5E4E949BB}"/>
          </ac:spMkLst>
        </pc:spChg>
        <pc:spChg chg="mod">
          <ac:chgData name="Astrid PORTAPIA" userId="2917d6b1-a5f9-4736-b6ab-0183d20fa2b9" providerId="ADAL" clId="{4D078C87-218D-4910-A383-3D2D657F89EA}" dt="2026-08-12T07:38:04.144" v="46408" actId="20577"/>
          <ac:spMkLst>
            <pc:docMk/>
            <pc:sldMk cId="1514258127" sldId="288"/>
            <ac:spMk id="95" creationId="{32F1F864-770C-4B31-8CE1-A8685F3E5780}"/>
          </ac:spMkLst>
        </pc:spChg>
        <pc:spChg chg="mod">
          <ac:chgData name="Astrid PORTAPIA" userId="2917d6b1-a5f9-4736-b6ab-0183d20fa2b9" providerId="ADAL" clId="{4D078C87-218D-4910-A383-3D2D657F89EA}" dt="2026-08-11T08:06:58.472" v="38353" actId="1036"/>
          <ac:spMkLst>
            <pc:docMk/>
            <pc:sldMk cId="1514258127" sldId="288"/>
            <ac:spMk id="107" creationId="{4BEF7129-A53A-B824-20BD-5D9E7376468A}"/>
          </ac:spMkLst>
        </pc:spChg>
        <pc:spChg chg="mod">
          <ac:chgData name="Astrid PORTAPIA" userId="2917d6b1-a5f9-4736-b6ab-0183d20fa2b9" providerId="ADAL" clId="{4D078C87-218D-4910-A383-3D2D657F89EA}" dt="2026-08-11T08:06:51.140" v="38338" actId="20577"/>
          <ac:spMkLst>
            <pc:docMk/>
            <pc:sldMk cId="1514258127" sldId="288"/>
            <ac:spMk id="111" creationId="{4BB7B802-902F-1E4E-280A-15AD81310AD9}"/>
          </ac:spMkLst>
        </pc:spChg>
        <pc:spChg chg="mod">
          <ac:chgData name="Astrid PORTAPIA" userId="2917d6b1-a5f9-4736-b6ab-0183d20fa2b9" providerId="ADAL" clId="{4D078C87-218D-4910-A383-3D2D657F89EA}" dt="2026-08-11T08:09:44.029" v="38645" actId="1035"/>
          <ac:spMkLst>
            <pc:docMk/>
            <pc:sldMk cId="1514258127" sldId="288"/>
            <ac:spMk id="113" creationId="{AB999276-8BBE-7460-D53C-E1A53D9E3802}"/>
          </ac:spMkLst>
        </pc:spChg>
        <pc:spChg chg="mod">
          <ac:chgData name="Astrid PORTAPIA" userId="2917d6b1-a5f9-4736-b6ab-0183d20fa2b9" providerId="ADAL" clId="{4D078C87-218D-4910-A383-3D2D657F89EA}" dt="2026-08-11T08:12:00.536" v="38869" actId="20577"/>
          <ac:spMkLst>
            <pc:docMk/>
            <pc:sldMk cId="1514258127" sldId="288"/>
            <ac:spMk id="115" creationId="{2195459E-7DC7-D710-9EBB-97C9E1E77946}"/>
          </ac:spMkLst>
        </pc:spChg>
        <pc:spChg chg="mod">
          <ac:chgData name="Astrid PORTAPIA" userId="2917d6b1-a5f9-4736-b6ab-0183d20fa2b9" providerId="ADAL" clId="{4D078C87-218D-4910-A383-3D2D657F89EA}" dt="2026-08-11T08:09:51.227" v="38652" actId="1035"/>
          <ac:spMkLst>
            <pc:docMk/>
            <pc:sldMk cId="1514258127" sldId="288"/>
            <ac:spMk id="117" creationId="{195F1B15-84C5-D9B9-150E-4B63E166DF08}"/>
          </ac:spMkLst>
        </pc:spChg>
        <pc:spChg chg="mod">
          <ac:chgData name="Astrid PORTAPIA" userId="2917d6b1-a5f9-4736-b6ab-0183d20fa2b9" providerId="ADAL" clId="{4D078C87-218D-4910-A383-3D2D657F89EA}" dt="2026-08-11T08:12:18.373" v="38895" actId="1035"/>
          <ac:spMkLst>
            <pc:docMk/>
            <pc:sldMk cId="1514258127" sldId="288"/>
            <ac:spMk id="119" creationId="{8AFAE76F-6D11-CCC7-698A-31B5DEAA643E}"/>
          </ac:spMkLst>
        </pc:spChg>
        <pc:spChg chg="mod">
          <ac:chgData name="Astrid PORTAPIA" userId="2917d6b1-a5f9-4736-b6ab-0183d20fa2b9" providerId="ADAL" clId="{4D078C87-218D-4910-A383-3D2D657F89EA}" dt="2026-08-11T08:12:18.373" v="38895" actId="1035"/>
          <ac:spMkLst>
            <pc:docMk/>
            <pc:sldMk cId="1514258127" sldId="288"/>
            <ac:spMk id="121" creationId="{C0325487-6AFD-B8AD-7CF4-07805A665C01}"/>
          </ac:spMkLst>
        </pc:spChg>
        <pc:spChg chg="mod">
          <ac:chgData name="Astrid PORTAPIA" userId="2917d6b1-a5f9-4736-b6ab-0183d20fa2b9" providerId="ADAL" clId="{4D078C87-218D-4910-A383-3D2D657F89EA}" dt="2026-08-11T08:12:18.373" v="38895" actId="1035"/>
          <ac:spMkLst>
            <pc:docMk/>
            <pc:sldMk cId="1514258127" sldId="288"/>
            <ac:spMk id="123" creationId="{80966973-F02C-21A0-5E75-26A2E4D75CE7}"/>
          </ac:spMkLst>
        </pc:spChg>
      </pc:sldChg>
      <pc:sldChg chg="add del">
        <pc:chgData name="Astrid PORTAPIA" userId="2917d6b1-a5f9-4736-b6ab-0183d20fa2b9" providerId="ADAL" clId="{4D078C87-218D-4910-A383-3D2D657F89EA}" dt="2026-08-11T08:04:45.820" v="38192"/>
        <pc:sldMkLst>
          <pc:docMk/>
          <pc:sldMk cId="1362254863" sldId="289"/>
        </pc:sldMkLst>
      </pc:sldChg>
      <pc:sldChg chg="add del">
        <pc:chgData name="Astrid PORTAPIA" userId="2917d6b1-a5f9-4736-b6ab-0183d20fa2b9" providerId="ADAL" clId="{4D078C87-218D-4910-A383-3D2D657F89EA}" dt="2026-08-11T10:56:50.072" v="46396" actId="47"/>
        <pc:sldMkLst>
          <pc:docMk/>
          <pc:sldMk cId="4132994945" sldId="289"/>
        </pc:sldMkLst>
      </pc:sldChg>
      <pc:sldChg chg="modSp add mod">
        <pc:chgData name="Astrid PORTAPIA" userId="2917d6b1-a5f9-4736-b6ab-0183d20fa2b9" providerId="ADAL" clId="{4D078C87-218D-4910-A383-3D2D657F89EA}" dt="2026-08-12T07:40:44.087" v="46527" actId="20577"/>
        <pc:sldMkLst>
          <pc:docMk/>
          <pc:sldMk cId="3296127545" sldId="290"/>
        </pc:sldMkLst>
        <pc:spChg chg="mod">
          <ac:chgData name="Astrid PORTAPIA" userId="2917d6b1-a5f9-4736-b6ab-0183d20fa2b9" providerId="ADAL" clId="{4D078C87-218D-4910-A383-3D2D657F89EA}" dt="2026-08-11T08:42:20.893" v="39735" actId="20577"/>
          <ac:spMkLst>
            <pc:docMk/>
            <pc:sldMk cId="3296127545" sldId="290"/>
            <ac:spMk id="2" creationId="{C0D33D4A-A5EA-C036-CA08-D8A9BC2E0ED4}"/>
          </ac:spMkLst>
        </pc:spChg>
        <pc:spChg chg="mod">
          <ac:chgData name="Astrid PORTAPIA" userId="2917d6b1-a5f9-4736-b6ab-0183d20fa2b9" providerId="ADAL" clId="{4D078C87-218D-4910-A383-3D2D657F89EA}" dt="2026-08-11T08:55:55.389" v="40212" actId="1076"/>
          <ac:spMkLst>
            <pc:docMk/>
            <pc:sldMk cId="3296127545" sldId="290"/>
            <ac:spMk id="3" creationId="{92591BAC-6818-DED4-3C9C-50F2E6E21550}"/>
          </ac:spMkLst>
        </pc:spChg>
        <pc:spChg chg="mod">
          <ac:chgData name="Astrid PORTAPIA" userId="2917d6b1-a5f9-4736-b6ab-0183d20fa2b9" providerId="ADAL" clId="{4D078C87-218D-4910-A383-3D2D657F89EA}" dt="2026-08-12T07:38:55.818" v="46442" actId="20577"/>
          <ac:spMkLst>
            <pc:docMk/>
            <pc:sldMk cId="3296127545" sldId="290"/>
            <ac:spMk id="6" creationId="{D6243BAC-A45C-79F3-DD18-AA92E1F948A5}"/>
          </ac:spMkLst>
        </pc:spChg>
        <pc:spChg chg="mod">
          <ac:chgData name="Astrid PORTAPIA" userId="2917d6b1-a5f9-4736-b6ab-0183d20fa2b9" providerId="ADAL" clId="{4D078C87-218D-4910-A383-3D2D657F89EA}" dt="2026-08-12T07:39:14.188" v="46443" actId="14100"/>
          <ac:spMkLst>
            <pc:docMk/>
            <pc:sldMk cId="3296127545" sldId="290"/>
            <ac:spMk id="8" creationId="{CC17F24C-7ABA-80EE-40E7-2B739DBE0497}"/>
          </ac:spMkLst>
        </pc:spChg>
        <pc:spChg chg="mod">
          <ac:chgData name="Astrid PORTAPIA" userId="2917d6b1-a5f9-4736-b6ab-0183d20fa2b9" providerId="ADAL" clId="{4D078C87-218D-4910-A383-3D2D657F89EA}" dt="2026-08-12T07:39:14.188" v="46443" actId="14100"/>
          <ac:spMkLst>
            <pc:docMk/>
            <pc:sldMk cId="3296127545" sldId="290"/>
            <ac:spMk id="9" creationId="{0C0A0C86-6793-C8A2-4A6B-AA36B19D31DE}"/>
          </ac:spMkLst>
        </pc:spChg>
        <pc:spChg chg="mod">
          <ac:chgData name="Astrid PORTAPIA" userId="2917d6b1-a5f9-4736-b6ab-0183d20fa2b9" providerId="ADAL" clId="{4D078C87-218D-4910-A383-3D2D657F89EA}" dt="2026-08-11T08:56:02.696" v="40220" actId="1036"/>
          <ac:spMkLst>
            <pc:docMk/>
            <pc:sldMk cId="3296127545" sldId="290"/>
            <ac:spMk id="10" creationId="{AA0ED5AB-077B-D454-42CB-B05A6C233310}"/>
          </ac:spMkLst>
        </pc:spChg>
        <pc:spChg chg="mod">
          <ac:chgData name="Astrid PORTAPIA" userId="2917d6b1-a5f9-4736-b6ab-0183d20fa2b9" providerId="ADAL" clId="{4D078C87-218D-4910-A383-3D2D657F89EA}" dt="2026-08-12T07:40:44.087" v="46527" actId="20577"/>
          <ac:spMkLst>
            <pc:docMk/>
            <pc:sldMk cId="3296127545" sldId="290"/>
            <ac:spMk id="21" creationId="{1A5433FE-A597-56E9-E239-D5523EFBB6D0}"/>
          </ac:spMkLst>
        </pc:spChg>
        <pc:spChg chg="mod">
          <ac:chgData name="Astrid PORTAPIA" userId="2917d6b1-a5f9-4736-b6ab-0183d20fa2b9" providerId="ADAL" clId="{4D078C87-218D-4910-A383-3D2D657F89EA}" dt="2026-08-11T08:55:34.018" v="40210" actId="14100"/>
          <ac:spMkLst>
            <pc:docMk/>
            <pc:sldMk cId="3296127545" sldId="290"/>
            <ac:spMk id="26" creationId="{0303C87D-3A15-318E-12EB-44F40EAD01D4}"/>
          </ac:spMkLst>
        </pc:spChg>
        <pc:spChg chg="mod">
          <ac:chgData name="Astrid PORTAPIA" userId="2917d6b1-a5f9-4736-b6ab-0183d20fa2b9" providerId="ADAL" clId="{4D078C87-218D-4910-A383-3D2D657F89EA}" dt="2026-08-11T08:53:18.504" v="40099" actId="207"/>
          <ac:spMkLst>
            <pc:docMk/>
            <pc:sldMk cId="3296127545" sldId="290"/>
            <ac:spMk id="29" creationId="{6798AC34-236D-9565-F48C-F0BC5B2343DF}"/>
          </ac:spMkLst>
        </pc:spChg>
        <pc:spChg chg="mod">
          <ac:chgData name="Astrid PORTAPIA" userId="2917d6b1-a5f9-4736-b6ab-0183d20fa2b9" providerId="ADAL" clId="{4D078C87-218D-4910-A383-3D2D657F89EA}" dt="2026-08-11T08:55:34.018" v="40210" actId="14100"/>
          <ac:spMkLst>
            <pc:docMk/>
            <pc:sldMk cId="3296127545" sldId="290"/>
            <ac:spMk id="31" creationId="{60843A72-252C-2943-1548-E05CDA28B45F}"/>
          </ac:spMkLst>
        </pc:spChg>
        <pc:spChg chg="mod">
          <ac:chgData name="Astrid PORTAPIA" userId="2917d6b1-a5f9-4736-b6ab-0183d20fa2b9" providerId="ADAL" clId="{4D078C87-218D-4910-A383-3D2D657F89EA}" dt="2026-08-12T07:40:22.365" v="46513" actId="20577"/>
          <ac:spMkLst>
            <pc:docMk/>
            <pc:sldMk cId="3296127545" sldId="290"/>
            <ac:spMk id="37" creationId="{65C66BD5-248D-6205-5782-050592A83CDB}"/>
          </ac:spMkLst>
        </pc:spChg>
        <pc:spChg chg="mod">
          <ac:chgData name="Astrid PORTAPIA" userId="2917d6b1-a5f9-4736-b6ab-0183d20fa2b9" providerId="ADAL" clId="{4D078C87-218D-4910-A383-3D2D657F89EA}" dt="2026-08-12T07:39:49.662" v="46475" actId="1037"/>
          <ac:spMkLst>
            <pc:docMk/>
            <pc:sldMk cId="3296127545" sldId="290"/>
            <ac:spMk id="40" creationId="{5606DB55-0A9C-5087-9D27-175B1B3DDA13}"/>
          </ac:spMkLst>
        </pc:spChg>
        <pc:spChg chg="mod">
          <ac:chgData name="Astrid PORTAPIA" userId="2917d6b1-a5f9-4736-b6ab-0183d20fa2b9" providerId="ADAL" clId="{4D078C87-218D-4910-A383-3D2D657F89EA}" dt="2026-08-12T07:39:49.662" v="46475" actId="1037"/>
          <ac:spMkLst>
            <pc:docMk/>
            <pc:sldMk cId="3296127545" sldId="290"/>
            <ac:spMk id="42" creationId="{96CD262D-44A4-179F-B6FC-B097823015AA}"/>
          </ac:spMkLst>
        </pc:spChg>
        <pc:spChg chg="mod">
          <ac:chgData name="Astrid PORTAPIA" userId="2917d6b1-a5f9-4736-b6ab-0183d20fa2b9" providerId="ADAL" clId="{4D078C87-218D-4910-A383-3D2D657F89EA}" dt="2026-08-12T07:39:49.662" v="46475" actId="1037"/>
          <ac:spMkLst>
            <pc:docMk/>
            <pc:sldMk cId="3296127545" sldId="290"/>
            <ac:spMk id="45" creationId="{AAA7DD7C-071B-4344-639B-92FCC46F6B66}"/>
          </ac:spMkLst>
        </pc:spChg>
        <pc:spChg chg="mod">
          <ac:chgData name="Astrid PORTAPIA" userId="2917d6b1-a5f9-4736-b6ab-0183d20fa2b9" providerId="ADAL" clId="{4D078C87-218D-4910-A383-3D2D657F89EA}" dt="2026-08-12T07:40:13.478" v="46512" actId="20577"/>
          <ac:spMkLst>
            <pc:docMk/>
            <pc:sldMk cId="3296127545" sldId="290"/>
            <ac:spMk id="47" creationId="{708B4124-151E-7E68-6CC5-ECB5C8CC1F10}"/>
          </ac:spMkLst>
        </pc:spChg>
      </pc:sldChg>
      <pc:sldChg chg="addSp delSp modSp add mod modNotesTx">
        <pc:chgData name="Astrid PORTAPIA" userId="2917d6b1-a5f9-4736-b6ab-0183d20fa2b9" providerId="ADAL" clId="{4D078C87-218D-4910-A383-3D2D657F89EA}" dt="2026-08-11T09:37:32.635" v="42072" actId="20577"/>
        <pc:sldMkLst>
          <pc:docMk/>
          <pc:sldMk cId="3289346933" sldId="291"/>
        </pc:sldMkLst>
        <pc:spChg chg="mod">
          <ac:chgData name="Astrid PORTAPIA" userId="2917d6b1-a5f9-4736-b6ab-0183d20fa2b9" providerId="ADAL" clId="{4D078C87-218D-4910-A383-3D2D657F89EA}" dt="2026-08-11T09:10:19.242" v="40743" actId="20577"/>
          <ac:spMkLst>
            <pc:docMk/>
            <pc:sldMk cId="3289346933" sldId="291"/>
            <ac:spMk id="2" creationId="{417BC707-F8DF-0D31-6D9F-6C1096266AA7}"/>
          </ac:spMkLst>
        </pc:spChg>
        <pc:spChg chg="add mod">
          <ac:chgData name="Astrid PORTAPIA" userId="2917d6b1-a5f9-4736-b6ab-0183d20fa2b9" providerId="ADAL" clId="{4D078C87-218D-4910-A383-3D2D657F89EA}" dt="2026-08-11T09:14:23.626" v="40854" actId="692"/>
          <ac:spMkLst>
            <pc:docMk/>
            <pc:sldMk cId="3289346933" sldId="291"/>
            <ac:spMk id="4" creationId="{CE614374-14CE-264D-553D-6580825FC437}"/>
          </ac:spMkLst>
        </pc:spChg>
        <pc:spChg chg="del">
          <ac:chgData name="Astrid PORTAPIA" userId="2917d6b1-a5f9-4736-b6ab-0183d20fa2b9" providerId="ADAL" clId="{4D078C87-218D-4910-A383-3D2D657F89EA}" dt="2026-08-11T09:10:30.488" v="40744" actId="478"/>
          <ac:spMkLst>
            <pc:docMk/>
            <pc:sldMk cId="3289346933" sldId="291"/>
            <ac:spMk id="7" creationId="{EBA038EC-430A-E2A9-B984-988A0035AD18}"/>
          </ac:spMkLst>
        </pc:spChg>
        <pc:spChg chg="add mod">
          <ac:chgData name="Astrid PORTAPIA" userId="2917d6b1-a5f9-4736-b6ab-0183d20fa2b9" providerId="ADAL" clId="{4D078C87-218D-4910-A383-3D2D657F89EA}" dt="2026-08-11T09:19:13.652" v="40936" actId="1037"/>
          <ac:spMkLst>
            <pc:docMk/>
            <pc:sldMk cId="3289346933" sldId="291"/>
            <ac:spMk id="9" creationId="{3BE7AD1C-7F65-A1F8-6BC0-B134B1B6040C}"/>
          </ac:spMkLst>
        </pc:spChg>
        <pc:spChg chg="add mod">
          <ac:chgData name="Astrid PORTAPIA" userId="2917d6b1-a5f9-4736-b6ab-0183d20fa2b9" providerId="ADAL" clId="{4D078C87-218D-4910-A383-3D2D657F89EA}" dt="2026-08-11T09:20:21.076" v="40954" actId="207"/>
          <ac:spMkLst>
            <pc:docMk/>
            <pc:sldMk cId="3289346933" sldId="291"/>
            <ac:spMk id="11" creationId="{DAF09CE1-4434-474D-BE42-ACBE7302C679}"/>
          </ac:spMkLst>
        </pc:spChg>
        <pc:spChg chg="add mod">
          <ac:chgData name="Astrid PORTAPIA" userId="2917d6b1-a5f9-4736-b6ab-0183d20fa2b9" providerId="ADAL" clId="{4D078C87-218D-4910-A383-3D2D657F89EA}" dt="2026-08-11T09:21:21.057" v="40964" actId="207"/>
          <ac:spMkLst>
            <pc:docMk/>
            <pc:sldMk cId="3289346933" sldId="291"/>
            <ac:spMk id="13" creationId="{F9202252-1E6A-4019-5A8D-11D9BF54A99D}"/>
          </ac:spMkLst>
        </pc:spChg>
        <pc:spChg chg="add del">
          <ac:chgData name="Astrid PORTAPIA" userId="2917d6b1-a5f9-4736-b6ab-0183d20fa2b9" providerId="ADAL" clId="{4D078C87-218D-4910-A383-3D2D657F89EA}" dt="2026-08-11T09:22:32.012" v="40966" actId="478"/>
          <ac:spMkLst>
            <pc:docMk/>
            <pc:sldMk cId="3289346933" sldId="291"/>
            <ac:spMk id="14" creationId="{B9735B8B-028B-37D3-6EE6-82FCF853A242}"/>
          </ac:spMkLst>
        </pc:spChg>
        <pc:spChg chg="add mod">
          <ac:chgData name="Astrid PORTAPIA" userId="2917d6b1-a5f9-4736-b6ab-0183d20fa2b9" providerId="ADAL" clId="{4D078C87-218D-4910-A383-3D2D657F89EA}" dt="2026-08-11T09:23:17.531" v="40971" actId="692"/>
          <ac:spMkLst>
            <pc:docMk/>
            <pc:sldMk cId="3289346933" sldId="291"/>
            <ac:spMk id="16" creationId="{9B23376A-EB6A-4F90-22D6-509128874E0F}"/>
          </ac:spMkLst>
        </pc:spChg>
        <pc:spChg chg="add del mod">
          <ac:chgData name="Astrid PORTAPIA" userId="2917d6b1-a5f9-4736-b6ab-0183d20fa2b9" providerId="ADAL" clId="{4D078C87-218D-4910-A383-3D2D657F89EA}" dt="2026-08-11T09:23:31.239" v="40974"/>
          <ac:spMkLst>
            <pc:docMk/>
            <pc:sldMk cId="3289346933" sldId="291"/>
            <ac:spMk id="17" creationId="{00A972C0-5518-2056-25C4-6309543FC23C}"/>
          </ac:spMkLst>
        </pc:spChg>
        <pc:spChg chg="add mod">
          <ac:chgData name="Astrid PORTAPIA" userId="2917d6b1-a5f9-4736-b6ab-0183d20fa2b9" providerId="ADAL" clId="{4D078C87-218D-4910-A383-3D2D657F89EA}" dt="2026-08-11T09:24:50.452" v="41015" actId="14100"/>
          <ac:spMkLst>
            <pc:docMk/>
            <pc:sldMk cId="3289346933" sldId="291"/>
            <ac:spMk id="19" creationId="{ADE5937E-6324-25E6-E1BB-150BA9EA7D58}"/>
          </ac:spMkLst>
        </pc:spChg>
        <pc:spChg chg="add mod">
          <ac:chgData name="Astrid PORTAPIA" userId="2917d6b1-a5f9-4736-b6ab-0183d20fa2b9" providerId="ADAL" clId="{4D078C87-218D-4910-A383-3D2D657F89EA}" dt="2026-08-11T09:24:50.452" v="41015" actId="14100"/>
          <ac:spMkLst>
            <pc:docMk/>
            <pc:sldMk cId="3289346933" sldId="291"/>
            <ac:spMk id="21" creationId="{6418B121-8BE5-330F-6752-1B988273B6C3}"/>
          </ac:spMkLst>
        </pc:spChg>
        <pc:spChg chg="add mod">
          <ac:chgData name="Astrid PORTAPIA" userId="2917d6b1-a5f9-4736-b6ab-0183d20fa2b9" providerId="ADAL" clId="{4D078C87-218D-4910-A383-3D2D657F89EA}" dt="2026-08-11T09:25:09.747" v="41018" actId="113"/>
          <ac:spMkLst>
            <pc:docMk/>
            <pc:sldMk cId="3289346933" sldId="291"/>
            <ac:spMk id="23" creationId="{63642B1A-4939-A6A2-7716-00E8C3B670DA}"/>
          </ac:spMkLst>
        </pc:spChg>
        <pc:spChg chg="add mod">
          <ac:chgData name="Astrid PORTAPIA" userId="2917d6b1-a5f9-4736-b6ab-0183d20fa2b9" providerId="ADAL" clId="{4D078C87-218D-4910-A383-3D2D657F89EA}" dt="2026-08-11T09:25:28.255" v="41086" actId="1035"/>
          <ac:spMkLst>
            <pc:docMk/>
            <pc:sldMk cId="3289346933" sldId="291"/>
            <ac:spMk id="25" creationId="{EA2AD15F-DBA5-EA1E-7603-E7F2CE7AFBA5}"/>
          </ac:spMkLst>
        </pc:spChg>
        <pc:spChg chg="add mod">
          <ac:chgData name="Astrid PORTAPIA" userId="2917d6b1-a5f9-4736-b6ab-0183d20fa2b9" providerId="ADAL" clId="{4D078C87-218D-4910-A383-3D2D657F89EA}" dt="2026-08-11T09:25:28.255" v="41086" actId="1035"/>
          <ac:spMkLst>
            <pc:docMk/>
            <pc:sldMk cId="3289346933" sldId="291"/>
            <ac:spMk id="27" creationId="{57C9CBC2-0EDC-802D-B734-DA495DAD7F9E}"/>
          </ac:spMkLst>
        </pc:spChg>
        <pc:spChg chg="add mod">
          <ac:chgData name="Astrid PORTAPIA" userId="2917d6b1-a5f9-4736-b6ab-0183d20fa2b9" providerId="ADAL" clId="{4D078C87-218D-4910-A383-3D2D657F89EA}" dt="2026-08-11T09:25:45.830" v="41132" actId="20577"/>
          <ac:spMkLst>
            <pc:docMk/>
            <pc:sldMk cId="3289346933" sldId="291"/>
            <ac:spMk id="29" creationId="{10C8C262-51BC-2497-2D39-0FC99A18CC16}"/>
          </ac:spMkLst>
        </pc:spChg>
        <pc:spChg chg="add mod">
          <ac:chgData name="Astrid PORTAPIA" userId="2917d6b1-a5f9-4736-b6ab-0183d20fa2b9" providerId="ADAL" clId="{4D078C87-218D-4910-A383-3D2D657F89EA}" dt="2026-08-11T09:26:56.665" v="41136" actId="688"/>
          <ac:spMkLst>
            <pc:docMk/>
            <pc:sldMk cId="3289346933" sldId="291"/>
            <ac:spMk id="31" creationId="{7668452C-546B-F772-DE9F-3DAE09C88BEE}"/>
          </ac:spMkLst>
        </pc:spChg>
        <pc:spChg chg="add mod">
          <ac:chgData name="Astrid PORTAPIA" userId="2917d6b1-a5f9-4736-b6ab-0183d20fa2b9" providerId="ADAL" clId="{4D078C87-218D-4910-A383-3D2D657F89EA}" dt="2026-08-11T09:27:10.673" v="41147" actId="1035"/>
          <ac:spMkLst>
            <pc:docMk/>
            <pc:sldMk cId="3289346933" sldId="291"/>
            <ac:spMk id="33" creationId="{F4C3B6DE-CFE7-E4C5-6826-E931F048D6D5}"/>
          </ac:spMkLst>
        </pc:spChg>
        <pc:spChg chg="add mod">
          <ac:chgData name="Astrid PORTAPIA" userId="2917d6b1-a5f9-4736-b6ab-0183d20fa2b9" providerId="ADAL" clId="{4D078C87-218D-4910-A383-3D2D657F89EA}" dt="2026-08-11T09:27:28.686" v="41149" actId="1076"/>
          <ac:spMkLst>
            <pc:docMk/>
            <pc:sldMk cId="3289346933" sldId="291"/>
            <ac:spMk id="35" creationId="{81787BDD-0155-6E3F-72FB-F9267FD67F75}"/>
          </ac:spMkLst>
        </pc:spChg>
        <pc:spChg chg="add mod">
          <ac:chgData name="Astrid PORTAPIA" userId="2917d6b1-a5f9-4736-b6ab-0183d20fa2b9" providerId="ADAL" clId="{4D078C87-218D-4910-A383-3D2D657F89EA}" dt="2026-08-11T09:27:28.686" v="41149" actId="1076"/>
          <ac:spMkLst>
            <pc:docMk/>
            <pc:sldMk cId="3289346933" sldId="291"/>
            <ac:spMk id="37" creationId="{6F4C01AB-4D7F-6032-ED27-8BB6ED1D80B9}"/>
          </ac:spMkLst>
        </pc:spChg>
        <pc:spChg chg="mod">
          <ac:chgData name="Astrid PORTAPIA" userId="2917d6b1-a5f9-4736-b6ab-0183d20fa2b9" providerId="ADAL" clId="{4D078C87-218D-4910-A383-3D2D657F89EA}" dt="2026-08-11T09:11:22.211" v="40825" actId="1035"/>
          <ac:spMkLst>
            <pc:docMk/>
            <pc:sldMk cId="3289346933" sldId="291"/>
            <ac:spMk id="42" creationId="{F6358769-AFAC-1872-BBCF-74250FCA0CC1}"/>
          </ac:spMkLst>
        </pc:spChg>
        <pc:spChg chg="mod">
          <ac:chgData name="Astrid PORTAPIA" userId="2917d6b1-a5f9-4736-b6ab-0183d20fa2b9" providerId="ADAL" clId="{4D078C87-218D-4910-A383-3D2D657F89EA}" dt="2026-08-11T09:11:22.211" v="40825" actId="1035"/>
          <ac:spMkLst>
            <pc:docMk/>
            <pc:sldMk cId="3289346933" sldId="291"/>
            <ac:spMk id="43" creationId="{91E6B6B5-861A-F2BC-3E89-D9B19D60AA64}"/>
          </ac:spMkLst>
        </pc:spChg>
        <pc:spChg chg="mod">
          <ac:chgData name="Astrid PORTAPIA" userId="2917d6b1-a5f9-4736-b6ab-0183d20fa2b9" providerId="ADAL" clId="{4D078C87-218D-4910-A383-3D2D657F89EA}" dt="2026-08-11T09:11:22.211" v="40825" actId="1035"/>
          <ac:spMkLst>
            <pc:docMk/>
            <pc:sldMk cId="3289346933" sldId="291"/>
            <ac:spMk id="44" creationId="{337482B0-3DD6-D1E0-6D24-8A7287254AD1}"/>
          </ac:spMkLst>
        </pc:spChg>
        <pc:spChg chg="del">
          <ac:chgData name="Astrid PORTAPIA" userId="2917d6b1-a5f9-4736-b6ab-0183d20fa2b9" providerId="ADAL" clId="{4D078C87-218D-4910-A383-3D2D657F89EA}" dt="2026-08-11T09:10:30.488" v="40744" actId="478"/>
          <ac:spMkLst>
            <pc:docMk/>
            <pc:sldMk cId="3289346933" sldId="291"/>
            <ac:spMk id="46" creationId="{C4F9757D-CD1B-F22D-B69A-CAC352EE619F}"/>
          </ac:spMkLst>
        </pc:spChg>
        <pc:spChg chg="del">
          <ac:chgData name="Astrid PORTAPIA" userId="2917d6b1-a5f9-4736-b6ab-0183d20fa2b9" providerId="ADAL" clId="{4D078C87-218D-4910-A383-3D2D657F89EA}" dt="2026-08-11T09:10:30.488" v="40744" actId="478"/>
          <ac:spMkLst>
            <pc:docMk/>
            <pc:sldMk cId="3289346933" sldId="291"/>
            <ac:spMk id="49" creationId="{2DF61147-5283-D039-13E1-2A2A879B5A89}"/>
          </ac:spMkLst>
        </pc:spChg>
        <pc:spChg chg="del">
          <ac:chgData name="Astrid PORTAPIA" userId="2917d6b1-a5f9-4736-b6ab-0183d20fa2b9" providerId="ADAL" clId="{4D078C87-218D-4910-A383-3D2D657F89EA}" dt="2026-08-11T09:11:01.124" v="40816" actId="478"/>
          <ac:spMkLst>
            <pc:docMk/>
            <pc:sldMk cId="3289346933" sldId="291"/>
            <ac:spMk id="51" creationId="{75A678C2-E01C-FE41-2AB3-C5BFA6A99AF3}"/>
          </ac:spMkLst>
        </pc:spChg>
        <pc:spChg chg="del">
          <ac:chgData name="Astrid PORTAPIA" userId="2917d6b1-a5f9-4736-b6ab-0183d20fa2b9" providerId="ADAL" clId="{4D078C87-218D-4910-A383-3D2D657F89EA}" dt="2026-08-11T09:11:01.124" v="40816" actId="478"/>
          <ac:spMkLst>
            <pc:docMk/>
            <pc:sldMk cId="3289346933" sldId="291"/>
            <ac:spMk id="52" creationId="{2FA23A56-3269-4C71-DC7F-F87C0D82B5CD}"/>
          </ac:spMkLst>
        </pc:spChg>
        <pc:spChg chg="del">
          <ac:chgData name="Astrid PORTAPIA" userId="2917d6b1-a5f9-4736-b6ab-0183d20fa2b9" providerId="ADAL" clId="{4D078C87-218D-4910-A383-3D2D657F89EA}" dt="2026-08-11T09:11:01.124" v="40816" actId="478"/>
          <ac:spMkLst>
            <pc:docMk/>
            <pc:sldMk cId="3289346933" sldId="291"/>
            <ac:spMk id="53" creationId="{378C3071-3AC2-C4FA-9BC0-8FCB0B62C18E}"/>
          </ac:spMkLst>
        </pc:spChg>
        <pc:spChg chg="del">
          <ac:chgData name="Astrid PORTAPIA" userId="2917d6b1-a5f9-4736-b6ab-0183d20fa2b9" providerId="ADAL" clId="{4D078C87-218D-4910-A383-3D2D657F89EA}" dt="2026-08-11T09:11:01.124" v="40816" actId="478"/>
          <ac:spMkLst>
            <pc:docMk/>
            <pc:sldMk cId="3289346933" sldId="291"/>
            <ac:spMk id="54" creationId="{E68AA9F2-8D78-5908-A58A-FF2C270B28F3}"/>
          </ac:spMkLst>
        </pc:spChg>
        <pc:spChg chg="del">
          <ac:chgData name="Astrid PORTAPIA" userId="2917d6b1-a5f9-4736-b6ab-0183d20fa2b9" providerId="ADAL" clId="{4D078C87-218D-4910-A383-3D2D657F89EA}" dt="2026-08-11T09:11:01.124" v="40816" actId="478"/>
          <ac:spMkLst>
            <pc:docMk/>
            <pc:sldMk cId="3289346933" sldId="291"/>
            <ac:spMk id="55" creationId="{5125E2FE-D14D-E04B-3FB7-A4660679CDF7}"/>
          </ac:spMkLst>
        </pc:spChg>
        <pc:spChg chg="del">
          <ac:chgData name="Astrid PORTAPIA" userId="2917d6b1-a5f9-4736-b6ab-0183d20fa2b9" providerId="ADAL" clId="{4D078C87-218D-4910-A383-3D2D657F89EA}" dt="2026-08-11T09:11:01.124" v="40816" actId="478"/>
          <ac:spMkLst>
            <pc:docMk/>
            <pc:sldMk cId="3289346933" sldId="291"/>
            <ac:spMk id="56" creationId="{7D872301-161D-46C8-1B93-0FD123BD1991}"/>
          </ac:spMkLst>
        </pc:spChg>
        <pc:spChg chg="del">
          <ac:chgData name="Astrid PORTAPIA" userId="2917d6b1-a5f9-4736-b6ab-0183d20fa2b9" providerId="ADAL" clId="{4D078C87-218D-4910-A383-3D2D657F89EA}" dt="2026-08-11T09:10:32.817" v="40745" actId="478"/>
          <ac:spMkLst>
            <pc:docMk/>
            <pc:sldMk cId="3289346933" sldId="291"/>
            <ac:spMk id="57" creationId="{8676EAB3-BB48-FA13-8714-BE93578EFCB0}"/>
          </ac:spMkLst>
        </pc:spChg>
        <pc:spChg chg="del">
          <ac:chgData name="Astrid PORTAPIA" userId="2917d6b1-a5f9-4736-b6ab-0183d20fa2b9" providerId="ADAL" clId="{4D078C87-218D-4910-A383-3D2D657F89EA}" dt="2026-08-11T09:10:30.488" v="40744" actId="478"/>
          <ac:spMkLst>
            <pc:docMk/>
            <pc:sldMk cId="3289346933" sldId="291"/>
            <ac:spMk id="61" creationId="{CB1E8FD6-ECB4-8FE7-C5A2-5D7534F0175E}"/>
          </ac:spMkLst>
        </pc:spChg>
        <pc:spChg chg="del">
          <ac:chgData name="Astrid PORTAPIA" userId="2917d6b1-a5f9-4736-b6ab-0183d20fa2b9" providerId="ADAL" clId="{4D078C87-218D-4910-A383-3D2D657F89EA}" dt="2026-08-11T09:10:30.488" v="40744" actId="478"/>
          <ac:spMkLst>
            <pc:docMk/>
            <pc:sldMk cId="3289346933" sldId="291"/>
            <ac:spMk id="62" creationId="{C89ACAFA-8A72-F013-2EA8-2EA9733EFD91}"/>
          </ac:spMkLst>
        </pc:spChg>
        <pc:spChg chg="del">
          <ac:chgData name="Astrid PORTAPIA" userId="2917d6b1-a5f9-4736-b6ab-0183d20fa2b9" providerId="ADAL" clId="{4D078C87-218D-4910-A383-3D2D657F89EA}" dt="2026-08-11T09:10:30.488" v="40744" actId="478"/>
          <ac:spMkLst>
            <pc:docMk/>
            <pc:sldMk cId="3289346933" sldId="291"/>
            <ac:spMk id="64" creationId="{B0BB11F8-8143-4ED4-55A9-23FBC8630C23}"/>
          </ac:spMkLst>
        </pc:spChg>
        <pc:spChg chg="del">
          <ac:chgData name="Astrid PORTAPIA" userId="2917d6b1-a5f9-4736-b6ab-0183d20fa2b9" providerId="ADAL" clId="{4D078C87-218D-4910-A383-3D2D657F89EA}" dt="2026-08-11T09:10:30.488" v="40744" actId="478"/>
          <ac:spMkLst>
            <pc:docMk/>
            <pc:sldMk cId="3289346933" sldId="291"/>
            <ac:spMk id="65" creationId="{296E4E87-4861-C64E-C8C0-9536B5B644B9}"/>
          </ac:spMkLst>
        </pc:spChg>
        <pc:spChg chg="del">
          <ac:chgData name="Astrid PORTAPIA" userId="2917d6b1-a5f9-4736-b6ab-0183d20fa2b9" providerId="ADAL" clId="{4D078C87-218D-4910-A383-3D2D657F89EA}" dt="2026-08-11T09:10:30.488" v="40744" actId="478"/>
          <ac:spMkLst>
            <pc:docMk/>
            <pc:sldMk cId="3289346933" sldId="291"/>
            <ac:spMk id="72" creationId="{03D605D7-A5C8-A219-FDBE-BA6EC2538783}"/>
          </ac:spMkLst>
        </pc:spChg>
        <pc:spChg chg="del">
          <ac:chgData name="Astrid PORTAPIA" userId="2917d6b1-a5f9-4736-b6ab-0183d20fa2b9" providerId="ADAL" clId="{4D078C87-218D-4910-A383-3D2D657F89EA}" dt="2026-08-11T09:10:30.488" v="40744" actId="478"/>
          <ac:spMkLst>
            <pc:docMk/>
            <pc:sldMk cId="3289346933" sldId="291"/>
            <ac:spMk id="76" creationId="{510F363F-3FF3-B544-D220-6FE01F955ECE}"/>
          </ac:spMkLst>
        </pc:spChg>
        <pc:spChg chg="del">
          <ac:chgData name="Astrid PORTAPIA" userId="2917d6b1-a5f9-4736-b6ab-0183d20fa2b9" providerId="ADAL" clId="{4D078C87-218D-4910-A383-3D2D657F89EA}" dt="2026-08-11T09:10:30.488" v="40744" actId="478"/>
          <ac:spMkLst>
            <pc:docMk/>
            <pc:sldMk cId="3289346933" sldId="291"/>
            <ac:spMk id="78" creationId="{F9C66FB5-499F-8772-9EF8-E003304EA2E8}"/>
          </ac:spMkLst>
        </pc:spChg>
        <pc:spChg chg="mod">
          <ac:chgData name="Astrid PORTAPIA" userId="2917d6b1-a5f9-4736-b6ab-0183d20fa2b9" providerId="ADAL" clId="{4D078C87-218D-4910-A383-3D2D657F89EA}" dt="2026-08-11T09:13:37.013" v="40848" actId="14100"/>
          <ac:spMkLst>
            <pc:docMk/>
            <pc:sldMk cId="3289346933" sldId="291"/>
            <ac:spMk id="80" creationId="{5885CCCA-EB8C-13C0-7D94-8FC342622BF3}"/>
          </ac:spMkLst>
        </pc:spChg>
        <pc:spChg chg="mod">
          <ac:chgData name="Astrid PORTAPIA" userId="2917d6b1-a5f9-4736-b6ab-0183d20fa2b9" providerId="ADAL" clId="{4D078C87-218D-4910-A383-3D2D657F89EA}" dt="2026-08-11T09:13:23.768" v="40847" actId="1036"/>
          <ac:spMkLst>
            <pc:docMk/>
            <pc:sldMk cId="3289346933" sldId="291"/>
            <ac:spMk id="81" creationId="{941791A3-421D-689E-3BCA-4FC1D681ABD5}"/>
          </ac:spMkLst>
        </pc:spChg>
        <pc:spChg chg="add mod">
          <ac:chgData name="Astrid PORTAPIA" userId="2917d6b1-a5f9-4736-b6ab-0183d20fa2b9" providerId="ADAL" clId="{4D078C87-218D-4910-A383-3D2D657F89EA}" dt="2026-08-11T09:28:36.173" v="41196" actId="20577"/>
          <ac:spMkLst>
            <pc:docMk/>
            <pc:sldMk cId="3289346933" sldId="291"/>
            <ac:spMk id="82" creationId="{01C45F62-7A37-95BF-F10A-734B2574A20C}"/>
          </ac:spMkLst>
        </pc:spChg>
        <pc:spChg chg="add mod">
          <ac:chgData name="Astrid PORTAPIA" userId="2917d6b1-a5f9-4736-b6ab-0183d20fa2b9" providerId="ADAL" clId="{4D078C87-218D-4910-A383-3D2D657F89EA}" dt="2026-08-11T09:27:53.220" v="41177" actId="1076"/>
          <ac:spMkLst>
            <pc:docMk/>
            <pc:sldMk cId="3289346933" sldId="291"/>
            <ac:spMk id="84" creationId="{2731C60D-C686-2023-44F0-BDCE69EA9FF5}"/>
          </ac:spMkLst>
        </pc:spChg>
        <pc:spChg chg="add mod">
          <ac:chgData name="Astrid PORTAPIA" userId="2917d6b1-a5f9-4736-b6ab-0183d20fa2b9" providerId="ADAL" clId="{4D078C87-218D-4910-A383-3D2D657F89EA}" dt="2026-08-11T09:27:53.220" v="41177" actId="1076"/>
          <ac:spMkLst>
            <pc:docMk/>
            <pc:sldMk cId="3289346933" sldId="291"/>
            <ac:spMk id="86" creationId="{0DE5B6E6-FDB8-C72C-13D9-3DD4AE55AE1C}"/>
          </ac:spMkLst>
        </pc:spChg>
        <pc:spChg chg="add mod">
          <ac:chgData name="Astrid PORTAPIA" userId="2917d6b1-a5f9-4736-b6ab-0183d20fa2b9" providerId="ADAL" clId="{4D078C87-218D-4910-A383-3D2D657F89EA}" dt="2026-08-11T09:28:38.484" v="41198" actId="20577"/>
          <ac:spMkLst>
            <pc:docMk/>
            <pc:sldMk cId="3289346933" sldId="291"/>
            <ac:spMk id="88" creationId="{34DA41F0-B205-3EBF-3B7A-0F225A78C6F5}"/>
          </ac:spMkLst>
        </pc:spChg>
        <pc:spChg chg="add mod">
          <ac:chgData name="Astrid PORTAPIA" userId="2917d6b1-a5f9-4736-b6ab-0183d20fa2b9" providerId="ADAL" clId="{4D078C87-218D-4910-A383-3D2D657F89EA}" dt="2026-08-11T09:28:19.354" v="41192" actId="1076"/>
          <ac:spMkLst>
            <pc:docMk/>
            <pc:sldMk cId="3289346933" sldId="291"/>
            <ac:spMk id="90" creationId="{05205496-B98E-0504-C78F-DA4816B15BD8}"/>
          </ac:spMkLst>
        </pc:spChg>
        <pc:spChg chg="add mod">
          <ac:chgData name="Astrid PORTAPIA" userId="2917d6b1-a5f9-4736-b6ab-0183d20fa2b9" providerId="ADAL" clId="{4D078C87-218D-4910-A383-3D2D657F89EA}" dt="2026-08-11T09:28:19.354" v="41192" actId="1076"/>
          <ac:spMkLst>
            <pc:docMk/>
            <pc:sldMk cId="3289346933" sldId="291"/>
            <ac:spMk id="92" creationId="{08FE2039-A63B-725A-5623-7C7F4C68713D}"/>
          </ac:spMkLst>
        </pc:spChg>
        <pc:spChg chg="add mod">
          <ac:chgData name="Astrid PORTAPIA" userId="2917d6b1-a5f9-4736-b6ab-0183d20fa2b9" providerId="ADAL" clId="{4D078C87-218D-4910-A383-3D2D657F89EA}" dt="2026-08-11T09:28:56.237" v="41225" actId="20577"/>
          <ac:spMkLst>
            <pc:docMk/>
            <pc:sldMk cId="3289346933" sldId="291"/>
            <ac:spMk id="94" creationId="{0B3B862E-E7B7-B744-DD00-45321C8859E4}"/>
          </ac:spMkLst>
        </pc:spChg>
        <pc:spChg chg="add mod">
          <ac:chgData name="Astrid PORTAPIA" userId="2917d6b1-a5f9-4736-b6ab-0183d20fa2b9" providerId="ADAL" clId="{4D078C87-218D-4910-A383-3D2D657F89EA}" dt="2026-08-11T09:29:06.353" v="41227" actId="1076"/>
          <ac:spMkLst>
            <pc:docMk/>
            <pc:sldMk cId="3289346933" sldId="291"/>
            <ac:spMk id="96" creationId="{D4507B98-19CD-2941-A4E5-390EDF5D30F5}"/>
          </ac:spMkLst>
        </pc:spChg>
        <pc:spChg chg="add mod">
          <ac:chgData name="Astrid PORTAPIA" userId="2917d6b1-a5f9-4736-b6ab-0183d20fa2b9" providerId="ADAL" clId="{4D078C87-218D-4910-A383-3D2D657F89EA}" dt="2026-08-11T09:29:06.353" v="41227" actId="1076"/>
          <ac:spMkLst>
            <pc:docMk/>
            <pc:sldMk cId="3289346933" sldId="291"/>
            <ac:spMk id="98" creationId="{737B84E1-89F0-9950-DA4D-3F2A2F9C49D7}"/>
          </ac:spMkLst>
        </pc:spChg>
        <pc:spChg chg="add mod">
          <ac:chgData name="Astrid PORTAPIA" userId="2917d6b1-a5f9-4736-b6ab-0183d20fa2b9" providerId="ADAL" clId="{4D078C87-218D-4910-A383-3D2D657F89EA}" dt="2026-08-11T09:29:24.006" v="41248" actId="20577"/>
          <ac:spMkLst>
            <pc:docMk/>
            <pc:sldMk cId="3289346933" sldId="291"/>
            <ac:spMk id="100" creationId="{24F68EAE-68CF-F7FC-6995-569C2BE588C6}"/>
          </ac:spMkLst>
        </pc:spChg>
        <pc:spChg chg="add mod">
          <ac:chgData name="Astrid PORTAPIA" userId="2917d6b1-a5f9-4736-b6ab-0183d20fa2b9" providerId="ADAL" clId="{4D078C87-218D-4910-A383-3D2D657F89EA}" dt="2026-08-11T09:29:31.776" v="41250" actId="1076"/>
          <ac:spMkLst>
            <pc:docMk/>
            <pc:sldMk cId="3289346933" sldId="291"/>
            <ac:spMk id="102" creationId="{9E21E766-9A2A-6C22-B3A1-E0B32D408842}"/>
          </ac:spMkLst>
        </pc:spChg>
        <pc:spChg chg="add mod">
          <ac:chgData name="Astrid PORTAPIA" userId="2917d6b1-a5f9-4736-b6ab-0183d20fa2b9" providerId="ADAL" clId="{4D078C87-218D-4910-A383-3D2D657F89EA}" dt="2026-08-11T09:29:31.776" v="41250" actId="1076"/>
          <ac:spMkLst>
            <pc:docMk/>
            <pc:sldMk cId="3289346933" sldId="291"/>
            <ac:spMk id="104" creationId="{D7CD1F3A-1319-D2D0-8562-E5C1C15D9BC4}"/>
          </ac:spMkLst>
        </pc:spChg>
        <pc:spChg chg="add mod">
          <ac:chgData name="Astrid PORTAPIA" userId="2917d6b1-a5f9-4736-b6ab-0183d20fa2b9" providerId="ADAL" clId="{4D078C87-218D-4910-A383-3D2D657F89EA}" dt="2026-08-11T09:29:47.703" v="41268" actId="20577"/>
          <ac:spMkLst>
            <pc:docMk/>
            <pc:sldMk cId="3289346933" sldId="291"/>
            <ac:spMk id="106" creationId="{91202F4B-AFDD-07D2-6A6C-0328B822C607}"/>
          </ac:spMkLst>
        </pc:spChg>
        <pc:spChg chg="add mod">
          <ac:chgData name="Astrid PORTAPIA" userId="2917d6b1-a5f9-4736-b6ab-0183d20fa2b9" providerId="ADAL" clId="{4D078C87-218D-4910-A383-3D2D657F89EA}" dt="2026-08-11T09:30:00.740" v="41270" actId="1076"/>
          <ac:spMkLst>
            <pc:docMk/>
            <pc:sldMk cId="3289346933" sldId="291"/>
            <ac:spMk id="108" creationId="{D89867BF-986A-B730-7343-FA7F100891C9}"/>
          </ac:spMkLst>
        </pc:spChg>
        <pc:spChg chg="add mod">
          <ac:chgData name="Astrid PORTAPIA" userId="2917d6b1-a5f9-4736-b6ab-0183d20fa2b9" providerId="ADAL" clId="{4D078C87-218D-4910-A383-3D2D657F89EA}" dt="2026-08-11T09:30:16.877" v="41273" actId="1076"/>
          <ac:spMkLst>
            <pc:docMk/>
            <pc:sldMk cId="3289346933" sldId="291"/>
            <ac:spMk id="110" creationId="{AC1C522D-133A-877D-B8AD-DD5C2D5E13AB}"/>
          </ac:spMkLst>
        </pc:spChg>
        <pc:spChg chg="add mod">
          <ac:chgData name="Astrid PORTAPIA" userId="2917d6b1-a5f9-4736-b6ab-0183d20fa2b9" providerId="ADAL" clId="{4D078C87-218D-4910-A383-3D2D657F89EA}" dt="2026-08-11T09:30:40.548" v="41276" actId="196"/>
          <ac:spMkLst>
            <pc:docMk/>
            <pc:sldMk cId="3289346933" sldId="291"/>
            <ac:spMk id="112" creationId="{435723BC-E6DD-C9ED-55B7-AC97440F766B}"/>
          </ac:spMkLst>
        </pc:spChg>
        <pc:spChg chg="add mod">
          <ac:chgData name="Astrid PORTAPIA" userId="2917d6b1-a5f9-4736-b6ab-0183d20fa2b9" providerId="ADAL" clId="{4D078C87-218D-4910-A383-3D2D657F89EA}" dt="2026-08-11T09:30:48.955" v="41278" actId="1076"/>
          <ac:spMkLst>
            <pc:docMk/>
            <pc:sldMk cId="3289346933" sldId="291"/>
            <ac:spMk id="114" creationId="{48B8818B-CC55-A067-AC7C-A6890B5DD42F}"/>
          </ac:spMkLst>
        </pc:spChg>
        <pc:spChg chg="add mod">
          <ac:chgData name="Astrid PORTAPIA" userId="2917d6b1-a5f9-4736-b6ab-0183d20fa2b9" providerId="ADAL" clId="{4D078C87-218D-4910-A383-3D2D657F89EA}" dt="2026-08-11T09:31:24.424" v="41287" actId="1035"/>
          <ac:spMkLst>
            <pc:docMk/>
            <pc:sldMk cId="3289346933" sldId="291"/>
            <ac:spMk id="116" creationId="{C538879C-328D-3D69-28A4-CDD9F0948AAD}"/>
          </ac:spMkLst>
        </pc:spChg>
        <pc:spChg chg="add mod">
          <ac:chgData name="Astrid PORTAPIA" userId="2917d6b1-a5f9-4736-b6ab-0183d20fa2b9" providerId="ADAL" clId="{4D078C87-218D-4910-A383-3D2D657F89EA}" dt="2026-08-11T09:34:59.503" v="41420" actId="1076"/>
          <ac:spMkLst>
            <pc:docMk/>
            <pc:sldMk cId="3289346933" sldId="291"/>
            <ac:spMk id="118" creationId="{0B1066E1-06DB-8379-CCD5-68F01E4CCD07}"/>
          </ac:spMkLst>
        </pc:spChg>
        <pc:spChg chg="add mod">
          <ac:chgData name="Astrid PORTAPIA" userId="2917d6b1-a5f9-4736-b6ab-0183d20fa2b9" providerId="ADAL" clId="{4D078C87-218D-4910-A383-3D2D657F89EA}" dt="2026-08-11T09:34:59.503" v="41420" actId="1076"/>
          <ac:spMkLst>
            <pc:docMk/>
            <pc:sldMk cId="3289346933" sldId="291"/>
            <ac:spMk id="120" creationId="{34C774B8-BA6D-1653-886F-AEB44F826C8A}"/>
          </ac:spMkLst>
        </pc:spChg>
        <pc:spChg chg="add mod">
          <ac:chgData name="Astrid PORTAPIA" userId="2917d6b1-a5f9-4736-b6ab-0183d20fa2b9" providerId="ADAL" clId="{4D078C87-218D-4910-A383-3D2D657F89EA}" dt="2026-08-11T09:34:59.503" v="41420" actId="1076"/>
          <ac:spMkLst>
            <pc:docMk/>
            <pc:sldMk cId="3289346933" sldId="291"/>
            <ac:spMk id="122" creationId="{219A4884-226E-2B71-6E18-FF26B235072C}"/>
          </ac:spMkLst>
        </pc:spChg>
      </pc:sldChg>
      <pc:sldChg chg="addSp delSp modSp add mod modNotesTx">
        <pc:chgData name="Astrid PORTAPIA" userId="2917d6b1-a5f9-4736-b6ab-0183d20fa2b9" providerId="ADAL" clId="{4D078C87-218D-4910-A383-3D2D657F89EA}" dt="2026-08-12T07:42:26.044" v="46575" actId="20577"/>
        <pc:sldMkLst>
          <pc:docMk/>
          <pc:sldMk cId="914070956" sldId="292"/>
        </pc:sldMkLst>
        <pc:spChg chg="mod">
          <ac:chgData name="Astrid PORTAPIA" userId="2917d6b1-a5f9-4736-b6ab-0183d20fa2b9" providerId="ADAL" clId="{4D078C87-218D-4910-A383-3D2D657F89EA}" dt="2026-08-11T09:50:43.653" v="43138" actId="20577"/>
          <ac:spMkLst>
            <pc:docMk/>
            <pc:sldMk cId="914070956" sldId="292"/>
            <ac:spMk id="2" creationId="{CB45150E-44B1-5F64-9E41-2EDAEE728A38}"/>
          </ac:spMkLst>
        </pc:spChg>
        <pc:spChg chg="add mod">
          <ac:chgData name="Astrid PORTAPIA" userId="2917d6b1-a5f9-4736-b6ab-0183d20fa2b9" providerId="ADAL" clId="{4D078C87-218D-4910-A383-3D2D657F89EA}" dt="2026-08-11T09:53:55.847" v="43587" actId="1035"/>
          <ac:spMkLst>
            <pc:docMk/>
            <pc:sldMk cId="914070956" sldId="292"/>
            <ac:spMk id="6" creationId="{DC8517A9-89B1-7A9F-6447-67F29C02D7A5}"/>
          </ac:spMkLst>
        </pc:spChg>
        <pc:spChg chg="mod">
          <ac:chgData name="Astrid PORTAPIA" userId="2917d6b1-a5f9-4736-b6ab-0183d20fa2b9" providerId="ADAL" clId="{4D078C87-218D-4910-A383-3D2D657F89EA}" dt="2026-08-11T09:50:33.038" v="43116" actId="20577"/>
          <ac:spMkLst>
            <pc:docMk/>
            <pc:sldMk cId="914070956" sldId="292"/>
            <ac:spMk id="7" creationId="{9B77B077-8481-C30B-4E86-37BEA74DF684}"/>
          </ac:spMkLst>
        </pc:spChg>
        <pc:spChg chg="add mod">
          <ac:chgData name="Astrid PORTAPIA" userId="2917d6b1-a5f9-4736-b6ab-0183d20fa2b9" providerId="ADAL" clId="{4D078C87-218D-4910-A383-3D2D657F89EA}" dt="2026-08-11T09:58:49.315" v="43829" actId="1035"/>
          <ac:spMkLst>
            <pc:docMk/>
            <pc:sldMk cId="914070956" sldId="292"/>
            <ac:spMk id="10" creationId="{053CDAB0-D76C-CDAE-DD70-0D373D580B8A}"/>
          </ac:spMkLst>
        </pc:spChg>
        <pc:spChg chg="add mod">
          <ac:chgData name="Astrid PORTAPIA" userId="2917d6b1-a5f9-4736-b6ab-0183d20fa2b9" providerId="ADAL" clId="{4D078C87-218D-4910-A383-3D2D657F89EA}" dt="2026-08-11T09:59:49.233" v="43989" actId="20577"/>
          <ac:spMkLst>
            <pc:docMk/>
            <pc:sldMk cId="914070956" sldId="292"/>
            <ac:spMk id="12" creationId="{755E0396-39CA-FEF3-4A2D-E3709C750EAE}"/>
          </ac:spMkLst>
        </pc:spChg>
        <pc:spChg chg="add mod">
          <ac:chgData name="Astrid PORTAPIA" userId="2917d6b1-a5f9-4736-b6ab-0183d20fa2b9" providerId="ADAL" clId="{4D078C87-218D-4910-A383-3D2D657F89EA}" dt="2026-08-11T09:59:42.886" v="43987" actId="20577"/>
          <ac:spMkLst>
            <pc:docMk/>
            <pc:sldMk cId="914070956" sldId="292"/>
            <ac:spMk id="14" creationId="{964644BE-3D2D-9204-863C-4B289D758C17}"/>
          </ac:spMkLst>
        </pc:spChg>
        <pc:spChg chg="add mod">
          <ac:chgData name="Astrid PORTAPIA" userId="2917d6b1-a5f9-4736-b6ab-0183d20fa2b9" providerId="ADAL" clId="{4D078C87-218D-4910-A383-3D2D657F89EA}" dt="2026-08-11T10:02:46.403" v="44424" actId="1035"/>
          <ac:spMkLst>
            <pc:docMk/>
            <pc:sldMk cId="914070956" sldId="292"/>
            <ac:spMk id="16" creationId="{D8A536C6-7B5F-189C-906F-7A5C192C2A3A}"/>
          </ac:spMkLst>
        </pc:spChg>
        <pc:spChg chg="add mod">
          <ac:chgData name="Astrid PORTAPIA" userId="2917d6b1-a5f9-4736-b6ab-0183d20fa2b9" providerId="ADAL" clId="{4D078C87-218D-4910-A383-3D2D657F89EA}" dt="2026-08-11T10:02:46.403" v="44424" actId="1035"/>
          <ac:spMkLst>
            <pc:docMk/>
            <pc:sldMk cId="914070956" sldId="292"/>
            <ac:spMk id="18" creationId="{8F5B96D0-D2C6-BB7D-90D7-05033CB98761}"/>
          </ac:spMkLst>
        </pc:spChg>
        <pc:spChg chg="add mod">
          <ac:chgData name="Astrid PORTAPIA" userId="2917d6b1-a5f9-4736-b6ab-0183d20fa2b9" providerId="ADAL" clId="{4D078C87-218D-4910-A383-3D2D657F89EA}" dt="2026-08-11T10:02:46.403" v="44424" actId="1035"/>
          <ac:spMkLst>
            <pc:docMk/>
            <pc:sldMk cId="914070956" sldId="292"/>
            <ac:spMk id="20" creationId="{2D65B6AF-D700-9440-D77C-6F15C503DA9B}"/>
          </ac:spMkLst>
        </pc:spChg>
        <pc:spChg chg="mod">
          <ac:chgData name="Astrid PORTAPIA" userId="2917d6b1-a5f9-4736-b6ab-0183d20fa2b9" providerId="ADAL" clId="{4D078C87-218D-4910-A383-3D2D657F89EA}" dt="2026-08-11T09:50:59.025" v="43150" actId="20577"/>
          <ac:spMkLst>
            <pc:docMk/>
            <pc:sldMk cId="914070956" sldId="292"/>
            <ac:spMk id="69" creationId="{E8282A9E-2761-7D9D-E996-0099D109D503}"/>
          </ac:spMkLst>
        </pc:spChg>
        <pc:spChg chg="mod">
          <ac:chgData name="Astrid PORTAPIA" userId="2917d6b1-a5f9-4736-b6ab-0183d20fa2b9" providerId="ADAL" clId="{4D078C87-218D-4910-A383-3D2D657F89EA}" dt="2026-08-11T09:51:58.595" v="43374" actId="20577"/>
          <ac:spMkLst>
            <pc:docMk/>
            <pc:sldMk cId="914070956" sldId="292"/>
            <ac:spMk id="71" creationId="{9CD702DB-8C12-8AB7-A66B-2AE1B81D2170}"/>
          </ac:spMkLst>
        </pc:spChg>
        <pc:spChg chg="del">
          <ac:chgData name="Astrid PORTAPIA" userId="2917d6b1-a5f9-4736-b6ab-0183d20fa2b9" providerId="ADAL" clId="{4D078C87-218D-4910-A383-3D2D657F89EA}" dt="2026-08-11T09:51:12.763" v="43197" actId="478"/>
          <ac:spMkLst>
            <pc:docMk/>
            <pc:sldMk cId="914070956" sldId="292"/>
            <ac:spMk id="73" creationId="{EB6A020F-0322-E355-1B8B-F6A1346A12CC}"/>
          </ac:spMkLst>
        </pc:spChg>
        <pc:spChg chg="mod">
          <ac:chgData name="Astrid PORTAPIA" userId="2917d6b1-a5f9-4736-b6ab-0183d20fa2b9" providerId="ADAL" clId="{4D078C87-218D-4910-A383-3D2D657F89EA}" dt="2026-08-11T09:54:53.672" v="43597" actId="20577"/>
          <ac:spMkLst>
            <pc:docMk/>
            <pc:sldMk cId="914070956" sldId="292"/>
            <ac:spMk id="81" creationId="{96A8046E-EBB2-1745-84D5-00E115760BD5}"/>
          </ac:spMkLst>
        </pc:spChg>
        <pc:spChg chg="mod">
          <ac:chgData name="Astrid PORTAPIA" userId="2917d6b1-a5f9-4736-b6ab-0183d20fa2b9" providerId="ADAL" clId="{4D078C87-218D-4910-A383-3D2D657F89EA}" dt="2026-08-11T09:56:50.024" v="43649" actId="20577"/>
          <ac:spMkLst>
            <pc:docMk/>
            <pc:sldMk cId="914070956" sldId="292"/>
            <ac:spMk id="83" creationId="{40ED5034-7387-FF94-6C2D-6DF9B9CA6B9F}"/>
          </ac:spMkLst>
        </pc:spChg>
        <pc:spChg chg="mod">
          <ac:chgData name="Astrid PORTAPIA" userId="2917d6b1-a5f9-4736-b6ab-0183d20fa2b9" providerId="ADAL" clId="{4D078C87-218D-4910-A383-3D2D657F89EA}" dt="2026-08-11T10:00:22.362" v="44046" actId="20577"/>
          <ac:spMkLst>
            <pc:docMk/>
            <pc:sldMk cId="914070956" sldId="292"/>
            <ac:spMk id="93" creationId="{E0186003-A84C-4CA4-8D02-1D13E00CCE7D}"/>
          </ac:spMkLst>
        </pc:spChg>
        <pc:spChg chg="mod">
          <ac:chgData name="Astrid PORTAPIA" userId="2917d6b1-a5f9-4736-b6ab-0183d20fa2b9" providerId="ADAL" clId="{4D078C87-218D-4910-A383-3D2D657F89EA}" dt="2026-08-11T10:00:35.587" v="44122" actId="20577"/>
          <ac:spMkLst>
            <pc:docMk/>
            <pc:sldMk cId="914070956" sldId="292"/>
            <ac:spMk id="95" creationId="{E0CD9453-3ABA-9DD1-629B-66BBA247A269}"/>
          </ac:spMkLst>
        </pc:spChg>
        <pc:spChg chg="mod">
          <ac:chgData name="Astrid PORTAPIA" userId="2917d6b1-a5f9-4736-b6ab-0183d20fa2b9" providerId="ADAL" clId="{4D078C87-218D-4910-A383-3D2D657F89EA}" dt="2026-08-12T07:42:26.044" v="46575" actId="20577"/>
          <ac:spMkLst>
            <pc:docMk/>
            <pc:sldMk cId="914070956" sldId="292"/>
            <ac:spMk id="103" creationId="{CE2D5C1C-9347-1B38-CE46-5BE2916F428C}"/>
          </ac:spMkLst>
        </pc:spChg>
        <pc:spChg chg="mod">
          <ac:chgData name="Astrid PORTAPIA" userId="2917d6b1-a5f9-4736-b6ab-0183d20fa2b9" providerId="ADAL" clId="{4D078C87-218D-4910-A383-3D2D657F89EA}" dt="2026-08-11T09:53:51.495" v="43582" actId="1035"/>
          <ac:spMkLst>
            <pc:docMk/>
            <pc:sldMk cId="914070956" sldId="292"/>
            <ac:spMk id="107" creationId="{F583C0D4-45DA-A11A-C92B-9B794E465ACE}"/>
          </ac:spMkLst>
        </pc:spChg>
        <pc:spChg chg="del">
          <ac:chgData name="Astrid PORTAPIA" userId="2917d6b1-a5f9-4736-b6ab-0183d20fa2b9" providerId="ADAL" clId="{4D078C87-218D-4910-A383-3D2D657F89EA}" dt="2026-08-11T09:52:01.814" v="43375" actId="478"/>
          <ac:spMkLst>
            <pc:docMk/>
            <pc:sldMk cId="914070956" sldId="292"/>
            <ac:spMk id="111" creationId="{8BA077DB-45FD-52BE-476B-609F80E1B03E}"/>
          </ac:spMkLst>
        </pc:spChg>
        <pc:spChg chg="del">
          <ac:chgData name="Astrid PORTAPIA" userId="2917d6b1-a5f9-4736-b6ab-0183d20fa2b9" providerId="ADAL" clId="{4D078C87-218D-4910-A383-3D2D657F89EA}" dt="2026-08-11T09:56:54.434" v="43650" actId="478"/>
          <ac:spMkLst>
            <pc:docMk/>
            <pc:sldMk cId="914070956" sldId="292"/>
            <ac:spMk id="113" creationId="{60189BF9-7D3C-BC6F-D771-3E162EC55494}"/>
          </ac:spMkLst>
        </pc:spChg>
        <pc:spChg chg="del">
          <ac:chgData name="Astrid PORTAPIA" userId="2917d6b1-a5f9-4736-b6ab-0183d20fa2b9" providerId="ADAL" clId="{4D078C87-218D-4910-A383-3D2D657F89EA}" dt="2026-08-11T09:57:16.345" v="43652" actId="478"/>
          <ac:spMkLst>
            <pc:docMk/>
            <pc:sldMk cId="914070956" sldId="292"/>
            <ac:spMk id="115" creationId="{C8754D19-0EC9-0F9A-8B13-62980C14CDD6}"/>
          </ac:spMkLst>
        </pc:spChg>
        <pc:spChg chg="del">
          <ac:chgData name="Astrid PORTAPIA" userId="2917d6b1-a5f9-4736-b6ab-0183d20fa2b9" providerId="ADAL" clId="{4D078C87-218D-4910-A383-3D2D657F89EA}" dt="2026-08-11T09:57:14.161" v="43651" actId="478"/>
          <ac:spMkLst>
            <pc:docMk/>
            <pc:sldMk cId="914070956" sldId="292"/>
            <ac:spMk id="117" creationId="{362E6B9D-CD30-1E59-BF7C-755BF45565ED}"/>
          </ac:spMkLst>
        </pc:spChg>
        <pc:spChg chg="del">
          <ac:chgData name="Astrid PORTAPIA" userId="2917d6b1-a5f9-4736-b6ab-0183d20fa2b9" providerId="ADAL" clId="{4D078C87-218D-4910-A383-3D2D657F89EA}" dt="2026-08-11T10:00:50.921" v="44123" actId="478"/>
          <ac:spMkLst>
            <pc:docMk/>
            <pc:sldMk cId="914070956" sldId="292"/>
            <ac:spMk id="119" creationId="{C6F6E2F1-866A-8BBF-9E95-B1CD12239F4F}"/>
          </ac:spMkLst>
        </pc:spChg>
        <pc:spChg chg="del">
          <ac:chgData name="Astrid PORTAPIA" userId="2917d6b1-a5f9-4736-b6ab-0183d20fa2b9" providerId="ADAL" clId="{4D078C87-218D-4910-A383-3D2D657F89EA}" dt="2026-08-11T10:00:50.921" v="44123" actId="478"/>
          <ac:spMkLst>
            <pc:docMk/>
            <pc:sldMk cId="914070956" sldId="292"/>
            <ac:spMk id="121" creationId="{CB736148-5180-935B-7E13-113ABD63B196}"/>
          </ac:spMkLst>
        </pc:spChg>
        <pc:spChg chg="del">
          <ac:chgData name="Astrid PORTAPIA" userId="2917d6b1-a5f9-4736-b6ab-0183d20fa2b9" providerId="ADAL" clId="{4D078C87-218D-4910-A383-3D2D657F89EA}" dt="2026-08-11T10:00:50.921" v="44123" actId="478"/>
          <ac:spMkLst>
            <pc:docMk/>
            <pc:sldMk cId="914070956" sldId="292"/>
            <ac:spMk id="123" creationId="{231319FD-72A0-B3B2-AD47-0DE6FC1E243E}"/>
          </ac:spMkLst>
        </pc:spChg>
      </pc:sldChg>
      <pc:sldChg chg="addSp delSp modSp add mod modAnim modNotesTx">
        <pc:chgData name="Astrid PORTAPIA" userId="2917d6b1-a5f9-4736-b6ab-0183d20fa2b9" providerId="ADAL" clId="{4D078C87-218D-4910-A383-3D2D657F89EA}" dt="2026-08-11T10:48:24.792" v="46395" actId="20577"/>
        <pc:sldMkLst>
          <pc:docMk/>
          <pc:sldMk cId="4208264873" sldId="293"/>
        </pc:sldMkLst>
        <pc:spChg chg="mod">
          <ac:chgData name="Astrid PORTAPIA" userId="2917d6b1-a5f9-4736-b6ab-0183d20fa2b9" providerId="ADAL" clId="{4D078C87-218D-4910-A383-3D2D657F89EA}" dt="2026-08-11T10:05:01.434" v="44580" actId="20577"/>
          <ac:spMkLst>
            <pc:docMk/>
            <pc:sldMk cId="4208264873" sldId="293"/>
            <ac:spMk id="2" creationId="{6DD0DC2F-72C5-0FB9-66D7-E5E9DB004715}"/>
          </ac:spMkLst>
        </pc:spChg>
        <pc:spChg chg="mod">
          <ac:chgData name="Astrid PORTAPIA" userId="2917d6b1-a5f9-4736-b6ab-0183d20fa2b9" providerId="ADAL" clId="{4D078C87-218D-4910-A383-3D2D657F89EA}" dt="2026-08-11T10:10:39.773" v="44933" actId="692"/>
          <ac:spMkLst>
            <pc:docMk/>
            <pc:sldMk cId="4208264873" sldId="293"/>
            <ac:spMk id="4" creationId="{7DB8A966-8643-85AD-2773-1BD19CCCAFD5}"/>
          </ac:spMkLst>
        </pc:spChg>
        <pc:spChg chg="add mod">
          <ac:chgData name="Astrid PORTAPIA" userId="2917d6b1-a5f9-4736-b6ab-0183d20fa2b9" providerId="ADAL" clId="{4D078C87-218D-4910-A383-3D2D657F89EA}" dt="2026-08-11T10:09:31.680" v="44901" actId="1037"/>
          <ac:spMkLst>
            <pc:docMk/>
            <pc:sldMk cId="4208264873" sldId="293"/>
            <ac:spMk id="6" creationId="{590DE5A7-1032-E452-2139-2C1987785811}"/>
          </ac:spMkLst>
        </pc:spChg>
        <pc:spChg chg="add mod">
          <ac:chgData name="Astrid PORTAPIA" userId="2917d6b1-a5f9-4736-b6ab-0183d20fa2b9" providerId="ADAL" clId="{4D078C87-218D-4910-A383-3D2D657F89EA}" dt="2026-08-11T10:09:31.680" v="44901" actId="1037"/>
          <ac:spMkLst>
            <pc:docMk/>
            <pc:sldMk cId="4208264873" sldId="293"/>
            <ac:spMk id="8" creationId="{7A321FAC-76F1-B9EC-AD3D-3E72D4ED8665}"/>
          </ac:spMkLst>
        </pc:spChg>
        <pc:spChg chg="mod">
          <ac:chgData name="Astrid PORTAPIA" userId="2917d6b1-a5f9-4736-b6ab-0183d20fa2b9" providerId="ADAL" clId="{4D078C87-218D-4910-A383-3D2D657F89EA}" dt="2026-08-11T10:09:31.680" v="44901" actId="1037"/>
          <ac:spMkLst>
            <pc:docMk/>
            <pc:sldMk cId="4208264873" sldId="293"/>
            <ac:spMk id="9" creationId="{4909049B-07C4-26D2-E411-DE76F0DAD87B}"/>
          </ac:spMkLst>
        </pc:spChg>
        <pc:spChg chg="mod">
          <ac:chgData name="Astrid PORTAPIA" userId="2917d6b1-a5f9-4736-b6ab-0183d20fa2b9" providerId="ADAL" clId="{4D078C87-218D-4910-A383-3D2D657F89EA}" dt="2026-08-11T10:08:59.790" v="44871" actId="1037"/>
          <ac:spMkLst>
            <pc:docMk/>
            <pc:sldMk cId="4208264873" sldId="293"/>
            <ac:spMk id="11" creationId="{E3B4C50E-582D-596C-5BA3-2EF9335BC72E}"/>
          </ac:spMkLst>
        </pc:spChg>
        <pc:spChg chg="add mod">
          <ac:chgData name="Astrid PORTAPIA" userId="2917d6b1-a5f9-4736-b6ab-0183d20fa2b9" providerId="ADAL" clId="{4D078C87-218D-4910-A383-3D2D657F89EA}" dt="2026-08-11T10:09:31.680" v="44901" actId="1037"/>
          <ac:spMkLst>
            <pc:docMk/>
            <pc:sldMk cId="4208264873" sldId="293"/>
            <ac:spMk id="12" creationId="{FA93C531-CDD3-448F-B1B0-EFDB3775F0E0}"/>
          </ac:spMkLst>
        </pc:spChg>
        <pc:spChg chg="mod">
          <ac:chgData name="Astrid PORTAPIA" userId="2917d6b1-a5f9-4736-b6ab-0183d20fa2b9" providerId="ADAL" clId="{4D078C87-218D-4910-A383-3D2D657F89EA}" dt="2026-08-11T10:09:31.680" v="44901" actId="1037"/>
          <ac:spMkLst>
            <pc:docMk/>
            <pc:sldMk cId="4208264873" sldId="293"/>
            <ac:spMk id="13" creationId="{F3B670B9-F7C7-DC04-5EF9-DDF6377F09BB}"/>
          </ac:spMkLst>
        </pc:spChg>
        <pc:spChg chg="add mod">
          <ac:chgData name="Astrid PORTAPIA" userId="2917d6b1-a5f9-4736-b6ab-0183d20fa2b9" providerId="ADAL" clId="{4D078C87-218D-4910-A383-3D2D657F89EA}" dt="2026-08-11T10:32:24.938" v="45856" actId="20577"/>
          <ac:spMkLst>
            <pc:docMk/>
            <pc:sldMk cId="4208264873" sldId="293"/>
            <ac:spMk id="15" creationId="{9F2DD8B3-23C9-98E0-5E24-4550616FCDF5}"/>
          </ac:spMkLst>
        </pc:spChg>
        <pc:spChg chg="mod">
          <ac:chgData name="Astrid PORTAPIA" userId="2917d6b1-a5f9-4736-b6ab-0183d20fa2b9" providerId="ADAL" clId="{4D078C87-218D-4910-A383-3D2D657F89EA}" dt="2026-08-11T10:12:28.054" v="44992" actId="1036"/>
          <ac:spMkLst>
            <pc:docMk/>
            <pc:sldMk cId="4208264873" sldId="293"/>
            <ac:spMk id="16" creationId="{EB876188-9BAC-D5A3-5CDA-997A1D916324}"/>
          </ac:spMkLst>
        </pc:spChg>
        <pc:spChg chg="add mod">
          <ac:chgData name="Astrid PORTAPIA" userId="2917d6b1-a5f9-4736-b6ab-0183d20fa2b9" providerId="ADAL" clId="{4D078C87-218D-4910-A383-3D2D657F89EA}" dt="2026-08-11T10:11:48.615" v="44977" actId="14100"/>
          <ac:spMkLst>
            <pc:docMk/>
            <pc:sldMk cId="4208264873" sldId="293"/>
            <ac:spMk id="18" creationId="{6B0F8BC2-2510-A57A-83E1-EACA61D2BC30}"/>
          </ac:spMkLst>
        </pc:spChg>
        <pc:spChg chg="add mod">
          <ac:chgData name="Astrid PORTAPIA" userId="2917d6b1-a5f9-4736-b6ab-0183d20fa2b9" providerId="ADAL" clId="{4D078C87-218D-4910-A383-3D2D657F89EA}" dt="2026-08-11T10:11:48.615" v="44977" actId="14100"/>
          <ac:spMkLst>
            <pc:docMk/>
            <pc:sldMk cId="4208264873" sldId="293"/>
            <ac:spMk id="22" creationId="{FEF63BF6-1769-235D-92FC-675F716B67F7}"/>
          </ac:spMkLst>
        </pc:spChg>
        <pc:spChg chg="add mod">
          <ac:chgData name="Astrid PORTAPIA" userId="2917d6b1-a5f9-4736-b6ab-0183d20fa2b9" providerId="ADAL" clId="{4D078C87-218D-4910-A383-3D2D657F89EA}" dt="2026-08-11T10:11:48.615" v="44977" actId="14100"/>
          <ac:spMkLst>
            <pc:docMk/>
            <pc:sldMk cId="4208264873" sldId="293"/>
            <ac:spMk id="26" creationId="{E4BE2D16-EAA3-4DEE-5211-6B6567CBC6E8}"/>
          </ac:spMkLst>
        </pc:spChg>
        <pc:spChg chg="add del">
          <ac:chgData name="Astrid PORTAPIA" userId="2917d6b1-a5f9-4736-b6ab-0183d20fa2b9" providerId="ADAL" clId="{4D078C87-218D-4910-A383-3D2D657F89EA}" dt="2026-08-11T10:12:33.880" v="44993" actId="478"/>
          <ac:spMkLst>
            <pc:docMk/>
            <pc:sldMk cId="4208264873" sldId="293"/>
            <ac:spMk id="30" creationId="{6DA24F86-C43E-DDA8-36A5-835B1B3D39B4}"/>
          </ac:spMkLst>
        </pc:spChg>
        <pc:spChg chg="del">
          <ac:chgData name="Astrid PORTAPIA" userId="2917d6b1-a5f9-4736-b6ab-0183d20fa2b9" providerId="ADAL" clId="{4D078C87-218D-4910-A383-3D2D657F89EA}" dt="2026-08-11T10:10:05.602" v="44929" actId="478"/>
          <ac:spMkLst>
            <pc:docMk/>
            <pc:sldMk cId="4208264873" sldId="293"/>
            <ac:spMk id="33" creationId="{1FE6552B-CA71-88D3-BF62-771B3C65D07C}"/>
          </ac:spMkLst>
        </pc:spChg>
        <pc:spChg chg="add mod">
          <ac:chgData name="Astrid PORTAPIA" userId="2917d6b1-a5f9-4736-b6ab-0183d20fa2b9" providerId="ADAL" clId="{4D078C87-218D-4910-A383-3D2D657F89EA}" dt="2026-08-11T10:15:39.657" v="45009" actId="14100"/>
          <ac:spMkLst>
            <pc:docMk/>
            <pc:sldMk cId="4208264873" sldId="293"/>
            <ac:spMk id="34" creationId="{636F8C17-34A1-3EE5-6A7F-41895CD78A20}"/>
          </ac:spMkLst>
        </pc:spChg>
        <pc:spChg chg="add del mod">
          <ac:chgData name="Astrid PORTAPIA" userId="2917d6b1-a5f9-4736-b6ab-0183d20fa2b9" providerId="ADAL" clId="{4D078C87-218D-4910-A383-3D2D657F89EA}" dt="2026-08-11T10:15:03.108" v="45006"/>
          <ac:spMkLst>
            <pc:docMk/>
            <pc:sldMk cId="4208264873" sldId="293"/>
            <ac:spMk id="36" creationId="{FC482485-B0D7-88F3-7A31-DE0F8C60D1E8}"/>
          </ac:spMkLst>
        </pc:spChg>
        <pc:spChg chg="del">
          <ac:chgData name="Astrid PORTAPIA" userId="2917d6b1-a5f9-4736-b6ab-0183d20fa2b9" providerId="ADAL" clId="{4D078C87-218D-4910-A383-3D2D657F89EA}" dt="2026-08-11T10:10:05.602" v="44929" actId="478"/>
          <ac:spMkLst>
            <pc:docMk/>
            <pc:sldMk cId="4208264873" sldId="293"/>
            <ac:spMk id="37" creationId="{51FD9370-78EF-4C33-BC79-4F575194683A}"/>
          </ac:spMkLst>
        </pc:spChg>
        <pc:spChg chg="mod">
          <ac:chgData name="Astrid PORTAPIA" userId="2917d6b1-a5f9-4736-b6ab-0183d20fa2b9" providerId="ADAL" clId="{4D078C87-218D-4910-A383-3D2D657F89EA}" dt="2026-08-11T10:04:50.407" v="44533" actId="20577"/>
          <ac:spMkLst>
            <pc:docMk/>
            <pc:sldMk cId="4208264873" sldId="293"/>
            <ac:spMk id="41" creationId="{DF6E765F-BD51-0134-8C06-993FC5F31F18}"/>
          </ac:spMkLst>
        </pc:spChg>
        <pc:spChg chg="mod">
          <ac:chgData name="Astrid PORTAPIA" userId="2917d6b1-a5f9-4736-b6ab-0183d20fa2b9" providerId="ADAL" clId="{4D078C87-218D-4910-A383-3D2D657F89EA}" dt="2026-08-11T10:09:31.680" v="44901" actId="1037"/>
          <ac:spMkLst>
            <pc:docMk/>
            <pc:sldMk cId="4208264873" sldId="293"/>
            <ac:spMk id="42" creationId="{CA989B20-F2F0-A84B-65B8-45D86F86E1C2}"/>
          </ac:spMkLst>
        </pc:spChg>
        <pc:spChg chg="mod">
          <ac:chgData name="Astrid PORTAPIA" userId="2917d6b1-a5f9-4736-b6ab-0183d20fa2b9" providerId="ADAL" clId="{4D078C87-218D-4910-A383-3D2D657F89EA}" dt="2026-08-11T10:14:31.376" v="45000" actId="207"/>
          <ac:spMkLst>
            <pc:docMk/>
            <pc:sldMk cId="4208264873" sldId="293"/>
            <ac:spMk id="43" creationId="{D39D1521-8751-5B81-602A-4B66A757C20B}"/>
          </ac:spMkLst>
        </pc:spChg>
        <pc:spChg chg="mod">
          <ac:chgData name="Astrid PORTAPIA" userId="2917d6b1-a5f9-4736-b6ab-0183d20fa2b9" providerId="ADAL" clId="{4D078C87-218D-4910-A383-3D2D657F89EA}" dt="2026-08-11T10:14:51.828" v="45003" actId="207"/>
          <ac:spMkLst>
            <pc:docMk/>
            <pc:sldMk cId="4208264873" sldId="293"/>
            <ac:spMk id="44" creationId="{CAB72CEA-FDC8-7517-4E0F-A61D9D75F3E7}"/>
          </ac:spMkLst>
        </pc:spChg>
        <pc:spChg chg="add mod">
          <ac:chgData name="Astrid PORTAPIA" userId="2917d6b1-a5f9-4736-b6ab-0183d20fa2b9" providerId="ADAL" clId="{4D078C87-218D-4910-A383-3D2D657F89EA}" dt="2026-08-11T10:15:19.927" v="45008" actId="1076"/>
          <ac:spMkLst>
            <pc:docMk/>
            <pc:sldMk cId="4208264873" sldId="293"/>
            <ac:spMk id="45" creationId="{42026199-7B59-2C86-84AE-D84897FAA673}"/>
          </ac:spMkLst>
        </pc:spChg>
        <pc:spChg chg="add mod">
          <ac:chgData name="Astrid PORTAPIA" userId="2917d6b1-a5f9-4736-b6ab-0183d20fa2b9" providerId="ADAL" clId="{4D078C87-218D-4910-A383-3D2D657F89EA}" dt="2026-08-11T10:15:48.757" v="45010" actId="207"/>
          <ac:spMkLst>
            <pc:docMk/>
            <pc:sldMk cId="4208264873" sldId="293"/>
            <ac:spMk id="47" creationId="{411BF101-3306-1EE7-4663-360832E85A14}"/>
          </ac:spMkLst>
        </pc:spChg>
        <pc:spChg chg="add mod">
          <ac:chgData name="Astrid PORTAPIA" userId="2917d6b1-a5f9-4736-b6ab-0183d20fa2b9" providerId="ADAL" clId="{4D078C87-218D-4910-A383-3D2D657F89EA}" dt="2026-08-11T10:19:12.324" v="45204" actId="20577"/>
          <ac:spMkLst>
            <pc:docMk/>
            <pc:sldMk cId="4208264873" sldId="293"/>
            <ac:spMk id="49" creationId="{618643E5-F056-CABA-F2BD-90AEAEACAC42}"/>
          </ac:spMkLst>
        </pc:spChg>
        <pc:spChg chg="add mod">
          <ac:chgData name="Astrid PORTAPIA" userId="2917d6b1-a5f9-4736-b6ab-0183d20fa2b9" providerId="ADAL" clId="{4D078C87-218D-4910-A383-3D2D657F89EA}" dt="2026-08-11T10:20:59.308" v="45258" actId="1076"/>
          <ac:spMkLst>
            <pc:docMk/>
            <pc:sldMk cId="4208264873" sldId="293"/>
            <ac:spMk id="51" creationId="{8B69F8E6-BEFD-369F-8C55-69D6C3ADE695}"/>
          </ac:spMkLst>
        </pc:spChg>
        <pc:spChg chg="add mod">
          <ac:chgData name="Astrid PORTAPIA" userId="2917d6b1-a5f9-4736-b6ab-0183d20fa2b9" providerId="ADAL" clId="{4D078C87-218D-4910-A383-3D2D657F89EA}" dt="2026-08-11T10:20:53.577" v="45257" actId="1036"/>
          <ac:spMkLst>
            <pc:docMk/>
            <pc:sldMk cId="4208264873" sldId="293"/>
            <ac:spMk id="53" creationId="{EDE85F8C-5B1A-A346-FFD4-CDB9111A5463}"/>
          </ac:spMkLst>
        </pc:spChg>
        <pc:spChg chg="add mod">
          <ac:chgData name="Astrid PORTAPIA" userId="2917d6b1-a5f9-4736-b6ab-0183d20fa2b9" providerId="ADAL" clId="{4D078C87-218D-4910-A383-3D2D657F89EA}" dt="2026-08-11T10:20:53.577" v="45257" actId="1036"/>
          <ac:spMkLst>
            <pc:docMk/>
            <pc:sldMk cId="4208264873" sldId="293"/>
            <ac:spMk id="55" creationId="{6CAD8653-416D-F303-DB7E-0B7DDB66A56C}"/>
          </ac:spMkLst>
        </pc:spChg>
        <pc:spChg chg="add mod">
          <ac:chgData name="Astrid PORTAPIA" userId="2917d6b1-a5f9-4736-b6ab-0183d20fa2b9" providerId="ADAL" clId="{4D078C87-218D-4910-A383-3D2D657F89EA}" dt="2026-08-11T10:20:53.577" v="45257" actId="1036"/>
          <ac:spMkLst>
            <pc:docMk/>
            <pc:sldMk cId="4208264873" sldId="293"/>
            <ac:spMk id="57" creationId="{39143B55-070A-E2C5-E940-AF4133560D0D}"/>
          </ac:spMkLst>
        </pc:spChg>
        <pc:spChg chg="add del mod">
          <ac:chgData name="Astrid PORTAPIA" userId="2917d6b1-a5f9-4736-b6ab-0183d20fa2b9" providerId="ADAL" clId="{4D078C87-218D-4910-A383-3D2D657F89EA}" dt="2026-08-11T10:20:02.053" v="45227" actId="478"/>
          <ac:spMkLst>
            <pc:docMk/>
            <pc:sldMk cId="4208264873" sldId="293"/>
            <ac:spMk id="59" creationId="{E723743A-1B29-31C0-D5C2-DCB0B8013F9B}"/>
          </ac:spMkLst>
        </pc:spChg>
        <pc:spChg chg="add mod">
          <ac:chgData name="Astrid PORTAPIA" userId="2917d6b1-a5f9-4736-b6ab-0183d20fa2b9" providerId="ADAL" clId="{4D078C87-218D-4910-A383-3D2D657F89EA}" dt="2026-08-11T10:19:44.712" v="45225" actId="1036"/>
          <ac:spMkLst>
            <pc:docMk/>
            <pc:sldMk cId="4208264873" sldId="293"/>
            <ac:spMk id="61" creationId="{0B098E2B-4E42-B2FF-A52F-E3B8EE0AD78C}"/>
          </ac:spMkLst>
        </pc:spChg>
        <pc:spChg chg="add mod">
          <ac:chgData name="Astrid PORTAPIA" userId="2917d6b1-a5f9-4736-b6ab-0183d20fa2b9" providerId="ADAL" clId="{4D078C87-218D-4910-A383-3D2D657F89EA}" dt="2026-08-11T10:19:44.712" v="45225" actId="1036"/>
          <ac:spMkLst>
            <pc:docMk/>
            <pc:sldMk cId="4208264873" sldId="293"/>
            <ac:spMk id="63" creationId="{66EF5C23-BDC7-2BCC-7407-8A9E0AD72984}"/>
          </ac:spMkLst>
        </pc:spChg>
        <pc:spChg chg="add mod">
          <ac:chgData name="Astrid PORTAPIA" userId="2917d6b1-a5f9-4736-b6ab-0183d20fa2b9" providerId="ADAL" clId="{4D078C87-218D-4910-A383-3D2D657F89EA}" dt="2026-08-11T10:19:44.712" v="45225" actId="1036"/>
          <ac:spMkLst>
            <pc:docMk/>
            <pc:sldMk cId="4208264873" sldId="293"/>
            <ac:spMk id="65" creationId="{8F854C9E-E604-7F2C-16F9-8E3A6FE1A0EE}"/>
          </ac:spMkLst>
        </pc:spChg>
        <pc:spChg chg="add mod">
          <ac:chgData name="Astrid PORTAPIA" userId="2917d6b1-a5f9-4736-b6ab-0183d20fa2b9" providerId="ADAL" clId="{4D078C87-218D-4910-A383-3D2D657F89EA}" dt="2026-08-11T10:21:03.371" v="45259" actId="1076"/>
          <ac:spMkLst>
            <pc:docMk/>
            <pc:sldMk cId="4208264873" sldId="293"/>
            <ac:spMk id="67" creationId="{6E4F0A69-26CC-8A61-FBB2-A8A201A05FDB}"/>
          </ac:spMkLst>
        </pc:spChg>
        <pc:spChg chg="add mod">
          <ac:chgData name="Astrid PORTAPIA" userId="2917d6b1-a5f9-4736-b6ab-0183d20fa2b9" providerId="ADAL" clId="{4D078C87-218D-4910-A383-3D2D657F89EA}" dt="2026-08-11T10:20:41.149" v="45240" actId="1035"/>
          <ac:spMkLst>
            <pc:docMk/>
            <pc:sldMk cId="4208264873" sldId="293"/>
            <ac:spMk id="69" creationId="{A4D78FF4-C049-FC9F-1D30-DB628C5D8B71}"/>
          </ac:spMkLst>
        </pc:spChg>
        <pc:spChg chg="add mod">
          <ac:chgData name="Astrid PORTAPIA" userId="2917d6b1-a5f9-4736-b6ab-0183d20fa2b9" providerId="ADAL" clId="{4D078C87-218D-4910-A383-3D2D657F89EA}" dt="2026-08-11T10:21:25.548" v="45261" actId="1076"/>
          <ac:spMkLst>
            <pc:docMk/>
            <pc:sldMk cId="4208264873" sldId="293"/>
            <ac:spMk id="71" creationId="{20D90B60-D07A-50FC-5403-CE15C8914C3F}"/>
          </ac:spMkLst>
        </pc:spChg>
        <pc:spChg chg="add mod">
          <ac:chgData name="Astrid PORTAPIA" userId="2917d6b1-a5f9-4736-b6ab-0183d20fa2b9" providerId="ADAL" clId="{4D078C87-218D-4910-A383-3D2D657F89EA}" dt="2026-08-11T10:23:30.999" v="45340" actId="207"/>
          <ac:spMkLst>
            <pc:docMk/>
            <pc:sldMk cId="4208264873" sldId="293"/>
            <ac:spMk id="73" creationId="{BAB4B36B-5561-2FB6-CB04-EC7AD9411E04}"/>
          </ac:spMkLst>
        </pc:spChg>
        <pc:spChg chg="add mod">
          <ac:chgData name="Astrid PORTAPIA" userId="2917d6b1-a5f9-4736-b6ab-0183d20fa2b9" providerId="ADAL" clId="{4D078C87-218D-4910-A383-3D2D657F89EA}" dt="2026-08-11T10:23:43.246" v="45342" actId="207"/>
          <ac:spMkLst>
            <pc:docMk/>
            <pc:sldMk cId="4208264873" sldId="293"/>
            <ac:spMk id="75" creationId="{9ECEDF00-123D-2F99-A38F-24A7214E834B}"/>
          </ac:spMkLst>
        </pc:spChg>
        <pc:spChg chg="add mod">
          <ac:chgData name="Astrid PORTAPIA" userId="2917d6b1-a5f9-4736-b6ab-0183d20fa2b9" providerId="ADAL" clId="{4D078C87-218D-4910-A383-3D2D657F89EA}" dt="2026-08-11T10:21:44.851" v="45278" actId="1076"/>
          <ac:spMkLst>
            <pc:docMk/>
            <pc:sldMk cId="4208264873" sldId="293"/>
            <ac:spMk id="77" creationId="{0DEF6E3E-E028-E6E7-5191-AE00B69B3917}"/>
          </ac:spMkLst>
        </pc:spChg>
        <pc:spChg chg="add mod">
          <ac:chgData name="Astrid PORTAPIA" userId="2917d6b1-a5f9-4736-b6ab-0183d20fa2b9" providerId="ADAL" clId="{4D078C87-218D-4910-A383-3D2D657F89EA}" dt="2026-08-11T10:21:57.590" v="45280" actId="1076"/>
          <ac:spMkLst>
            <pc:docMk/>
            <pc:sldMk cId="4208264873" sldId="293"/>
            <ac:spMk id="79" creationId="{147D12C4-19AB-F556-CD57-A6A9381BC66F}"/>
          </ac:spMkLst>
        </pc:spChg>
        <pc:spChg chg="mod">
          <ac:chgData name="Astrid PORTAPIA" userId="2917d6b1-a5f9-4736-b6ab-0183d20fa2b9" providerId="ADAL" clId="{4D078C87-218D-4910-A383-3D2D657F89EA}" dt="2026-08-11T10:09:46.256" v="44928" actId="20577"/>
          <ac:spMkLst>
            <pc:docMk/>
            <pc:sldMk cId="4208264873" sldId="293"/>
            <ac:spMk id="81" creationId="{447A4BA8-A4CE-4B52-FCED-A5EC972A509C}"/>
          </ac:spMkLst>
        </pc:spChg>
        <pc:spChg chg="del">
          <ac:chgData name="Astrid PORTAPIA" userId="2917d6b1-a5f9-4736-b6ab-0183d20fa2b9" providerId="ADAL" clId="{4D078C87-218D-4910-A383-3D2D657F89EA}" dt="2026-08-11T10:10:05.602" v="44929" actId="478"/>
          <ac:spMkLst>
            <pc:docMk/>
            <pc:sldMk cId="4208264873" sldId="293"/>
            <ac:spMk id="82" creationId="{2D69A6F3-DAB0-034B-9D4D-B0EEA2A7B425}"/>
          </ac:spMkLst>
        </pc:spChg>
        <pc:spChg chg="del">
          <ac:chgData name="Astrid PORTAPIA" userId="2917d6b1-a5f9-4736-b6ab-0183d20fa2b9" providerId="ADAL" clId="{4D078C87-218D-4910-A383-3D2D657F89EA}" dt="2026-08-11T10:10:05.602" v="44929" actId="478"/>
          <ac:spMkLst>
            <pc:docMk/>
            <pc:sldMk cId="4208264873" sldId="293"/>
            <ac:spMk id="84" creationId="{E9CFD0DD-1061-167B-1BE4-300EE3EFC301}"/>
          </ac:spMkLst>
        </pc:spChg>
        <pc:spChg chg="add mod">
          <ac:chgData name="Astrid PORTAPIA" userId="2917d6b1-a5f9-4736-b6ab-0183d20fa2b9" providerId="ADAL" clId="{4D078C87-218D-4910-A383-3D2D657F89EA}" dt="2026-08-11T10:21:57.590" v="45280" actId="1076"/>
          <ac:spMkLst>
            <pc:docMk/>
            <pc:sldMk cId="4208264873" sldId="293"/>
            <ac:spMk id="85" creationId="{A97BBDE8-D875-D9D7-C03F-69FD35B071C1}"/>
          </ac:spMkLst>
        </pc:spChg>
        <pc:spChg chg="add mod">
          <ac:chgData name="Astrid PORTAPIA" userId="2917d6b1-a5f9-4736-b6ab-0183d20fa2b9" providerId="ADAL" clId="{4D078C87-218D-4910-A383-3D2D657F89EA}" dt="2026-08-11T10:22:06.566" v="45333" actId="20577"/>
          <ac:spMkLst>
            <pc:docMk/>
            <pc:sldMk cId="4208264873" sldId="293"/>
            <ac:spMk id="89" creationId="{2E905DF7-2014-804F-A3FC-5F5E62A2100F}"/>
          </ac:spMkLst>
        </pc:spChg>
        <pc:spChg chg="del">
          <ac:chgData name="Astrid PORTAPIA" userId="2917d6b1-a5f9-4736-b6ab-0183d20fa2b9" providerId="ADAL" clId="{4D078C87-218D-4910-A383-3D2D657F89EA}" dt="2026-08-11T10:10:05.602" v="44929" actId="478"/>
          <ac:spMkLst>
            <pc:docMk/>
            <pc:sldMk cId="4208264873" sldId="293"/>
            <ac:spMk id="92" creationId="{F12E0B4A-E4F3-0A82-3EC1-A0574669260C}"/>
          </ac:spMkLst>
        </pc:spChg>
        <pc:spChg chg="add mod">
          <ac:chgData name="Astrid PORTAPIA" userId="2917d6b1-a5f9-4736-b6ab-0183d20fa2b9" providerId="ADAL" clId="{4D078C87-218D-4910-A383-3D2D657F89EA}" dt="2026-08-11T10:22:57.745" v="45337" actId="692"/>
          <ac:spMkLst>
            <pc:docMk/>
            <pc:sldMk cId="4208264873" sldId="293"/>
            <ac:spMk id="93" creationId="{8E66A25E-B46C-F530-39EC-5A8702C42C19}"/>
          </ac:spMkLst>
        </pc:spChg>
        <pc:spChg chg="del">
          <ac:chgData name="Astrid PORTAPIA" userId="2917d6b1-a5f9-4736-b6ab-0183d20fa2b9" providerId="ADAL" clId="{4D078C87-218D-4910-A383-3D2D657F89EA}" dt="2026-08-11T10:10:05.602" v="44929" actId="478"/>
          <ac:spMkLst>
            <pc:docMk/>
            <pc:sldMk cId="4208264873" sldId="293"/>
            <ac:spMk id="96" creationId="{C3AD2BF9-68F0-964D-53F0-AD394ECD77C8}"/>
          </ac:spMkLst>
        </pc:spChg>
        <pc:spChg chg="add mod">
          <ac:chgData name="Astrid PORTAPIA" userId="2917d6b1-a5f9-4736-b6ab-0183d20fa2b9" providerId="ADAL" clId="{4D078C87-218D-4910-A383-3D2D657F89EA}" dt="2026-08-11T10:23:57.086" v="45344" actId="1076"/>
          <ac:spMkLst>
            <pc:docMk/>
            <pc:sldMk cId="4208264873" sldId="293"/>
            <ac:spMk id="97" creationId="{C1D33B87-1531-690D-5134-3AFE70BD96C9}"/>
          </ac:spMkLst>
        </pc:spChg>
        <pc:spChg chg="add mod">
          <ac:chgData name="Astrid PORTAPIA" userId="2917d6b1-a5f9-4736-b6ab-0183d20fa2b9" providerId="ADAL" clId="{4D078C87-218D-4910-A383-3D2D657F89EA}" dt="2026-08-11T10:23:57.086" v="45344" actId="1076"/>
          <ac:spMkLst>
            <pc:docMk/>
            <pc:sldMk cId="4208264873" sldId="293"/>
            <ac:spMk id="101" creationId="{1DFB0314-4ED0-A76C-6277-38B1401585AE}"/>
          </ac:spMkLst>
        </pc:spChg>
        <pc:spChg chg="add mod">
          <ac:chgData name="Astrid PORTAPIA" userId="2917d6b1-a5f9-4736-b6ab-0183d20fa2b9" providerId="ADAL" clId="{4D078C87-218D-4910-A383-3D2D657F89EA}" dt="2026-08-11T10:28:09.833" v="45481" actId="1076"/>
          <ac:spMkLst>
            <pc:docMk/>
            <pc:sldMk cId="4208264873" sldId="293"/>
            <ac:spMk id="105" creationId="{1091A557-D4CF-062C-B961-F1B77B9BF61C}"/>
          </ac:spMkLst>
        </pc:spChg>
        <pc:spChg chg="del">
          <ac:chgData name="Astrid PORTAPIA" userId="2917d6b1-a5f9-4736-b6ab-0183d20fa2b9" providerId="ADAL" clId="{4D078C87-218D-4910-A383-3D2D657F89EA}" dt="2026-08-11T10:10:05.602" v="44929" actId="478"/>
          <ac:spMkLst>
            <pc:docMk/>
            <pc:sldMk cId="4208264873" sldId="293"/>
            <ac:spMk id="108" creationId="{F321D127-AEA0-5305-3037-D8FE16390C00}"/>
          </ac:spMkLst>
        </pc:spChg>
        <pc:spChg chg="add mod">
          <ac:chgData name="Astrid PORTAPIA" userId="2917d6b1-a5f9-4736-b6ab-0183d20fa2b9" providerId="ADAL" clId="{4D078C87-218D-4910-A383-3D2D657F89EA}" dt="2026-08-11T10:24:21.397" v="45359" actId="692"/>
          <ac:spMkLst>
            <pc:docMk/>
            <pc:sldMk cId="4208264873" sldId="293"/>
            <ac:spMk id="109" creationId="{DE2F3146-ECA3-7DC3-1CF8-1DDBED24E202}"/>
          </ac:spMkLst>
        </pc:spChg>
        <pc:spChg chg="del">
          <ac:chgData name="Astrid PORTAPIA" userId="2917d6b1-a5f9-4736-b6ab-0183d20fa2b9" providerId="ADAL" clId="{4D078C87-218D-4910-A383-3D2D657F89EA}" dt="2026-08-11T10:10:05.602" v="44929" actId="478"/>
          <ac:spMkLst>
            <pc:docMk/>
            <pc:sldMk cId="4208264873" sldId="293"/>
            <ac:spMk id="110" creationId="{329BA434-4F22-8731-CB0F-B75F6CA1FE09}"/>
          </ac:spMkLst>
        </pc:spChg>
        <pc:spChg chg="add mod">
          <ac:chgData name="Astrid PORTAPIA" userId="2917d6b1-a5f9-4736-b6ab-0183d20fa2b9" providerId="ADAL" clId="{4D078C87-218D-4910-A383-3D2D657F89EA}" dt="2026-08-11T10:24:47.743" v="45373" actId="1076"/>
          <ac:spMkLst>
            <pc:docMk/>
            <pc:sldMk cId="4208264873" sldId="293"/>
            <ac:spMk id="113" creationId="{8838A285-7E95-ED11-B564-EE224D5BFDF3}"/>
          </ac:spMkLst>
        </pc:spChg>
        <pc:spChg chg="del">
          <ac:chgData name="Astrid PORTAPIA" userId="2917d6b1-a5f9-4736-b6ab-0183d20fa2b9" providerId="ADAL" clId="{4D078C87-218D-4910-A383-3D2D657F89EA}" dt="2026-08-11T10:10:05.602" v="44929" actId="478"/>
          <ac:spMkLst>
            <pc:docMk/>
            <pc:sldMk cId="4208264873" sldId="293"/>
            <ac:spMk id="114" creationId="{12352970-6968-7CC6-6317-D3288D23CDCB}"/>
          </ac:spMkLst>
        </pc:spChg>
        <pc:spChg chg="add mod">
          <ac:chgData name="Astrid PORTAPIA" userId="2917d6b1-a5f9-4736-b6ab-0183d20fa2b9" providerId="ADAL" clId="{4D078C87-218D-4910-A383-3D2D657F89EA}" dt="2026-08-11T10:24:47.743" v="45373" actId="1076"/>
          <ac:spMkLst>
            <pc:docMk/>
            <pc:sldMk cId="4208264873" sldId="293"/>
            <ac:spMk id="117" creationId="{C2EA41AB-C4DA-E183-DC67-2C593BF9E9D9}"/>
          </ac:spMkLst>
        </pc:spChg>
        <pc:spChg chg="del">
          <ac:chgData name="Astrid PORTAPIA" userId="2917d6b1-a5f9-4736-b6ab-0183d20fa2b9" providerId="ADAL" clId="{4D078C87-218D-4910-A383-3D2D657F89EA}" dt="2026-08-11T10:10:05.602" v="44929" actId="478"/>
          <ac:spMkLst>
            <pc:docMk/>
            <pc:sldMk cId="4208264873" sldId="293"/>
            <ac:spMk id="118" creationId="{184BEA3D-754A-F69C-6363-82330987F0BC}"/>
          </ac:spMkLst>
        </pc:spChg>
        <pc:spChg chg="add mod">
          <ac:chgData name="Astrid PORTAPIA" userId="2917d6b1-a5f9-4736-b6ab-0183d20fa2b9" providerId="ADAL" clId="{4D078C87-218D-4910-A383-3D2D657F89EA}" dt="2026-08-11T10:24:58.049" v="45394" actId="20577"/>
          <ac:spMkLst>
            <pc:docMk/>
            <pc:sldMk cId="4208264873" sldId="293"/>
            <ac:spMk id="121" creationId="{8215509C-6982-2788-EBCB-807DF921288B}"/>
          </ac:spMkLst>
        </pc:spChg>
        <pc:spChg chg="add del mod">
          <ac:chgData name="Astrid PORTAPIA" userId="2917d6b1-a5f9-4736-b6ab-0183d20fa2b9" providerId="ADAL" clId="{4D078C87-218D-4910-A383-3D2D657F89EA}" dt="2026-08-11T10:24:45.874" v="45371" actId="22"/>
          <ac:spMkLst>
            <pc:docMk/>
            <pc:sldMk cId="4208264873" sldId="293"/>
            <ac:spMk id="124" creationId="{18588C8A-D2EF-643F-2B84-95CC0464EABE}"/>
          </ac:spMkLst>
        </pc:spChg>
        <pc:spChg chg="add mod">
          <ac:chgData name="Astrid PORTAPIA" userId="2917d6b1-a5f9-4736-b6ab-0183d20fa2b9" providerId="ADAL" clId="{4D078C87-218D-4910-A383-3D2D657F89EA}" dt="2026-08-11T10:25:11.988" v="45396" actId="1076"/>
          <ac:spMkLst>
            <pc:docMk/>
            <pc:sldMk cId="4208264873" sldId="293"/>
            <ac:spMk id="126" creationId="{9C6A8878-815F-ACE8-339A-7D4DBFE49323}"/>
          </ac:spMkLst>
        </pc:spChg>
        <pc:spChg chg="add mod">
          <ac:chgData name="Astrid PORTAPIA" userId="2917d6b1-a5f9-4736-b6ab-0183d20fa2b9" providerId="ADAL" clId="{4D078C87-218D-4910-A383-3D2D657F89EA}" dt="2026-08-11T10:26:35.747" v="45440" actId="1037"/>
          <ac:spMkLst>
            <pc:docMk/>
            <pc:sldMk cId="4208264873" sldId="293"/>
            <ac:spMk id="128" creationId="{B7A8D7A9-224E-6E62-FAA1-FA029C3D054C}"/>
          </ac:spMkLst>
        </pc:spChg>
        <pc:spChg chg="add del">
          <ac:chgData name="Astrid PORTAPIA" userId="2917d6b1-a5f9-4736-b6ab-0183d20fa2b9" providerId="ADAL" clId="{4D078C87-218D-4910-A383-3D2D657F89EA}" dt="2026-08-11T10:26:30.756" v="45435" actId="478"/>
          <ac:spMkLst>
            <pc:docMk/>
            <pc:sldMk cId="4208264873" sldId="293"/>
            <ac:spMk id="129" creationId="{6D95F7F7-26AA-7DBF-9AA2-ACB463E11C6C}"/>
          </ac:spMkLst>
        </pc:spChg>
        <pc:spChg chg="add mod">
          <ac:chgData name="Astrid PORTAPIA" userId="2917d6b1-a5f9-4736-b6ab-0183d20fa2b9" providerId="ADAL" clId="{4D078C87-218D-4910-A383-3D2D657F89EA}" dt="2026-08-11T10:27:47.590" v="45471" actId="692"/>
          <ac:spMkLst>
            <pc:docMk/>
            <pc:sldMk cId="4208264873" sldId="293"/>
            <ac:spMk id="130" creationId="{67AE79AF-FEDA-5E68-6F4A-847013D82892}"/>
          </ac:spMkLst>
        </pc:spChg>
        <pc:spChg chg="add mod">
          <ac:chgData name="Astrid PORTAPIA" userId="2917d6b1-a5f9-4736-b6ab-0183d20fa2b9" providerId="ADAL" clId="{4D078C87-218D-4910-A383-3D2D657F89EA}" dt="2026-08-11T10:27:54.037" v="45478" actId="692"/>
          <ac:spMkLst>
            <pc:docMk/>
            <pc:sldMk cId="4208264873" sldId="293"/>
            <ac:spMk id="132" creationId="{6D1B10B5-618F-A4A4-562F-21A4E991C376}"/>
          </ac:spMkLst>
        </pc:spChg>
        <pc:spChg chg="add mod">
          <ac:chgData name="Astrid PORTAPIA" userId="2917d6b1-a5f9-4736-b6ab-0183d20fa2b9" providerId="ADAL" clId="{4D078C87-218D-4910-A383-3D2D657F89EA}" dt="2026-08-11T10:28:18.109" v="45482" actId="1076"/>
          <ac:spMkLst>
            <pc:docMk/>
            <pc:sldMk cId="4208264873" sldId="293"/>
            <ac:spMk id="134" creationId="{B4724FE2-098C-F11F-EF18-FCB5E1DB0DEA}"/>
          </ac:spMkLst>
        </pc:spChg>
        <pc:spChg chg="add mod">
          <ac:chgData name="Astrid PORTAPIA" userId="2917d6b1-a5f9-4736-b6ab-0183d20fa2b9" providerId="ADAL" clId="{4D078C87-218D-4910-A383-3D2D657F89EA}" dt="2026-08-11T10:29:49.427" v="45489" actId="692"/>
          <ac:spMkLst>
            <pc:docMk/>
            <pc:sldMk cId="4208264873" sldId="293"/>
            <ac:spMk id="136" creationId="{7494E62D-1CE5-C076-FF66-FF59BFB49C64}"/>
          </ac:spMkLst>
        </pc:spChg>
        <pc:spChg chg="add mod">
          <ac:chgData name="Astrid PORTAPIA" userId="2917d6b1-a5f9-4736-b6ab-0183d20fa2b9" providerId="ADAL" clId="{4D078C87-218D-4910-A383-3D2D657F89EA}" dt="2026-08-11T10:29:49.427" v="45489" actId="692"/>
          <ac:spMkLst>
            <pc:docMk/>
            <pc:sldMk cId="4208264873" sldId="293"/>
            <ac:spMk id="138" creationId="{83BC09C4-1C98-27CD-08D4-DA299DF12F15}"/>
          </ac:spMkLst>
        </pc:sp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1" dt="2026-07-23T12:57:24.622" idx="5">
    <p:pos x="10" y="10"/>
    <p:text>Avant cette diapo il manque des éléments de contexte expliquant le problème que l’on cherche à résoudre</p:text>
    <p:extLst>
      <p:ext uri="{C676402C-5697-4E1C-873F-D02D1690AC5C}">
        <p15:threadingInfo xmlns:p15="http://schemas.microsoft.com/office/powerpoint/2012/main" timeZoneBias="-120"/>
      </p:ext>
    </p:extLst>
  </p:cm>
  <p:cm authorId="2" dt="2026-07-23T16:31:26.522" idx="1">
    <p:pos x="10" y="106"/>
    <p:text>C'est fait, dis moi ce que tu en penses!</p:text>
    <p:extLst>
      <p:ext uri="{C676402C-5697-4E1C-873F-D02D1690AC5C}">
        <p15:threadingInfo xmlns:p15="http://schemas.microsoft.com/office/powerpoint/2012/main" timeZoneBias="-120">
          <p15:parentCm authorId="1" idx="5"/>
        </p15:threadingInfo>
      </p:ext>
    </p:extLst>
  </p:cm>
  <p:cm authorId="1" dt="2026-07-23T08:24:10.326" idx="10">
    <p:pos x="10" y="202"/>
    <p:text>on voit bien le problème métier et l'objectif. Dans la partie pourquoi c'est difficile je rajouterai bien Une perturbation ne doit pas seulement être corrigée, elle doit être corrigée avec le moins d'impact possible sur le reste de l'emploi du temps (en réponse aux effets en cascade ou aux inter-dépendances)
</p:text>
    <p:extLst>
      <p:ext uri="{C676402C-5697-4E1C-873F-D02D1690AC5C}">
        <p15:threadingInfo xmlns:p15="http://schemas.microsoft.com/office/powerpoint/2012/main" timeZoneBias="420">
          <p15:parentCm authorId="1" idx="5"/>
        </p15:threadingInfo>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6-07-23T12:59:26.260" idx="3">
    <p:pos x="106" y="106"/>
    <p:text>Quelle est le message clé à retenir de cette diapo ? Est ce du type « plus que le nombre de cours, c'est la combinaison des contraintes qui rend le problème difficile. »?</p:text>
    <p:extLst>
      <p:ext uri="{C676402C-5697-4E1C-873F-D02D1690AC5C}">
        <p15:threadingInfo xmlns:p15="http://schemas.microsoft.com/office/powerpoint/2012/main" timeZoneBias="-120"/>
      </p:ext>
    </p:extLst>
  </p:cm>
  <p:cm authorId="2" dt="2026-07-23T16:32:48.120" idx="2">
    <p:pos x="106" y="202"/>
    <p:text>C'est simplement une petite présentation des données et du vocabulaire qui vont être utilisés dans la suite. Cela permet de comprendre pourquoi ce problème d'emploi du temps est si complexe</p:text>
    <p:extLst>
      <p:ext uri="{C676402C-5697-4E1C-873F-D02D1690AC5C}">
        <p15:threadingInfo xmlns:p15="http://schemas.microsoft.com/office/powerpoint/2012/main" timeZoneBias="-120">
          <p15:parentCm authorId="1" idx="3"/>
        </p15:threadingInfo>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6-07-23T12:54:13.143" idx="1">
    <p:pos x="5135" y="2545"/>
    <p:text>Il manque un encart expliquant pour la solution CP-SAT a été choisie </p:text>
    <p:extLst>
      <p:ext uri="{C676402C-5697-4E1C-873F-D02D1690AC5C}">
        <p15:threadingInfo xmlns:p15="http://schemas.microsoft.com/office/powerpoint/2012/main" timeZoneBias="-12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6-07-23T13:01:15.756" idx="4">
    <p:pos x="10" y="10"/>
    <p:text>CP-SAT c’est un acronyme? Ça veut dire quoi ? CP = ??? SAT = ???
idem pour OR-Tools, OR = ???
est-ce que l'on peut ajouter des hyperliens vers des définitions techniques, si utile</p:text>
    <p:extLst>
      <p:ext uri="{C676402C-5697-4E1C-873F-D02D1690AC5C}">
        <p15:threadingInfo xmlns:p15="http://schemas.microsoft.com/office/powerpoint/2012/main" timeZoneBias="-120"/>
      </p:ext>
    </p:extLst>
  </p:cm>
  <p:cm authorId="2" dt="2026-07-23T17:00:38.377" idx="3">
    <p:pos x="10" y="106"/>
    <p:text>Je mets les noms en notes, cela permet de ne pas surcharger les slides je trouve. Tu préfères que je les mettes directement dessus ?</p:text>
    <p:extLst>
      <p:ext uri="{C676402C-5697-4E1C-873F-D02D1690AC5C}">
        <p15:threadingInfo xmlns:p15="http://schemas.microsoft.com/office/powerpoint/2012/main" timeZoneBias="-120">
          <p15:parentCm authorId="1" idx="4"/>
        </p15:threadingInfo>
      </p:ext>
    </p:extLst>
  </p:cm>
  <p:cm authorId="1" dt="2026-07-23T08:26:41.503" idx="11">
    <p:pos x="10" y="202"/>
    <p:text>ah ok je n'avais pas vu, alors peut-être une petite note au début du doc pour indiquer cela ou comme je te le suggérai plus loin faire une slide glossaire en annexe à la fin
</p:text>
    <p:extLst>
      <p:ext uri="{C676402C-5697-4E1C-873F-D02D1690AC5C}">
        <p15:threadingInfo xmlns:p15="http://schemas.microsoft.com/office/powerpoint/2012/main" timeZoneBias="420">
          <p15:parentCm authorId="1" idx="4"/>
        </p15:threadingInfo>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6-07-23T08:00:05.194" idx="7">
    <p:pos x="507" y="99"/>
    <p:text>je me dis qu'ajouter un mini glossaire pourrait-être utile. CDCL, Branching = ???
</p:text>
    <p:extLst>
      <p:ext uri="{C676402C-5697-4E1C-873F-D02D1690AC5C}">
        <p15:threadingInfo xmlns:p15="http://schemas.microsoft.com/office/powerpoint/2012/main" timeZoneBias="420"/>
      </p:ext>
    </p:extLst>
  </p:cm>
  <p:cm authorId="2" dt="2026-07-24T10:59:32.275" idx="5">
    <p:pos x="507" y="195"/>
    <p:text>J'ai mis le glossaire a la fin du ppt</p:text>
    <p:extLst>
      <p:ext uri="{C676402C-5697-4E1C-873F-D02D1690AC5C}">
        <p15:threadingInfo xmlns:p15="http://schemas.microsoft.com/office/powerpoint/2012/main" timeZoneBias="-120">
          <p15:parentCm authorId="1" idx="7"/>
        </p15:threadingInfo>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6-07-23T08:08:22.478" idx="8">
    <p:pos x="778" y="257"/>
    <p:text>greedy ? tout le monde sait ce que c'est ?
</p:text>
    <p:extLst>
      <p:ext uri="{C676402C-5697-4E1C-873F-D02D1690AC5C}">
        <p15:threadingInfo xmlns:p15="http://schemas.microsoft.com/office/powerpoint/2012/main" timeZoneBias="420"/>
      </p:ext>
    </p:extLst>
  </p:cm>
  <p:cm authorId="2" dt="2026-07-24T09:55:04.779" idx="4">
    <p:pos x="778" y="353"/>
    <p:text>j'ai déplacé la slide d'explication du greedy juste avant cette slide-ci, cela devrait être plus clair</p:text>
    <p:extLst>
      <p:ext uri="{C676402C-5697-4E1C-873F-D02D1690AC5C}">
        <p15:threadingInfo xmlns:p15="http://schemas.microsoft.com/office/powerpoint/2012/main" timeZoneBias="-120">
          <p15:parentCm authorId="1" idx="8"/>
        </p15:threadingInfo>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26-07-23T08:16:33.528" idx="13">
    <p:pos x="1354" y="-113"/>
    <p:text>est-ce que vous avez des leçons à retenir sur ce premier bilan (à faire ou ne pas faire) et qui pourrait servir à la poursuite du travail</p:text>
    <p:extLst>
      <p:ext uri="{C676402C-5697-4E1C-873F-D02D1690AC5C}">
        <p15:threadingInfo xmlns:p15="http://schemas.microsoft.com/office/powerpoint/2012/main" timeZoneBias="42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4985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29843-89A0-C7A8-D585-1183497251A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BE7E8B4-2718-8E4D-D895-4EE9A36240C7}"/>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FD876F3F-F1C7-E052-3A7D-BE57819C5C7A}"/>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752984AF-9AB2-1E9D-0976-AF43E0675C00}"/>
              </a:ext>
            </a:extLst>
          </p:cNvPr>
          <p:cNvSpPr>
            <a:spLocks noGrp="1"/>
          </p:cNvSpPr>
          <p:nvPr>
            <p:ph type="sldNum" sz="quarter" idx="5"/>
          </p:nvPr>
        </p:nvSpPr>
        <p:spPr/>
        <p:txBody>
          <a:bodyPr/>
          <a:lstStyle/>
          <a:p>
            <a:fld id="{7F724998-0A1F-4F6A-B295-D8D1B6EA4550}" type="slidenum">
              <a:rPr lang="fr-FR" smtClean="0"/>
              <a:t>2</a:t>
            </a:fld>
            <a:endParaRPr lang="fr-FR"/>
          </a:p>
        </p:txBody>
      </p:sp>
    </p:spTree>
    <p:extLst>
      <p:ext uri="{BB962C8B-B14F-4D97-AF65-F5344CB8AC3E}">
        <p14:creationId xmlns:p14="http://schemas.microsoft.com/office/powerpoint/2010/main" val="5550215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sz="1200" b="0" i="0" kern="1200" dirty="0">
                <a:solidFill>
                  <a:schemeClr val="tx1"/>
                </a:solidFill>
                <a:effectLst/>
                <a:latin typeface="+mn-lt"/>
                <a:ea typeface="+mn-ea"/>
                <a:cs typeface="+mn-cs"/>
              </a:rPr>
              <a:t>Le problème est NP-difficile car l'espace de recherche est de l'ordre de (|T|×|R|)^</a:t>
            </a:r>
            <a:r>
              <a:rPr lang="fr-FR" sz="1200" b="0" i="0" kern="1200" dirty="0" err="1">
                <a:solidFill>
                  <a:schemeClr val="tx1"/>
                </a:solidFill>
                <a:effectLst/>
                <a:latin typeface="+mn-lt"/>
                <a:ea typeface="+mn-ea"/>
                <a:cs typeface="+mn-cs"/>
              </a:rPr>
              <a:t>nb_sessions</a:t>
            </a:r>
            <a:r>
              <a:rPr lang="fr-FR" sz="1200" b="0" i="0" kern="1200" dirty="0">
                <a:solidFill>
                  <a:schemeClr val="tx1"/>
                </a:solidFill>
                <a:effectLst/>
                <a:latin typeface="+mn-lt"/>
                <a:ea typeface="+mn-ea"/>
                <a:cs typeface="+mn-cs"/>
              </a:rPr>
              <a:t>, ce qui est énorme.</a:t>
            </a:r>
            <a:endParaRPr lang="fr-FR" i="0" dirty="0"/>
          </a:p>
          <a:p>
            <a:endParaRPr lang="fr-FR" dirty="0"/>
          </a:p>
          <a:p>
            <a:r>
              <a:rPr lang="fr-FR" dirty="0" err="1"/>
              <a:t>LongLunch</a:t>
            </a:r>
            <a:r>
              <a:rPr lang="fr-FR" dirty="0"/>
              <a:t> pénalise s’il n’y a qu’une période libre pour manger parmi les </a:t>
            </a:r>
            <a:r>
              <a:rPr lang="fr-FR" dirty="0" err="1"/>
              <a:t>lunch_slots</a:t>
            </a:r>
            <a:r>
              <a:rPr lang="fr-FR" dirty="0"/>
              <a:t> (périodes durant lesquelles la cantine est ouverte) possibles, pénalise aussi si la période méridionale est fragmentée (par exemple si on a Lunch/Cours/Lunch durant les </a:t>
            </a:r>
            <a:r>
              <a:rPr lang="fr-FR" dirty="0" err="1"/>
              <a:t>lunch_slots</a:t>
            </a:r>
            <a:r>
              <a:rPr lang="fr-FR" dirty="0"/>
              <a:t>)</a:t>
            </a:r>
          </a:p>
          <a:p>
            <a:endParaRPr lang="fr-FR" dirty="0"/>
          </a:p>
          <a:p>
            <a:r>
              <a:rPr lang="fr-FR" dirty="0" err="1"/>
              <a:t>NoGap</a:t>
            </a:r>
            <a:r>
              <a:rPr lang="fr-FR" dirty="0"/>
              <a:t> pénalise s’il y a un ou plusieurs slots de libre (pas de cours) entre 2 cours (ne prend bien sûr pas en compte les créneaux laissés vides pour le repas)</a:t>
            </a:r>
          </a:p>
          <a:p>
            <a:endParaRPr lang="fr-FR" dirty="0"/>
          </a:p>
          <a:p>
            <a:r>
              <a:rPr lang="fr-FR" dirty="0" err="1"/>
              <a:t>NoLateDay</a:t>
            </a:r>
            <a:r>
              <a:rPr lang="fr-FR" dirty="0"/>
              <a:t> pénalise s’il y a des cours sur les 2 dernières périodes de la journée</a:t>
            </a:r>
          </a:p>
          <a:p>
            <a:endParaRPr lang="fr-FR" dirty="0"/>
          </a:p>
          <a:p>
            <a:r>
              <a:rPr lang="fr-FR" dirty="0" err="1"/>
              <a:t>Closer</a:t>
            </a:r>
            <a:r>
              <a:rPr lang="fr-FR" dirty="0"/>
              <a:t> pénalise si la salle du cours suivant n’est pas dans le même </a:t>
            </a:r>
            <a:r>
              <a:rPr lang="fr-FR" dirty="0" err="1"/>
              <a:t>batiment</a:t>
            </a:r>
            <a:r>
              <a:rPr lang="fr-FR" dirty="0"/>
              <a:t> que la salle du cours actuel</a:t>
            </a:r>
          </a:p>
        </p:txBody>
      </p:sp>
      <p:sp>
        <p:nvSpPr>
          <p:cNvPr id="4" name="Espace réservé du numéro de diapositive 3"/>
          <p:cNvSpPr>
            <a:spLocks noGrp="1"/>
          </p:cNvSpPr>
          <p:nvPr>
            <p:ph type="sldNum" sz="quarter" idx="5"/>
          </p:nvPr>
        </p:nvSpPr>
        <p:spPr/>
        <p:txBody>
          <a:bodyPr/>
          <a:lstStyle/>
          <a:p>
            <a:fld id="{7F724998-0A1F-4F6A-B295-D8D1B6EA4550}" type="slidenum">
              <a:rPr lang="fr-FR" smtClean="0"/>
              <a:t>3</a:t>
            </a:fld>
            <a:endParaRPr lang="fr-FR"/>
          </a:p>
        </p:txBody>
      </p:sp>
    </p:spTree>
    <p:extLst>
      <p:ext uri="{BB962C8B-B14F-4D97-AF65-F5344CB8AC3E}">
        <p14:creationId xmlns:p14="http://schemas.microsoft.com/office/powerpoint/2010/main" val="3680799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fr-FR"/>
          </a:p>
        </p:txBody>
      </p:sp>
      <p:sp>
        <p:nvSpPr>
          <p:cNvPr id="3" name="Espace réservé des notes 2"/>
          <p:cNvSpPr>
            <a:spLocks noGrp="1"/>
          </p:cNvSpPr>
          <p:nvPr>
            <p:ph type="body" idx="1"/>
          </p:nvPr>
        </p:nvSpPr>
        <p:spPr>
          <a:xfrm>
            <a:off x="685800" y="4400550"/>
            <a:ext cx="5486400" cy="3600450"/>
          </a:xfrm>
          <a:prstGeom prst="rect">
            <a:avLst/>
          </a:prstGeom>
        </p:spPr>
        <p:txBody>
          <a:bodyPr/>
          <a:lstStyle/>
          <a:p>
            <a:r>
              <a:rPr lang="fr-FR"/>
              <a:t>Après avoir fait l’état de l’art des approches souvent envisagées pour ce genre de problème, nous avons établit ce tableau. </a:t>
            </a:r>
          </a:p>
          <a:p>
            <a:r>
              <a:rPr lang="fr-FR"/>
              <a:t>La </a:t>
            </a:r>
            <a:r>
              <a:rPr lang="fr-FR" b="1"/>
              <a:t>flexibilité</a:t>
            </a:r>
            <a:r>
              <a:rPr lang="fr-FR"/>
              <a:t> est liée à la facilité de rajouter de nouvelles contraintes ou de nouvelles salles/profs/cours… </a:t>
            </a:r>
          </a:p>
          <a:p>
            <a:r>
              <a:rPr lang="fr-FR"/>
              <a:t>La </a:t>
            </a:r>
            <a:r>
              <a:rPr lang="fr-FR" b="1"/>
              <a:t>mise à l’échelle </a:t>
            </a:r>
            <a:r>
              <a:rPr lang="fr-FR"/>
              <a:t>qualifie la capacité de l’approche à fonctionner pour de petits modèles, mais aussi sur de gros modèles.</a:t>
            </a:r>
          </a:p>
          <a:p>
            <a:r>
              <a:rPr lang="fr-FR"/>
              <a:t>L’</a:t>
            </a:r>
            <a:r>
              <a:rPr lang="fr-FR" b="1"/>
              <a:t>optimalité</a:t>
            </a:r>
            <a:r>
              <a:rPr lang="fr-FR" b="0"/>
              <a:t> est un critère qui indique si toutes les contraintes (hard et soft) ont été respectées ou non, donc si la solution obtenue est la meilleure solution possible ou non.</a:t>
            </a:r>
          </a:p>
          <a:p>
            <a:r>
              <a:rPr lang="fr-FR" b="0"/>
              <a:t>La </a:t>
            </a:r>
            <a:r>
              <a:rPr lang="fr-FR" b="1" err="1"/>
              <a:t>qualite</a:t>
            </a:r>
            <a:r>
              <a:rPr lang="fr-FR" b="0"/>
              <a:t> de la solution nous indique le niveau d’adéquation de la solution obtenue avec la meilleure que l’on pourrait attendre.</a:t>
            </a:r>
            <a:endParaRPr lang="fr-FR"/>
          </a:p>
        </p:txBody>
      </p:sp>
    </p:spTree>
    <p:extLst>
      <p:ext uri="{BB962C8B-B14F-4D97-AF65-F5344CB8AC3E}">
        <p14:creationId xmlns:p14="http://schemas.microsoft.com/office/powerpoint/2010/main" val="41109386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CP-SAT signifie </a:t>
            </a:r>
            <a:r>
              <a:rPr lang="fr-FR" dirty="0" err="1"/>
              <a:t>Constraint</a:t>
            </a:r>
            <a:r>
              <a:rPr lang="fr-FR" dirty="0"/>
              <a:t> </a:t>
            </a:r>
            <a:r>
              <a:rPr lang="fr-FR" dirty="0" err="1"/>
              <a:t>Programming</a:t>
            </a:r>
            <a:r>
              <a:rPr lang="fr-FR" dirty="0"/>
              <a:t> – SAT (</a:t>
            </a:r>
            <a:r>
              <a:rPr lang="fr-FR" dirty="0" err="1"/>
              <a:t>boolean</a:t>
            </a:r>
            <a:r>
              <a:rPr lang="fr-FR" dirty="0"/>
              <a:t> </a:t>
            </a:r>
            <a:r>
              <a:rPr lang="fr-FR" dirty="0" err="1"/>
              <a:t>satisfiability</a:t>
            </a:r>
            <a:r>
              <a:rPr lang="fr-FR" dirty="0"/>
              <a:t>).</a:t>
            </a:r>
          </a:p>
          <a:p>
            <a:r>
              <a:rPr lang="fr-FR" dirty="0"/>
              <a:t>OR-Tools est une librairie Python qui contient notamment CP-SAT. OR = </a:t>
            </a:r>
            <a:r>
              <a:rPr lang="fr-FR" dirty="0" err="1"/>
              <a:t>Operational</a:t>
            </a:r>
            <a:r>
              <a:rPr lang="fr-FR" dirty="0"/>
              <a:t> </a:t>
            </a:r>
            <a:r>
              <a:rPr lang="fr-FR" dirty="0" err="1"/>
              <a:t>Reasearch</a:t>
            </a:r>
            <a:endParaRPr lang="fr-FR" dirty="0"/>
          </a:p>
        </p:txBody>
      </p:sp>
      <p:sp>
        <p:nvSpPr>
          <p:cNvPr id="4" name="Espace réservé du numéro de diapositive 3"/>
          <p:cNvSpPr>
            <a:spLocks noGrp="1"/>
          </p:cNvSpPr>
          <p:nvPr>
            <p:ph type="sldNum" sz="quarter" idx="5"/>
          </p:nvPr>
        </p:nvSpPr>
        <p:spPr/>
        <p:txBody>
          <a:bodyPr/>
          <a:lstStyle/>
          <a:p>
            <a:fld id="{7F724998-0A1F-4F6A-B295-D8D1B6EA4550}" type="slidenum">
              <a:rPr lang="fr-FR" smtClean="0"/>
              <a:t>5</a:t>
            </a:fld>
            <a:endParaRPr lang="fr-FR"/>
          </a:p>
        </p:txBody>
      </p:sp>
    </p:spTree>
    <p:extLst>
      <p:ext uri="{BB962C8B-B14F-4D97-AF65-F5344CB8AC3E}">
        <p14:creationId xmlns:p14="http://schemas.microsoft.com/office/powerpoint/2010/main" val="17118281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SAT = </a:t>
            </a:r>
            <a:r>
              <a:rPr lang="fr-FR" dirty="0" err="1"/>
              <a:t>SATisfaisabilité</a:t>
            </a:r>
            <a:r>
              <a:rPr lang="fr-FR" dirty="0"/>
              <a:t> booléenne ; CDCL = </a:t>
            </a:r>
            <a:r>
              <a:rPr lang="fr-FR" dirty="0" err="1"/>
              <a:t>Conflict</a:t>
            </a:r>
            <a:r>
              <a:rPr lang="fr-FR" dirty="0"/>
              <a:t> Driven Clause Learning ; CP = </a:t>
            </a:r>
            <a:r>
              <a:rPr lang="fr-FR" dirty="0" err="1"/>
              <a:t>Constraint</a:t>
            </a:r>
            <a:r>
              <a:rPr lang="fr-FR" dirty="0"/>
              <a:t> </a:t>
            </a:r>
            <a:r>
              <a:rPr lang="fr-FR" dirty="0" err="1"/>
              <a:t>Programming</a:t>
            </a:r>
            <a:r>
              <a:rPr lang="fr-FR" dirty="0"/>
              <a:t> ; LP = Linear </a:t>
            </a:r>
            <a:r>
              <a:rPr lang="fr-FR" dirty="0" err="1"/>
              <a:t>Programming</a:t>
            </a:r>
            <a:endParaRPr lang="fr-FR" dirty="0"/>
          </a:p>
          <a:p>
            <a:endParaRPr lang="fr-FR" dirty="0"/>
          </a:p>
          <a:p>
            <a:r>
              <a:rPr lang="fr-FR" dirty="0"/>
              <a:t>Il est possible de donner un temps de recherche maximal au solveur CP-SAT, c’est le timeout.</a:t>
            </a:r>
          </a:p>
        </p:txBody>
      </p:sp>
      <p:sp>
        <p:nvSpPr>
          <p:cNvPr id="4" name="Espace réservé du numéro de diapositive 3"/>
          <p:cNvSpPr>
            <a:spLocks noGrp="1"/>
          </p:cNvSpPr>
          <p:nvPr>
            <p:ph type="sldNum" sz="quarter" idx="5"/>
          </p:nvPr>
        </p:nvSpPr>
        <p:spPr/>
        <p:txBody>
          <a:bodyPr/>
          <a:lstStyle/>
          <a:p>
            <a:fld id="{7F724998-0A1F-4F6A-B295-D8D1B6EA4550}" type="slidenum">
              <a:rPr lang="fr-FR" smtClean="0"/>
              <a:t>6</a:t>
            </a:fld>
            <a:endParaRPr lang="fr-FR"/>
          </a:p>
        </p:txBody>
      </p:sp>
    </p:spTree>
    <p:extLst>
      <p:ext uri="{BB962C8B-B14F-4D97-AF65-F5344CB8AC3E}">
        <p14:creationId xmlns:p14="http://schemas.microsoft.com/office/powerpoint/2010/main" val="13404510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Afin d’éviter de complexifier inutilement le code, nous avons pour le moment décidé d’utiliser une architecture d’emploi du temps en jour/slots.</a:t>
            </a:r>
          </a:p>
          <a:p>
            <a:endParaRPr lang="fr-FR"/>
          </a:p>
          <a:p>
            <a:r>
              <a:rPr lang="fr-FR"/>
              <a:t>Nous utilisons des id uniques afin d’éviter des confusions entre objets (si deux profs ont le même nom, utiliser leur id permet de garantir que l’on traite le bon).</a:t>
            </a:r>
          </a:p>
        </p:txBody>
      </p:sp>
      <p:sp>
        <p:nvSpPr>
          <p:cNvPr id="4" name="Espace réservé du numéro de diapositive 3"/>
          <p:cNvSpPr>
            <a:spLocks noGrp="1"/>
          </p:cNvSpPr>
          <p:nvPr>
            <p:ph type="sldNum" sz="quarter" idx="5"/>
          </p:nvPr>
        </p:nvSpPr>
        <p:spPr/>
        <p:txBody>
          <a:bodyPr/>
          <a:lstStyle/>
          <a:p>
            <a:fld id="{7F724998-0A1F-4F6A-B295-D8D1B6EA4550}" type="slidenum">
              <a:rPr lang="fr-FR" smtClean="0"/>
              <a:t>8</a:t>
            </a:fld>
            <a:endParaRPr lang="fr-FR"/>
          </a:p>
        </p:txBody>
      </p:sp>
    </p:spTree>
    <p:extLst>
      <p:ext uri="{BB962C8B-B14F-4D97-AF65-F5344CB8AC3E}">
        <p14:creationId xmlns:p14="http://schemas.microsoft.com/office/powerpoint/2010/main" val="16570424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X(</a:t>
            </a:r>
            <a:r>
              <a:rPr lang="fr-FR" err="1"/>
              <a:t>c,d,s,r</a:t>
            </a:r>
            <a:r>
              <a:rPr lang="fr-FR"/>
              <a:t>) vaut 1 si le cours c est placé au jour d à la période s dans la salle r ; 0 sinon</a:t>
            </a:r>
          </a:p>
          <a:p>
            <a:endParaRPr lang="fr-FR"/>
          </a:p>
          <a:p>
            <a:r>
              <a:rPr lang="fr-FR"/>
              <a:t>C = ensemble des cours ; T = ensemble des </a:t>
            </a:r>
            <a:r>
              <a:rPr lang="fr-FR" err="1"/>
              <a:t>timeslots</a:t>
            </a:r>
            <a:r>
              <a:rPr lang="fr-FR"/>
              <a:t> (</a:t>
            </a:r>
            <a:r>
              <a:rPr lang="fr-FR" err="1"/>
              <a:t>d,s</a:t>
            </a:r>
            <a:r>
              <a:rPr lang="fr-FR"/>
              <a:t>) ; R = ensemble des salles</a:t>
            </a:r>
          </a:p>
          <a:p>
            <a:endParaRPr lang="fr-FR"/>
          </a:p>
          <a:p>
            <a:r>
              <a:rPr lang="fr-FR" err="1"/>
              <a:t>c</a:t>
            </a:r>
            <a:r>
              <a:rPr lang="fr-FR" sz="1200" b="0" i="0" kern="1200" err="1">
                <a:solidFill>
                  <a:schemeClr val="tx1"/>
                </a:solidFill>
                <a:effectLst/>
                <a:latin typeface="+mn-lt"/>
                <a:ea typeface="+mn-ea"/>
                <a:cs typeface="+mn-cs"/>
              </a:rPr>
              <a:t>∈</a:t>
            </a:r>
            <a:r>
              <a:rPr lang="fr-FR" err="1"/>
              <a:t>C</a:t>
            </a:r>
            <a:r>
              <a:rPr lang="fr-FR"/>
              <a:t> = cours c ; (</a:t>
            </a:r>
            <a:r>
              <a:rPr lang="fr-FR" err="1"/>
              <a:t>d,s</a:t>
            </a:r>
            <a:r>
              <a:rPr lang="fr-FR"/>
              <a:t>)</a:t>
            </a:r>
            <a:r>
              <a:rPr lang="fr-FR" sz="1200" b="0" i="0" kern="1200">
                <a:solidFill>
                  <a:schemeClr val="tx1"/>
                </a:solidFill>
                <a:effectLst/>
                <a:latin typeface="+mn-lt"/>
                <a:ea typeface="+mn-ea"/>
                <a:cs typeface="+mn-cs"/>
              </a:rPr>
              <a:t>∈</a:t>
            </a:r>
            <a:r>
              <a:rPr lang="fr-FR"/>
              <a:t>T = jour d, période s ; </a:t>
            </a:r>
            <a:r>
              <a:rPr lang="fr-FR" err="1"/>
              <a:t>r</a:t>
            </a:r>
            <a:r>
              <a:rPr lang="fr-FR" sz="1200" b="0" i="0" kern="1200" err="1">
                <a:solidFill>
                  <a:schemeClr val="tx1"/>
                </a:solidFill>
                <a:effectLst/>
                <a:latin typeface="+mn-lt"/>
                <a:ea typeface="+mn-ea"/>
                <a:cs typeface="+mn-cs"/>
              </a:rPr>
              <a:t>∈</a:t>
            </a:r>
            <a:r>
              <a:rPr lang="fr-FR" err="1"/>
              <a:t>R</a:t>
            </a:r>
            <a:r>
              <a:rPr lang="fr-FR"/>
              <a:t> = salle r ; (</a:t>
            </a:r>
            <a:r>
              <a:rPr lang="fr-FR" err="1"/>
              <a:t>c,i</a:t>
            </a:r>
            <a:r>
              <a:rPr lang="fr-FR"/>
              <a:t>) = </a:t>
            </a:r>
            <a:r>
              <a:rPr lang="fr-FR" err="1"/>
              <a:t>i-ème</a:t>
            </a:r>
            <a:r>
              <a:rPr lang="fr-FR"/>
              <a:t> session du cours c</a:t>
            </a:r>
          </a:p>
          <a:p>
            <a:endParaRPr lang="fr-FR"/>
          </a:p>
          <a:p>
            <a:r>
              <a:rPr lang="fr-FR"/>
              <a:t>La formulation compacte crée deux variables time(</a:t>
            </a:r>
            <a:r>
              <a:rPr lang="fr-FR" err="1"/>
              <a:t>c,i</a:t>
            </a:r>
            <a:r>
              <a:rPr lang="fr-FR"/>
              <a:t>) et room(</a:t>
            </a:r>
            <a:r>
              <a:rPr lang="fr-FR" err="1"/>
              <a:t>c,i</a:t>
            </a:r>
            <a:r>
              <a:rPr lang="fr-FR"/>
              <a:t>) et leur affecte la valeur du </a:t>
            </a:r>
            <a:r>
              <a:rPr lang="fr-FR" err="1"/>
              <a:t>timeslot</a:t>
            </a:r>
            <a:r>
              <a:rPr lang="fr-FR"/>
              <a:t> et de la salle respectivement qui correspond à la </a:t>
            </a:r>
            <a:r>
              <a:rPr lang="fr-FR" err="1"/>
              <a:t>i-ème</a:t>
            </a:r>
            <a:r>
              <a:rPr lang="fr-FR"/>
              <a:t> session du cours c.</a:t>
            </a:r>
          </a:p>
          <a:p>
            <a:r>
              <a:rPr lang="fr-FR"/>
              <a:t>La formulation fusionnée associe à slot(</a:t>
            </a:r>
            <a:r>
              <a:rPr lang="fr-FR" err="1"/>
              <a:t>c,i</a:t>
            </a:r>
            <a:r>
              <a:rPr lang="fr-FR"/>
              <a:t>) une valeur dans {0, …, |T|</a:t>
            </a:r>
            <a:r>
              <a:rPr lang="fr-FR" sz="1200" b="0" i="0" kern="1200">
                <a:solidFill>
                  <a:schemeClr val="tx1"/>
                </a:solidFill>
                <a:effectLst/>
                <a:latin typeface="+mn-lt"/>
                <a:ea typeface="+mn-ea"/>
                <a:cs typeface="+mn-cs"/>
              </a:rPr>
              <a:t> × </a:t>
            </a:r>
            <a:r>
              <a:rPr lang="fr-FR"/>
              <a:t>|R| - 1}, chaque valeur encodant un triplet (</a:t>
            </a:r>
            <a:r>
              <a:rPr lang="fr-FR" err="1"/>
              <a:t>d,s,r</a:t>
            </a:r>
            <a:r>
              <a:rPr lang="fr-FR"/>
              <a:t>) unique.</a:t>
            </a:r>
          </a:p>
          <a:p>
            <a:endParaRPr lang="fr-FR"/>
          </a:p>
          <a:p>
            <a:r>
              <a:rPr lang="fr-FR" err="1"/>
              <a:t>nb_sessions</a:t>
            </a:r>
            <a:r>
              <a:rPr lang="fr-FR"/>
              <a:t> = somme(</a:t>
            </a:r>
            <a:r>
              <a:rPr lang="fr-FR" err="1"/>
              <a:t>slots_per_week</a:t>
            </a:r>
            <a:r>
              <a:rPr lang="fr-FR"/>
              <a:t>(c), c \in C), donc le gain entre la formulation binaire et les autres formulations est de </a:t>
            </a:r>
            <a:r>
              <a:rPr lang="fr-FR" sz="1200" b="0" i="0" kern="1200">
                <a:solidFill>
                  <a:schemeClr val="tx1"/>
                </a:solidFill>
                <a:effectLst/>
                <a:latin typeface="+mn-lt"/>
                <a:ea typeface="+mn-ea"/>
                <a:cs typeface="+mn-cs"/>
              </a:rPr>
              <a:t>|C| × |T| × |R| / </a:t>
            </a:r>
            <a:r>
              <a:rPr lang="fr-FR" sz="1200" b="0" i="0" kern="1200" err="1">
                <a:solidFill>
                  <a:schemeClr val="tx1"/>
                </a:solidFill>
                <a:effectLst/>
                <a:latin typeface="+mn-lt"/>
                <a:ea typeface="+mn-ea"/>
                <a:cs typeface="+mn-cs"/>
              </a:rPr>
              <a:t>nb_sessions</a:t>
            </a:r>
            <a:r>
              <a:rPr lang="fr-FR" sz="1200" b="0" i="0" kern="1200">
                <a:solidFill>
                  <a:schemeClr val="tx1"/>
                </a:solidFill>
                <a:effectLst/>
                <a:latin typeface="+mn-lt"/>
                <a:ea typeface="+mn-ea"/>
                <a:cs typeface="+mn-cs"/>
              </a:rPr>
              <a:t>.</a:t>
            </a:r>
          </a:p>
          <a:p>
            <a:endParaRPr lang="fr-FR" sz="1200" b="0" i="0" kern="1200">
              <a:solidFill>
                <a:schemeClr val="tx1"/>
              </a:solidFill>
              <a:effectLst/>
              <a:latin typeface="+mn-lt"/>
              <a:ea typeface="+mn-ea"/>
              <a:cs typeface="+mn-cs"/>
            </a:endParaRPr>
          </a:p>
          <a:p>
            <a:endParaRPr lang="fr-FR" sz="1200" b="0" i="0" kern="1200">
              <a:solidFill>
                <a:schemeClr val="tx1"/>
              </a:solidFill>
              <a:effectLst/>
              <a:latin typeface="+mn-lt"/>
              <a:ea typeface="+mn-ea"/>
              <a:cs typeface="+mn-cs"/>
            </a:endParaRPr>
          </a:p>
          <a:p>
            <a:endParaRPr lang="fr-FR"/>
          </a:p>
        </p:txBody>
      </p:sp>
      <p:sp>
        <p:nvSpPr>
          <p:cNvPr id="4" name="Espace réservé du numéro de diapositive 3"/>
          <p:cNvSpPr>
            <a:spLocks noGrp="1"/>
          </p:cNvSpPr>
          <p:nvPr>
            <p:ph type="sldNum" sz="quarter" idx="5"/>
          </p:nvPr>
        </p:nvSpPr>
        <p:spPr/>
        <p:txBody>
          <a:bodyPr/>
          <a:lstStyle/>
          <a:p>
            <a:fld id="{7F724998-0A1F-4F6A-B295-D8D1B6EA4550}" type="slidenum">
              <a:rPr lang="fr-FR" smtClean="0"/>
              <a:t>9</a:t>
            </a:fld>
            <a:endParaRPr lang="fr-FR"/>
          </a:p>
        </p:txBody>
      </p:sp>
    </p:spTree>
    <p:extLst>
      <p:ext uri="{BB962C8B-B14F-4D97-AF65-F5344CB8AC3E}">
        <p14:creationId xmlns:p14="http://schemas.microsoft.com/office/powerpoint/2010/main" val="18563911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fr-FR"/>
          </a:p>
        </p:txBody>
      </p:sp>
      <p:sp>
        <p:nvSpPr>
          <p:cNvPr id="3" name="Espace réservé des notes 2"/>
          <p:cNvSpPr>
            <a:spLocks noGrp="1"/>
          </p:cNvSpPr>
          <p:nvPr>
            <p:ph type="body" idx="1"/>
          </p:nvPr>
        </p:nvSpPr>
        <p:spPr>
          <a:xfrm>
            <a:off x="685800" y="4400550"/>
            <a:ext cx="5486400" cy="3600450"/>
          </a:xfrm>
          <a:prstGeom prst="rect">
            <a:avLst/>
          </a:prstGeom>
        </p:spPr>
        <p:txBody>
          <a:bodyPr/>
          <a:lstStyle/>
          <a:p>
            <a:r>
              <a:rPr lang="fr-FR"/>
              <a:t>Nous ne pouvons malheureusement pas vraiment estimer le timeout optimal (le temps après lequel le score des solutions trouvées ne s’améliore plus), il faut donc être assez heuristique au début.</a:t>
            </a:r>
          </a:p>
        </p:txBody>
      </p:sp>
    </p:spTree>
    <p:extLst>
      <p:ext uri="{BB962C8B-B14F-4D97-AF65-F5344CB8AC3E}">
        <p14:creationId xmlns:p14="http://schemas.microsoft.com/office/powerpoint/2010/main" val="20959321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fr-FR"/>
          </a:p>
        </p:txBody>
      </p:sp>
      <p:sp>
        <p:nvSpPr>
          <p:cNvPr id="3" name="Espace réservé des notes 2"/>
          <p:cNvSpPr>
            <a:spLocks noGrp="1"/>
          </p:cNvSpPr>
          <p:nvPr>
            <p:ph type="body" idx="1"/>
          </p:nvPr>
        </p:nvSpPr>
        <p:spPr>
          <a:xfrm>
            <a:off x="685800" y="4400550"/>
            <a:ext cx="5486400" cy="3600450"/>
          </a:xfrm>
          <a:prstGeom prst="rect">
            <a:avLst/>
          </a:prstGeom>
        </p:spPr>
        <p:txBody>
          <a:bodyPr/>
          <a:lstStyle/>
          <a:p>
            <a:endParaRPr lang="fr-FR"/>
          </a:p>
        </p:txBody>
      </p:sp>
    </p:spTree>
    <p:extLst>
      <p:ext uri="{BB962C8B-B14F-4D97-AF65-F5344CB8AC3E}">
        <p14:creationId xmlns:p14="http://schemas.microsoft.com/office/powerpoint/2010/main" val="9814971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fr-FR"/>
          </a:p>
        </p:txBody>
      </p:sp>
      <p:sp>
        <p:nvSpPr>
          <p:cNvPr id="3" name="Espace réservé des notes 2"/>
          <p:cNvSpPr>
            <a:spLocks noGrp="1"/>
          </p:cNvSpPr>
          <p:nvPr>
            <p:ph type="body" idx="1"/>
          </p:nvPr>
        </p:nvSpPr>
        <p:spPr>
          <a:xfrm>
            <a:off x="685800" y="4400550"/>
            <a:ext cx="5486400" cy="3600450"/>
          </a:xfrm>
          <a:prstGeom prst="rect">
            <a:avLst/>
          </a:prstGeom>
        </p:spPr>
        <p:txBody>
          <a:bodyPr/>
          <a:lstStyle/>
          <a:p>
            <a:r>
              <a:rPr lang="fr-FR"/>
              <a:t>Le </a:t>
            </a:r>
            <a:r>
              <a:rPr lang="fr-FR" err="1"/>
              <a:t>greedy</a:t>
            </a:r>
            <a:r>
              <a:rPr lang="fr-FR"/>
              <a:t> ne peut pas garantir un placement complet.</a:t>
            </a:r>
          </a:p>
        </p:txBody>
      </p:sp>
    </p:spTree>
    <p:extLst>
      <p:ext uri="{BB962C8B-B14F-4D97-AF65-F5344CB8AC3E}">
        <p14:creationId xmlns:p14="http://schemas.microsoft.com/office/powerpoint/2010/main" val="12564678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fr-FR"/>
          </a:p>
        </p:txBody>
      </p:sp>
      <p:sp>
        <p:nvSpPr>
          <p:cNvPr id="3" name="Espace réservé des notes 2"/>
          <p:cNvSpPr>
            <a:spLocks noGrp="1"/>
          </p:cNvSpPr>
          <p:nvPr>
            <p:ph type="body" idx="1"/>
          </p:nvPr>
        </p:nvSpPr>
        <p:spPr>
          <a:xfrm>
            <a:off x="685800" y="4400550"/>
            <a:ext cx="5486400" cy="3600450"/>
          </a:xfrm>
          <a:prstGeom prst="rect">
            <a:avLst/>
          </a:prstGeom>
        </p:spPr>
        <p:txBody>
          <a:bodyPr/>
          <a:lstStyle/>
          <a:p>
            <a:endParaRPr lang="fr-FR"/>
          </a:p>
        </p:txBody>
      </p:sp>
    </p:spTree>
    <p:extLst>
      <p:ext uri="{BB962C8B-B14F-4D97-AF65-F5344CB8AC3E}">
        <p14:creationId xmlns:p14="http://schemas.microsoft.com/office/powerpoint/2010/main" val="41652066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fr-FR"/>
          </a:p>
        </p:txBody>
      </p:sp>
      <p:sp>
        <p:nvSpPr>
          <p:cNvPr id="3" name="Espace réservé des notes 2"/>
          <p:cNvSpPr>
            <a:spLocks noGrp="1"/>
          </p:cNvSpPr>
          <p:nvPr>
            <p:ph type="body" idx="1"/>
          </p:nvPr>
        </p:nvSpPr>
        <p:spPr>
          <a:xfrm>
            <a:off x="685800" y="4400550"/>
            <a:ext cx="5486400" cy="3600450"/>
          </a:xfrm>
          <a:prstGeom prst="rect">
            <a:avLst/>
          </a:prstGeom>
        </p:spPr>
        <p:txBody>
          <a:bodyPr/>
          <a:lstStyle/>
          <a:p>
            <a:endParaRPr lang="fr-FR"/>
          </a:p>
        </p:txBody>
      </p:sp>
    </p:spTree>
    <p:extLst>
      <p:ext uri="{BB962C8B-B14F-4D97-AF65-F5344CB8AC3E}">
        <p14:creationId xmlns:p14="http://schemas.microsoft.com/office/powerpoint/2010/main" val="35577288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2 semaines d’un emploi du temps trouvé par notre créateur</a:t>
            </a:r>
          </a:p>
        </p:txBody>
      </p:sp>
      <p:sp>
        <p:nvSpPr>
          <p:cNvPr id="4" name="Espace réservé du numéro de diapositive 3"/>
          <p:cNvSpPr>
            <a:spLocks noGrp="1"/>
          </p:cNvSpPr>
          <p:nvPr>
            <p:ph type="sldNum" sz="quarter" idx="5"/>
          </p:nvPr>
        </p:nvSpPr>
        <p:spPr/>
        <p:txBody>
          <a:bodyPr/>
          <a:lstStyle/>
          <a:p>
            <a:fld id="{7F724998-0A1F-4F6A-B295-D8D1B6EA4550}" type="slidenum">
              <a:rPr lang="fr-FR" smtClean="0"/>
              <a:t>16</a:t>
            </a:fld>
            <a:endParaRPr lang="fr-FR"/>
          </a:p>
        </p:txBody>
      </p:sp>
    </p:spTree>
    <p:extLst>
      <p:ext uri="{BB962C8B-B14F-4D97-AF65-F5344CB8AC3E}">
        <p14:creationId xmlns:p14="http://schemas.microsoft.com/office/powerpoint/2010/main" val="42288464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7F724998-0A1F-4F6A-B295-D8D1B6EA4550}" type="slidenum">
              <a:rPr lang="fr-FR" smtClean="0"/>
              <a:t>17</a:t>
            </a:fld>
            <a:endParaRPr lang="fr-FR"/>
          </a:p>
        </p:txBody>
      </p:sp>
    </p:spTree>
    <p:extLst>
      <p:ext uri="{BB962C8B-B14F-4D97-AF65-F5344CB8AC3E}">
        <p14:creationId xmlns:p14="http://schemas.microsoft.com/office/powerpoint/2010/main" val="18708982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B95BF-7386-8F16-2075-EFA41E81362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20F46E5-E2E7-E6AA-F86A-7A0F18E7E7AE}"/>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76D286B8-E987-E774-0083-C6E1224EF70D}"/>
              </a:ext>
            </a:extLst>
          </p:cNvPr>
          <p:cNvSpPr>
            <a:spLocks noGrp="1"/>
          </p:cNvSpPr>
          <p:nvPr>
            <p:ph type="body" idx="1"/>
          </p:nvPr>
        </p:nvSpPr>
        <p:spPr/>
        <p:txBody>
          <a:bodyPr/>
          <a:lstStyle/>
          <a:p>
            <a:r>
              <a:rPr lang="fr-FR"/>
              <a:t>Là encore, nous utilisons les id uniques afin d’éviter toute confusion inter-objets.</a:t>
            </a:r>
          </a:p>
          <a:p>
            <a:endParaRPr lang="fr-FR"/>
          </a:p>
          <a:p>
            <a:r>
              <a:rPr lang="fr-FR"/>
              <a:t>Afin d’être plus réaliste et de mieux s’adapter aux contraintes horaires, nous sommes passés à une gestion heures/minutes plutôt que par slots abstraits.</a:t>
            </a:r>
          </a:p>
          <a:p>
            <a:endParaRPr lang="fr-FR"/>
          </a:p>
          <a:p>
            <a:endParaRPr lang="fr-FR"/>
          </a:p>
        </p:txBody>
      </p:sp>
      <p:sp>
        <p:nvSpPr>
          <p:cNvPr id="4" name="Espace réservé du numéro de diapositive 3">
            <a:extLst>
              <a:ext uri="{FF2B5EF4-FFF2-40B4-BE49-F238E27FC236}">
                <a16:creationId xmlns:a16="http://schemas.microsoft.com/office/drawing/2014/main" id="{4C1E6577-BFAE-6410-1673-8D30B69CEAAC}"/>
              </a:ext>
            </a:extLst>
          </p:cNvPr>
          <p:cNvSpPr>
            <a:spLocks noGrp="1"/>
          </p:cNvSpPr>
          <p:nvPr>
            <p:ph type="sldNum" sz="quarter" idx="5"/>
          </p:nvPr>
        </p:nvSpPr>
        <p:spPr/>
        <p:txBody>
          <a:bodyPr/>
          <a:lstStyle/>
          <a:p>
            <a:fld id="{7F724998-0A1F-4F6A-B295-D8D1B6EA4550}" type="slidenum">
              <a:rPr lang="fr-FR" smtClean="0"/>
              <a:t>20</a:t>
            </a:fld>
            <a:endParaRPr lang="fr-FR"/>
          </a:p>
        </p:txBody>
      </p:sp>
    </p:spTree>
    <p:extLst>
      <p:ext uri="{BB962C8B-B14F-4D97-AF65-F5344CB8AC3E}">
        <p14:creationId xmlns:p14="http://schemas.microsoft.com/office/powerpoint/2010/main" val="8658893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Les cours annulés sont des cours qui n’ont pas pu être reprogrammés. A terme, il n’y aura aucun cours annulé.</a:t>
            </a:r>
          </a:p>
        </p:txBody>
      </p:sp>
      <p:sp>
        <p:nvSpPr>
          <p:cNvPr id="4" name="Espace réservé du numéro de diapositive 3"/>
          <p:cNvSpPr>
            <a:spLocks noGrp="1"/>
          </p:cNvSpPr>
          <p:nvPr>
            <p:ph type="sldNum" sz="quarter" idx="5"/>
          </p:nvPr>
        </p:nvSpPr>
        <p:spPr/>
        <p:txBody>
          <a:bodyPr/>
          <a:lstStyle/>
          <a:p>
            <a:fld id="{7F724998-0A1F-4F6A-B295-D8D1B6EA4550}" type="slidenum">
              <a:rPr lang="fr-FR" smtClean="0"/>
              <a:t>21</a:t>
            </a:fld>
            <a:endParaRPr lang="fr-FR"/>
          </a:p>
        </p:txBody>
      </p:sp>
    </p:spTree>
    <p:extLst>
      <p:ext uri="{BB962C8B-B14F-4D97-AF65-F5344CB8AC3E}">
        <p14:creationId xmlns:p14="http://schemas.microsoft.com/office/powerpoint/2010/main" val="4721033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A413A-8D90-F8AF-A165-B87071A63A4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567B913-64E3-487F-FC01-48C64A185253}"/>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F5CB1FAC-326D-C173-827B-298FF4CCD5BC}"/>
              </a:ext>
            </a:extLst>
          </p:cNvPr>
          <p:cNvSpPr>
            <a:spLocks noGrp="1"/>
          </p:cNvSpPr>
          <p:nvPr>
            <p:ph type="body" idx="1"/>
          </p:nvPr>
        </p:nvSpPr>
        <p:spPr/>
        <p:txBody>
          <a:bodyPr/>
          <a:lstStyle/>
          <a:p>
            <a:r>
              <a:rPr lang="fr-FR" dirty="0"/>
              <a:t>Les cours annulés sont des cours qui n’ont pas pu être reprogrammés. A terme, il n’y aura aucun cours annulé.</a:t>
            </a:r>
          </a:p>
          <a:p>
            <a:endParaRPr lang="fr-FR" dirty="0"/>
          </a:p>
          <a:p>
            <a:endParaRPr lang="fr-FR" dirty="0"/>
          </a:p>
          <a:p>
            <a:r>
              <a:rPr lang="fr-FR" dirty="0"/>
              <a:t>On trouve les </a:t>
            </a:r>
            <a:r>
              <a:rPr lang="fr-FR" dirty="0" err="1"/>
              <a:t>ScheduleItems</a:t>
            </a:r>
            <a:r>
              <a:rPr lang="fr-FR" dirty="0"/>
              <a:t> touchés par </a:t>
            </a:r>
            <a:r>
              <a:rPr lang="fr-FR" dirty="0" err="1"/>
              <a:t>move_all</a:t>
            </a:r>
            <a:r>
              <a:rPr lang="fr-FR" dirty="0"/>
              <a:t> et permutation par filtrage sur </a:t>
            </a:r>
            <a:r>
              <a:rPr lang="fr-FR" dirty="0" err="1"/>
              <a:t>l’edt</a:t>
            </a:r>
            <a:r>
              <a:rPr lang="fr-FR" dirty="0"/>
              <a:t> existant dans </a:t>
            </a:r>
            <a:r>
              <a:rPr lang="fr-FR" dirty="0" err="1"/>
              <a:t>collect_perturb</a:t>
            </a:r>
            <a:r>
              <a:rPr lang="fr-FR" dirty="0"/>
              <a:t> (main.py).</a:t>
            </a:r>
          </a:p>
          <a:p>
            <a:endParaRPr lang="fr-FR" dirty="0"/>
          </a:p>
          <a:p>
            <a:r>
              <a:rPr lang="fr-FR" dirty="0"/>
              <a:t>Dans </a:t>
            </a:r>
            <a:r>
              <a:rPr lang="fr-FR" dirty="0" err="1"/>
              <a:t>move_all</a:t>
            </a:r>
            <a:r>
              <a:rPr lang="fr-FR" dirty="0"/>
              <a:t>, l’heure de début voulue est optionnelle : rien mettre est tout à fait possible et permet de choisir le meilleur créneau dans le jour donné.</a:t>
            </a:r>
          </a:p>
          <a:p>
            <a:endParaRPr lang="fr-FR" dirty="0"/>
          </a:p>
          <a:p>
            <a:r>
              <a:rPr lang="fr-FR" dirty="0"/>
              <a:t>Dans permutation, on peut choisir de permuter les sessions en conservant les salles d’origine (</a:t>
            </a:r>
            <a:r>
              <a:rPr lang="fr-FR" dirty="0" err="1"/>
              <a:t>keep_room</a:t>
            </a:r>
            <a:r>
              <a:rPr lang="fr-FR" dirty="0"/>
              <a:t>=True) et si la permutation échoue, on peut indiquer que l’on veut essayer d’au moins déplacer les sessions non permutées au jour visé par la permutation (</a:t>
            </a:r>
            <a:r>
              <a:rPr lang="fr-FR" dirty="0" err="1"/>
              <a:t>move_courses</a:t>
            </a:r>
            <a:r>
              <a:rPr lang="fr-FR" dirty="0"/>
              <a:t>=True).</a:t>
            </a:r>
          </a:p>
          <a:p>
            <a:endParaRPr lang="fr-FR" dirty="0"/>
          </a:p>
        </p:txBody>
      </p:sp>
      <p:sp>
        <p:nvSpPr>
          <p:cNvPr id="4" name="Espace réservé du numéro de diapositive 3">
            <a:extLst>
              <a:ext uri="{FF2B5EF4-FFF2-40B4-BE49-F238E27FC236}">
                <a16:creationId xmlns:a16="http://schemas.microsoft.com/office/drawing/2014/main" id="{B0EE35DF-E14F-C0F9-E821-B7A88E2D26DC}"/>
              </a:ext>
            </a:extLst>
          </p:cNvPr>
          <p:cNvSpPr>
            <a:spLocks noGrp="1"/>
          </p:cNvSpPr>
          <p:nvPr>
            <p:ph type="sldNum" sz="quarter" idx="5"/>
          </p:nvPr>
        </p:nvSpPr>
        <p:spPr/>
        <p:txBody>
          <a:bodyPr/>
          <a:lstStyle/>
          <a:p>
            <a:fld id="{7F724998-0A1F-4F6A-B295-D8D1B6EA4550}" type="slidenum">
              <a:rPr lang="fr-FR" smtClean="0"/>
              <a:t>22</a:t>
            </a:fld>
            <a:endParaRPr lang="fr-FR"/>
          </a:p>
        </p:txBody>
      </p:sp>
    </p:spTree>
    <p:extLst>
      <p:ext uri="{BB962C8B-B14F-4D97-AF65-F5344CB8AC3E}">
        <p14:creationId xmlns:p14="http://schemas.microsoft.com/office/powerpoint/2010/main" val="34498512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8C96C-A404-8A1C-34A0-16CC81AA29E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8B53431-9755-28F3-A482-8B95947E642C}"/>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D04511DB-104F-3449-F28F-F67FD44542AE}"/>
              </a:ext>
            </a:extLst>
          </p:cNvPr>
          <p:cNvSpPr>
            <a:spLocks noGrp="1"/>
          </p:cNvSpPr>
          <p:nvPr>
            <p:ph type="body" idx="1"/>
          </p:nvPr>
        </p:nvSpPr>
        <p:spPr/>
        <p:txBody>
          <a:bodyPr/>
          <a:lstStyle/>
          <a:p>
            <a:r>
              <a:rPr lang="fr-FR" dirty="0"/>
              <a:t>On trouve les </a:t>
            </a:r>
            <a:r>
              <a:rPr lang="fr-FR" dirty="0" err="1"/>
              <a:t>ScheduleItems</a:t>
            </a:r>
            <a:r>
              <a:rPr lang="fr-FR" dirty="0"/>
              <a:t> touchés par </a:t>
            </a:r>
            <a:r>
              <a:rPr lang="fr-FR" dirty="0" err="1"/>
              <a:t>all_room_change</a:t>
            </a:r>
            <a:r>
              <a:rPr lang="fr-FR" dirty="0"/>
              <a:t> et </a:t>
            </a:r>
            <a:r>
              <a:rPr lang="fr-FR" dirty="0" err="1"/>
              <a:t>remove_sessions</a:t>
            </a:r>
            <a:r>
              <a:rPr lang="fr-FR" dirty="0"/>
              <a:t> par filtrage sur </a:t>
            </a:r>
            <a:r>
              <a:rPr lang="fr-FR" dirty="0" err="1"/>
              <a:t>l’edt</a:t>
            </a:r>
            <a:r>
              <a:rPr lang="fr-FR" dirty="0"/>
              <a:t> existant dans </a:t>
            </a:r>
            <a:r>
              <a:rPr lang="fr-FR" dirty="0" err="1"/>
              <a:t>collect_perturb</a:t>
            </a:r>
            <a:r>
              <a:rPr lang="fr-FR" dirty="0"/>
              <a:t> (main.py).</a:t>
            </a:r>
          </a:p>
          <a:p>
            <a:endParaRPr lang="fr-FR" dirty="0"/>
          </a:p>
          <a:p>
            <a:r>
              <a:rPr lang="fr-FR" dirty="0"/>
              <a:t>Dans </a:t>
            </a:r>
            <a:r>
              <a:rPr lang="fr-FR" dirty="0" err="1"/>
              <a:t>all_room_change</a:t>
            </a:r>
            <a:r>
              <a:rPr lang="fr-FR" dirty="0"/>
              <a:t>, la salle voulue est optionnelle : rien mettre est tout à fait possible et permet de choisir la meilleure salle parmi celles disponibles pour ce créneau. Si on donne une salle spécifique et que l’on met </a:t>
            </a:r>
            <a:r>
              <a:rPr lang="fr-FR" dirty="0" err="1"/>
              <a:t>best_room</a:t>
            </a:r>
            <a:r>
              <a:rPr lang="fr-FR" dirty="0"/>
              <a:t>=False, alors si la salle demandée ne fonctionne pas, on remet simplement le cours dans sa salle originale. Sinon, on indique que la salle voulue ne fonctionnait pas (capacité, type, occupation…) et on cherche la meilleure salle disponible.</a:t>
            </a:r>
          </a:p>
          <a:p>
            <a:endParaRPr lang="fr-FR" dirty="0"/>
          </a:p>
          <a:p>
            <a:r>
              <a:rPr lang="fr-FR" dirty="0"/>
              <a:t>Dans permutation, on peut choisir de permuter les sessions en conservant les salles d’origine (</a:t>
            </a:r>
            <a:r>
              <a:rPr lang="fr-FR" dirty="0" err="1"/>
              <a:t>keep_room</a:t>
            </a:r>
            <a:r>
              <a:rPr lang="fr-FR" dirty="0"/>
              <a:t>=True) et si la permutation échoue, on peut indiquer que l’on veut essayer d’au moins déplacer les sessions non permutées au jour visé par la permutation (</a:t>
            </a:r>
            <a:r>
              <a:rPr lang="fr-FR" dirty="0" err="1"/>
              <a:t>move_courses</a:t>
            </a:r>
            <a:r>
              <a:rPr lang="fr-FR" dirty="0"/>
              <a:t>=True).</a:t>
            </a:r>
          </a:p>
          <a:p>
            <a:endParaRPr lang="fr-FR" dirty="0"/>
          </a:p>
        </p:txBody>
      </p:sp>
      <p:sp>
        <p:nvSpPr>
          <p:cNvPr id="4" name="Espace réservé du numéro de diapositive 3">
            <a:extLst>
              <a:ext uri="{FF2B5EF4-FFF2-40B4-BE49-F238E27FC236}">
                <a16:creationId xmlns:a16="http://schemas.microsoft.com/office/drawing/2014/main" id="{0DDB8319-72D1-AC35-FDE1-A7BA1D8D2B1B}"/>
              </a:ext>
            </a:extLst>
          </p:cNvPr>
          <p:cNvSpPr>
            <a:spLocks noGrp="1"/>
          </p:cNvSpPr>
          <p:nvPr>
            <p:ph type="sldNum" sz="quarter" idx="5"/>
          </p:nvPr>
        </p:nvSpPr>
        <p:spPr/>
        <p:txBody>
          <a:bodyPr/>
          <a:lstStyle/>
          <a:p>
            <a:fld id="{7F724998-0A1F-4F6A-B295-D8D1B6EA4550}" type="slidenum">
              <a:rPr lang="fr-FR" smtClean="0"/>
              <a:t>23</a:t>
            </a:fld>
            <a:endParaRPr lang="fr-FR"/>
          </a:p>
        </p:txBody>
      </p:sp>
    </p:spTree>
    <p:extLst>
      <p:ext uri="{BB962C8B-B14F-4D97-AF65-F5344CB8AC3E}">
        <p14:creationId xmlns:p14="http://schemas.microsoft.com/office/powerpoint/2010/main" val="22568609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7F724998-0A1F-4F6A-B295-D8D1B6EA4550}" type="slidenum">
              <a:rPr lang="fr-FR" smtClean="0"/>
              <a:t>24</a:t>
            </a:fld>
            <a:endParaRPr lang="fr-FR"/>
          </a:p>
        </p:txBody>
      </p:sp>
    </p:spTree>
    <p:extLst>
      <p:ext uri="{BB962C8B-B14F-4D97-AF65-F5344CB8AC3E}">
        <p14:creationId xmlns:p14="http://schemas.microsoft.com/office/powerpoint/2010/main" val="26400126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0A3AA-0EFE-113A-0522-39DE64614C3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7ACBAF7-9143-E7D8-4A7A-A7162727158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888CD709-CAF3-2920-A6E6-A9893C2E90E7}"/>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A85B1735-BECD-9D2D-09E8-8B43615B8E07}"/>
              </a:ext>
            </a:extLst>
          </p:cNvPr>
          <p:cNvSpPr>
            <a:spLocks noGrp="1"/>
          </p:cNvSpPr>
          <p:nvPr>
            <p:ph type="sldNum" sz="quarter" idx="5"/>
          </p:nvPr>
        </p:nvSpPr>
        <p:spPr/>
        <p:txBody>
          <a:bodyPr/>
          <a:lstStyle/>
          <a:p>
            <a:fld id="{7F724998-0A1F-4F6A-B295-D8D1B6EA4550}" type="slidenum">
              <a:rPr lang="fr-FR" smtClean="0"/>
              <a:t>25</a:t>
            </a:fld>
            <a:endParaRPr lang="fr-FR"/>
          </a:p>
        </p:txBody>
      </p:sp>
    </p:spTree>
    <p:extLst>
      <p:ext uri="{BB962C8B-B14F-4D97-AF65-F5344CB8AC3E}">
        <p14:creationId xmlns:p14="http://schemas.microsoft.com/office/powerpoint/2010/main" val="39075386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D452A-9627-AA51-5A4E-6EAC29C7003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A5B2DCB-516E-6296-B7D1-028655C4B62A}"/>
              </a:ext>
            </a:extLst>
          </p:cNvPr>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fr-FR"/>
          </a:p>
        </p:txBody>
      </p:sp>
      <p:sp>
        <p:nvSpPr>
          <p:cNvPr id="3" name="Espace réservé des notes 2">
            <a:extLst>
              <a:ext uri="{FF2B5EF4-FFF2-40B4-BE49-F238E27FC236}">
                <a16:creationId xmlns:a16="http://schemas.microsoft.com/office/drawing/2014/main" id="{9EE7EF28-E6B2-AE73-7FC1-8289BC772AA0}"/>
              </a:ext>
            </a:extLst>
          </p:cNvPr>
          <p:cNvSpPr>
            <a:spLocks noGrp="1"/>
          </p:cNvSpPr>
          <p:nvPr>
            <p:ph type="body" idx="1"/>
          </p:nvPr>
        </p:nvSpPr>
        <p:spPr>
          <a:xfrm>
            <a:off x="685800" y="4400550"/>
            <a:ext cx="5486400" cy="3600450"/>
          </a:xfrm>
          <a:prstGeom prst="rect">
            <a:avLst/>
          </a:prstGeom>
        </p:spPr>
        <p:txBody>
          <a:bodyPr/>
          <a:lstStyle/>
          <a:p>
            <a:r>
              <a:rPr lang="fr-FR" dirty="0"/>
              <a:t>Le fichier </a:t>
            </a:r>
            <a:r>
              <a:rPr lang="fr-FR" dirty="0" err="1"/>
              <a:t>specs.json</a:t>
            </a:r>
            <a:r>
              <a:rPr lang="fr-FR" dirty="0"/>
              <a:t> possède toutes les informations de base de l’université : départements (id, nom), bâtiments (</a:t>
            </a:r>
            <a:r>
              <a:rPr lang="fr-FR" dirty="0" err="1"/>
              <a:t>id,nom,distance</a:t>
            </a:r>
            <a:r>
              <a:rPr lang="fr-FR" dirty="0"/>
              <a:t>), salles (nom, capacité, type, bâtiment), professeurs (id, nom, type, heures max, département, cours enseignables possibles), cours (nom, département, types de salles, groupes qui le suivent) et les groupes d’étudiants (id, effectif, groupe principal si c’est un sous groupe).</a:t>
            </a:r>
          </a:p>
          <a:p>
            <a:r>
              <a:rPr lang="fr-FR" dirty="0"/>
              <a:t>Le fichier en .csv nous donne simplement l’emploi du temps actuel.</a:t>
            </a:r>
          </a:p>
          <a:p>
            <a:endParaRPr lang="fr-FR" dirty="0"/>
          </a:p>
          <a:p>
            <a:r>
              <a:rPr lang="fr-FR" dirty="0"/>
              <a:t>Nous utilisons ces deux fichiers pour construire les objets nécessaires à la gestion de perturbation.</a:t>
            </a:r>
          </a:p>
          <a:p>
            <a:endParaRPr lang="fr-FR" dirty="0"/>
          </a:p>
          <a:p>
            <a:r>
              <a:rPr lang="fr-FR" dirty="0"/>
              <a:t>A la fin de la résolution, nous sauvegardons le nouvel emploi du temps en JSON et nous pouvons aussi générer un HTML qui comporte des onglets Groupes, Profs, Salles. Cet HTML indique les éventuels créneaux indisponibles des groupes/profs/salles (en fonction des perturbations recensées).</a:t>
            </a:r>
          </a:p>
          <a:p>
            <a:r>
              <a:rPr lang="fr-FR" dirty="0"/>
              <a:t>Nous obtenons aussi dans la console et dans le log un comparatif entre les scores (global et ceux liés aux soft) entre l’emploi du temps originel et celui après perturbation(s). Cela nous permet de voir dès le premier coup d’œil l’impact des perturbations.</a:t>
            </a:r>
          </a:p>
        </p:txBody>
      </p:sp>
    </p:spTree>
    <p:extLst>
      <p:ext uri="{BB962C8B-B14F-4D97-AF65-F5344CB8AC3E}">
        <p14:creationId xmlns:p14="http://schemas.microsoft.com/office/powerpoint/2010/main" val="17762309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3E0F0-555A-E8A4-E049-A3D7CEE2095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6B91D6B-ED35-5DB7-6677-A9C09E99E19A}"/>
              </a:ext>
            </a:extLst>
          </p:cNvPr>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fr-FR"/>
          </a:p>
        </p:txBody>
      </p:sp>
      <p:sp>
        <p:nvSpPr>
          <p:cNvPr id="3" name="Espace réservé des notes 2">
            <a:extLst>
              <a:ext uri="{FF2B5EF4-FFF2-40B4-BE49-F238E27FC236}">
                <a16:creationId xmlns:a16="http://schemas.microsoft.com/office/drawing/2014/main" id="{7D012A92-22E0-1C5E-8319-77751F58CDD2}"/>
              </a:ext>
            </a:extLst>
          </p:cNvPr>
          <p:cNvSpPr>
            <a:spLocks noGrp="1"/>
          </p:cNvSpPr>
          <p:nvPr>
            <p:ph type="body" idx="1"/>
          </p:nvPr>
        </p:nvSpPr>
        <p:spPr>
          <a:xfrm>
            <a:off x="685800" y="4400550"/>
            <a:ext cx="5486400" cy="3600450"/>
          </a:xfrm>
          <a:prstGeom prst="rect">
            <a:avLst/>
          </a:prstGeom>
        </p:spPr>
        <p:txBody>
          <a:bodyPr/>
          <a:lstStyle/>
          <a:p>
            <a:r>
              <a:rPr lang="fr-FR" dirty="0" err="1"/>
              <a:t>Full_solve</a:t>
            </a:r>
            <a:r>
              <a:rPr lang="fr-FR" dirty="0"/>
              <a:t>() est une fonction qui est séparée en 7 phases. La phase 0 permet de « libérer » de la place pour les phases suivantes, la phase 1 permet de résoudre les « grosses perturbations ». La phase 2 permet de figer un emploi du temps presque final. Commencent ensuite les phases pour les perturbations « de préférences » : déplacer un cours, permuter des cours, changer de salles. On obtient alors un emploi du temps presque final, il ne reste qu’à rajouter les sessions aux emplacements voulus (phase 6).</a:t>
            </a:r>
          </a:p>
        </p:txBody>
      </p:sp>
    </p:spTree>
    <p:extLst>
      <p:ext uri="{BB962C8B-B14F-4D97-AF65-F5344CB8AC3E}">
        <p14:creationId xmlns:p14="http://schemas.microsoft.com/office/powerpoint/2010/main" val="10398814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B350C-5162-DD16-8A1A-82582D18ED0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77D3DCE-3F85-55AF-6D57-F65246A4815E}"/>
              </a:ext>
            </a:extLst>
          </p:cNvPr>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fr-FR"/>
          </a:p>
        </p:txBody>
      </p:sp>
      <p:sp>
        <p:nvSpPr>
          <p:cNvPr id="3" name="Espace réservé des notes 2">
            <a:extLst>
              <a:ext uri="{FF2B5EF4-FFF2-40B4-BE49-F238E27FC236}">
                <a16:creationId xmlns:a16="http://schemas.microsoft.com/office/drawing/2014/main" id="{90191242-C17D-CE14-E17A-C73AF12E603B}"/>
              </a:ext>
            </a:extLst>
          </p:cNvPr>
          <p:cNvSpPr>
            <a:spLocks noGrp="1"/>
          </p:cNvSpPr>
          <p:nvPr>
            <p:ph type="body" idx="1"/>
          </p:nvPr>
        </p:nvSpPr>
        <p:spPr>
          <a:xfrm>
            <a:off x="685800" y="4400550"/>
            <a:ext cx="5486400" cy="3600450"/>
          </a:xfrm>
          <a:prstGeom prst="rect">
            <a:avLst/>
          </a:prstGeom>
        </p:spPr>
        <p:txBody>
          <a:bodyPr/>
          <a:lstStyle/>
          <a:p>
            <a:r>
              <a:rPr lang="fr-FR"/>
              <a:t>Au lieu de construire ces contraintes en utilisant les variables du solveur, on choisit de les modéliser comme des </a:t>
            </a:r>
            <a:r>
              <a:rPr lang="fr-FR" err="1"/>
              <a:t>scorers</a:t>
            </a:r>
            <a:r>
              <a:rPr lang="fr-FR"/>
              <a:t> (des fonctions qui donne un score de respect de la contrainte à un emplacement donné). Nous pouvons nous permettre de faire ceci car, lors d’une perturbation, chaque emplacement est concret et évaluable (car on a déjà un placement partiel, donc on peut regarder tous les autres places libres) alors que lors de la création d’un emploi du temps, ce n’est pas le cas car le placement n’est PAS encore décidé quand on prend en compte ces contraintes. De plus, pour de la perturbation, on énumère déjà tous les placements possibles.</a:t>
            </a:r>
          </a:p>
        </p:txBody>
      </p:sp>
    </p:spTree>
    <p:extLst>
      <p:ext uri="{BB962C8B-B14F-4D97-AF65-F5344CB8AC3E}">
        <p14:creationId xmlns:p14="http://schemas.microsoft.com/office/powerpoint/2010/main" val="2825334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fr-FR"/>
          </a:p>
        </p:txBody>
      </p:sp>
      <p:sp>
        <p:nvSpPr>
          <p:cNvPr id="3" name="Espace réservé des notes 2"/>
          <p:cNvSpPr>
            <a:spLocks noGrp="1"/>
          </p:cNvSpPr>
          <p:nvPr>
            <p:ph type="body" idx="1"/>
          </p:nvPr>
        </p:nvSpPr>
        <p:spPr>
          <a:xfrm>
            <a:off x="685800" y="4400550"/>
            <a:ext cx="5486400" cy="3600450"/>
          </a:xfrm>
          <a:prstGeom prst="rect">
            <a:avLst/>
          </a:prstGeom>
        </p:spPr>
        <p:txBody>
          <a:bodyPr/>
          <a:lstStyle/>
          <a:p>
            <a:r>
              <a:rPr lang="fr-FR" dirty="0"/>
              <a:t>Nous avons aussi choisi d’ajouter une restriction de l’espace de recherche : on pénalise énormément si on replace un cours après son examen final (date des exams par cours dans </a:t>
            </a:r>
            <a:r>
              <a:rPr lang="fr-FR" dirty="0" err="1"/>
              <a:t>specs.json</a:t>
            </a:r>
            <a:r>
              <a:rPr lang="fr-FR" dirty="0"/>
              <a:t>)</a:t>
            </a:r>
          </a:p>
          <a:p>
            <a:endParaRPr lang="fr-FR" dirty="0"/>
          </a:p>
          <a:p>
            <a:r>
              <a:rPr lang="fr-FR" dirty="0"/>
              <a:t>Nous gérons aussi le cas des perturbations qui arrivent pendant le semestre : si une perturbation touche une session qui est déjà passée (antérieure à « aujourd’hui »), on ne la compte pas comme perturbée et on ne résout que sur les sessions futures. Cela permet d’avoir moins de cours perturbés et d’être plus réaliste.</a:t>
            </a:r>
          </a:p>
        </p:txBody>
      </p:sp>
    </p:spTree>
    <p:extLst>
      <p:ext uri="{BB962C8B-B14F-4D97-AF65-F5344CB8AC3E}">
        <p14:creationId xmlns:p14="http://schemas.microsoft.com/office/powerpoint/2010/main" val="21645688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L’objectif final de cet outil est de pouvoir prendre n’importe quelle sortie d’un logiciel d’emploi du temps (export ICS ou csv de ADE par exemple), extraire les données sous forme de csv exploitable par le code et ensuite de pouvoir proposer des emplois du temps différents après perturbation(s) rapidement pour que l’utilisateur puisse choisir celui qu’il considère meilleur. C’est un outil d’aide à la décision et non un dictateur de solution.</a:t>
            </a:r>
          </a:p>
        </p:txBody>
      </p:sp>
      <p:sp>
        <p:nvSpPr>
          <p:cNvPr id="4" name="Espace réservé du numéro de diapositive 3"/>
          <p:cNvSpPr>
            <a:spLocks noGrp="1"/>
          </p:cNvSpPr>
          <p:nvPr>
            <p:ph type="sldNum" sz="quarter" idx="5"/>
          </p:nvPr>
        </p:nvSpPr>
        <p:spPr/>
        <p:txBody>
          <a:bodyPr/>
          <a:lstStyle/>
          <a:p>
            <a:fld id="{7F724998-0A1F-4F6A-B295-D8D1B6EA4550}" type="slidenum">
              <a:rPr lang="fr-FR" smtClean="0"/>
              <a:t>30</a:t>
            </a:fld>
            <a:endParaRPr lang="fr-FR"/>
          </a:p>
        </p:txBody>
      </p:sp>
    </p:spTree>
    <p:extLst>
      <p:ext uri="{BB962C8B-B14F-4D97-AF65-F5344CB8AC3E}">
        <p14:creationId xmlns:p14="http://schemas.microsoft.com/office/powerpoint/2010/main" val="38213909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6A122-7F24-97D5-8947-303099DC1B8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6DB1F52-5247-8501-D70B-81FE1A57B428}"/>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7387720-9800-A9DE-E401-5E4C021B43A8}"/>
              </a:ext>
            </a:extLst>
          </p:cNvPr>
          <p:cNvSpPr>
            <a:spLocks noGrp="1"/>
          </p:cNvSpPr>
          <p:nvPr>
            <p:ph type="body" idx="1"/>
          </p:nvPr>
        </p:nvSpPr>
        <p:spPr/>
        <p:txBody>
          <a:bodyPr/>
          <a:lstStyle/>
          <a:p>
            <a:r>
              <a:rPr lang="fr-FR" dirty="0"/>
              <a:t>Il faut encore réfléchir à la forme des donnes d’entrée et de sortie du MLP pour le Warm Start.</a:t>
            </a:r>
          </a:p>
        </p:txBody>
      </p:sp>
      <p:sp>
        <p:nvSpPr>
          <p:cNvPr id="4" name="Espace réservé du numéro de diapositive 3">
            <a:extLst>
              <a:ext uri="{FF2B5EF4-FFF2-40B4-BE49-F238E27FC236}">
                <a16:creationId xmlns:a16="http://schemas.microsoft.com/office/drawing/2014/main" id="{27BD0878-5E45-1C01-F8E2-B5B1C1FD5F50}"/>
              </a:ext>
            </a:extLst>
          </p:cNvPr>
          <p:cNvSpPr>
            <a:spLocks noGrp="1"/>
          </p:cNvSpPr>
          <p:nvPr>
            <p:ph type="sldNum" sz="quarter" idx="5"/>
          </p:nvPr>
        </p:nvSpPr>
        <p:spPr/>
        <p:txBody>
          <a:bodyPr/>
          <a:lstStyle/>
          <a:p>
            <a:fld id="{7F724998-0A1F-4F6A-B295-D8D1B6EA4550}" type="slidenum">
              <a:rPr lang="fr-FR" smtClean="0"/>
              <a:t>32</a:t>
            </a:fld>
            <a:endParaRPr lang="fr-FR"/>
          </a:p>
        </p:txBody>
      </p:sp>
    </p:spTree>
    <p:extLst>
      <p:ext uri="{BB962C8B-B14F-4D97-AF65-F5344CB8AC3E}">
        <p14:creationId xmlns:p14="http://schemas.microsoft.com/office/powerpoint/2010/main" val="22272307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14EDF-4B95-7FFC-EE2F-61C32FF8236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D9E0F17-C7AE-4B92-7197-B70C370F3C35}"/>
              </a:ext>
            </a:extLst>
          </p:cNvPr>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fr-FR"/>
          </a:p>
        </p:txBody>
      </p:sp>
      <p:sp>
        <p:nvSpPr>
          <p:cNvPr id="3" name="Espace réservé des notes 2">
            <a:extLst>
              <a:ext uri="{FF2B5EF4-FFF2-40B4-BE49-F238E27FC236}">
                <a16:creationId xmlns:a16="http://schemas.microsoft.com/office/drawing/2014/main" id="{0FC9FB9F-278A-1AAE-DEE9-CA84E85081CB}"/>
              </a:ext>
            </a:extLst>
          </p:cNvPr>
          <p:cNvSpPr>
            <a:spLocks noGrp="1"/>
          </p:cNvSpPr>
          <p:nvPr>
            <p:ph type="body" idx="1"/>
          </p:nvPr>
        </p:nvSpPr>
        <p:spPr>
          <a:xfrm>
            <a:off x="685800" y="4400550"/>
            <a:ext cx="5486400" cy="3600450"/>
          </a:xfrm>
          <a:prstGeom prst="rect">
            <a:avLst/>
          </a:prstGeom>
        </p:spPr>
        <p:txBody>
          <a:bodyPr/>
          <a:lstStyle/>
          <a:p>
            <a:r>
              <a:rPr lang="fr-FR" dirty="0"/>
              <a:t>Il faut avoir les fichiers </a:t>
            </a:r>
            <a:r>
              <a:rPr lang="fr-FR" dirty="0" err="1"/>
              <a:t>data_instance.json</a:t>
            </a:r>
            <a:r>
              <a:rPr lang="fr-FR" dirty="0"/>
              <a:t> (donne les cours, leur nb de sessions par semaine, le type de </a:t>
            </a:r>
            <a:r>
              <a:rPr lang="fr-FR" dirty="0" err="1"/>
              <a:t>session,le</a:t>
            </a:r>
            <a:r>
              <a:rPr lang="fr-FR" dirty="0"/>
              <a:t> prof qui les donne, etc.) et </a:t>
            </a:r>
            <a:r>
              <a:rPr lang="fr-FR" dirty="0" err="1"/>
              <a:t>specs.json</a:t>
            </a:r>
            <a:r>
              <a:rPr lang="fr-FR" dirty="0"/>
              <a:t> (toutes les infos de l’université : profs, salles, bâtiments, groupes, cours, départements…). Grâce à data_to_gen.py, on crée instance_</a:t>
            </a:r>
            <a:r>
              <a:rPr lang="fr-FR" dirty="0" err="1"/>
              <a:t>gen</a:t>
            </a:r>
            <a:r>
              <a:rPr lang="fr-FR" dirty="0"/>
              <a:t>_.</a:t>
            </a:r>
            <a:r>
              <a:rPr lang="fr-FR" dirty="0" err="1"/>
              <a:t>json</a:t>
            </a:r>
            <a:r>
              <a:rPr lang="fr-FR" dirty="0"/>
              <a:t>, une entrée conforme pour notre générateur </a:t>
            </a:r>
            <a:r>
              <a:rPr lang="fr-FR" dirty="0" err="1"/>
              <a:t>d’edt</a:t>
            </a:r>
            <a:r>
              <a:rPr lang="fr-FR" dirty="0"/>
              <a:t>. Ce dernier nous sort un </a:t>
            </a:r>
            <a:r>
              <a:rPr lang="fr-FR" dirty="0" err="1"/>
              <a:t>edt</a:t>
            </a:r>
            <a:r>
              <a:rPr lang="fr-FR" dirty="0"/>
              <a:t> (</a:t>
            </a:r>
            <a:r>
              <a:rPr lang="fr-FR" dirty="0" err="1"/>
              <a:t>edt_gen.json</a:t>
            </a:r>
            <a:r>
              <a:rPr lang="fr-FR" dirty="0"/>
              <a:t>), qu’il faut alors conformiser pour notre gestionnaire de perturbations via gen_to_perturb.py. Finalement, notre module qui gère les perturbations donnent une solution aux perturbations données, et on peu récupérer toutes les infos des perturbations subies dans son log. Le MLP ne se sert que de edt.json, </a:t>
            </a:r>
            <a:r>
              <a:rPr lang="fr-FR" dirty="0" err="1"/>
              <a:t>edt_perturb.json</a:t>
            </a:r>
            <a:r>
              <a:rPr lang="fr-FR" dirty="0"/>
              <a:t> et du dict des perturbations subies pour son apprentissage.</a:t>
            </a:r>
          </a:p>
        </p:txBody>
      </p:sp>
    </p:spTree>
    <p:extLst>
      <p:ext uri="{BB962C8B-B14F-4D97-AF65-F5344CB8AC3E}">
        <p14:creationId xmlns:p14="http://schemas.microsoft.com/office/powerpoint/2010/main" val="4841487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0704D-880C-F7C4-D461-2F41FAD7ADF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7DC2DA4-A2DD-D876-C164-29C1287A126A}"/>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6E877253-7BDF-65E9-0156-5CDB86A27494}"/>
              </a:ext>
            </a:extLst>
          </p:cNvPr>
          <p:cNvSpPr>
            <a:spLocks noGrp="1"/>
          </p:cNvSpPr>
          <p:nvPr>
            <p:ph type="body" idx="1"/>
          </p:nvPr>
        </p:nvSpPr>
        <p:spPr/>
        <p:txBody>
          <a:bodyPr/>
          <a:lstStyle/>
          <a:p>
            <a:r>
              <a:rPr lang="fr-FR"/>
              <a:t>L’objectif final de cet outil est de pouvoir prendre n’importe quelle sortie d’un logiciel d’emploi du temps (export ICS ou csv de ADE par exemple), extraire les données sous forme de csv exploitable par le code et ensuite de pouvoir proposer des emplois du temps différents après perturbation(s) rapidement pour que l’utilisateur puisse choisir celui qu’il considère meilleur. C’est un outil d’aide à la décision et non un dictateur de solution.</a:t>
            </a:r>
          </a:p>
        </p:txBody>
      </p:sp>
      <p:sp>
        <p:nvSpPr>
          <p:cNvPr id="4" name="Espace réservé du numéro de diapositive 3">
            <a:extLst>
              <a:ext uri="{FF2B5EF4-FFF2-40B4-BE49-F238E27FC236}">
                <a16:creationId xmlns:a16="http://schemas.microsoft.com/office/drawing/2014/main" id="{C8ADEDA6-0FFE-A607-2A00-E35C9337C5CB}"/>
              </a:ext>
            </a:extLst>
          </p:cNvPr>
          <p:cNvSpPr>
            <a:spLocks noGrp="1"/>
          </p:cNvSpPr>
          <p:nvPr>
            <p:ph type="sldNum" sz="quarter" idx="5"/>
          </p:nvPr>
        </p:nvSpPr>
        <p:spPr/>
        <p:txBody>
          <a:bodyPr/>
          <a:lstStyle/>
          <a:p>
            <a:fld id="{7F724998-0A1F-4F6A-B295-D8D1B6EA4550}" type="slidenum">
              <a:rPr lang="fr-FR" smtClean="0"/>
              <a:t>34</a:t>
            </a:fld>
            <a:endParaRPr lang="fr-FR"/>
          </a:p>
        </p:txBody>
      </p:sp>
    </p:spTree>
    <p:extLst>
      <p:ext uri="{BB962C8B-B14F-4D97-AF65-F5344CB8AC3E}">
        <p14:creationId xmlns:p14="http://schemas.microsoft.com/office/powerpoint/2010/main" val="13044651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49170-943F-860C-AA6F-370837A58F9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38C0226-CE8C-1C0C-2605-7FEFFE1A43F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80B40629-CFC4-B19D-7638-A5BD3A0B1B5E}"/>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D168F0B-FBE9-8485-43F0-4977BA2E5511}"/>
              </a:ext>
            </a:extLst>
          </p:cNvPr>
          <p:cNvSpPr>
            <a:spLocks noGrp="1"/>
          </p:cNvSpPr>
          <p:nvPr>
            <p:ph type="sldNum" sz="quarter" idx="5"/>
          </p:nvPr>
        </p:nvSpPr>
        <p:spPr/>
        <p:txBody>
          <a:bodyPr/>
          <a:lstStyle/>
          <a:p>
            <a:fld id="{7F724998-0A1F-4F6A-B295-D8D1B6EA4550}" type="slidenum">
              <a:rPr lang="fr-FR" smtClean="0"/>
              <a:t>35</a:t>
            </a:fld>
            <a:endParaRPr lang="fr-FR"/>
          </a:p>
        </p:txBody>
      </p:sp>
    </p:spTree>
    <p:extLst>
      <p:ext uri="{BB962C8B-B14F-4D97-AF65-F5344CB8AC3E}">
        <p14:creationId xmlns:p14="http://schemas.microsoft.com/office/powerpoint/2010/main" val="3503391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8FAFC"/>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8148F30-C5A6-44D0-8605-537FFE4A4A41}" type="datetime1">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8FAF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D2344AE-82D4-494D-B264-B4827C815667}" type="datetime1">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F8FAF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BB621C5-DE12-413F-9AAB-D88A1CEE91AD}" type="datetime1">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8FAF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E038248-2E03-4C93-B56A-752A29D56152}" type="datetime1">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rgbClr val="F8FAF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D8FB7C4-D004-467F-8376-7E4F467C1E20}" type="datetime1">
              <a:rPr lang="en-US" smtClean="0"/>
              <a:t>8/11/2026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8FAF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BDA5D39-81E7-4645-BBA8-E96E997D3729}" type="datetime1">
              <a:rPr lang="en-US" smtClean="0"/>
              <a:t>8/11/2026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8FAFC"/>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341CBC-68AD-4D63-ABCC-F2D0EB0051A3}" type="datetime1">
              <a:rPr lang="en-US" smtClean="0"/>
              <a:t>8/11/2026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rgbClr val="F8FAF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939516B-35E3-47B5-AB13-FD5B1F513520}" type="datetime1">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rgbClr val="F8FAF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66A5E2D-0B86-44A1-AB8F-AD44D1D4F561}" type="datetime1">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8FAF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9E65A66-2C6F-418B-B6A3-27E3D1D15356}" type="datetime1">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8FAFC"/>
        </a:solid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F95D3F-E9B8-4E0C-8A6C-BAC0C48167FC}" type="datetime1">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2E1FB8-ABC4-40F0-BA9E-89916C895428}" type="datetime1">
              <a:rPr lang="en-US" smtClean="0"/>
              <a:t>8/11/2026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49640" y="4850892"/>
            <a:ext cx="411480" cy="237744"/>
          </a:xfrm>
          <a:prstGeom prst="rect">
            <a:avLst/>
          </a:prstGeom>
        </p:spPr>
        <p:txBody>
          <a:bodyPr vert="horz" wrap="square" lIns="0" tIns="0" rIns="0" bIns="0" rtlCol="0" anchor="ctr"/>
          <a:lstStyle>
            <a:lvl1pPr algn="r">
              <a:defRPr sz="1200">
                <a:solidFill>
                  <a:schemeClr val="tx1">
                    <a:tint val="75000"/>
                  </a:schemeClr>
                </a:solidFill>
              </a:defRPr>
            </a:lvl1pPr>
          </a:lstStyle>
          <a:p>
            <a:pPr algn="r">
              <a:defRPr sz="1400">
                <a:solidFill>
                  <a:srgbClr val="64748B"/>
                </a:solidFill>
                <a:latin typeface="Aptos"/>
              </a:defRPr>
            </a:pPr>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hyperlink" Target="https://en.wikipedia.org/wiki/Matheuristics" TargetMode="External"/><Relationship Id="rId3" Type="http://schemas.openxmlformats.org/officeDocument/2006/relationships/hyperlink" Target="https://fr.wikipedia.org/wiki/Coloration_de_graphe" TargetMode="External"/><Relationship Id="rId7" Type="http://schemas.openxmlformats.org/officeDocument/2006/relationships/hyperlink" Target="https://fr.wikipedia.org/wiki/Algorithme_g%C3%A9n%C3%A9tique"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hyperlink" Target="https://fr.wikipedia.org/wiki/Recherche_tabou" TargetMode="External"/><Relationship Id="rId5" Type="http://schemas.openxmlformats.org/officeDocument/2006/relationships/hyperlink" Target="https://developers.google.com/optimization/cp/cp_solver" TargetMode="External"/><Relationship Id="rId4" Type="http://schemas.openxmlformats.org/officeDocument/2006/relationships/hyperlink" Target="https://fr.wikipedia.org/wiki/Programmation_lin%C3%A9aire_en_nombres_entiers" TargetMode="External"/><Relationship Id="rId9" Type="http://schemas.openxmlformats.org/officeDocument/2006/relationships/comments" Target="../comments/comment3.xml"/></Relationships>
</file>

<file path=ppt/slides/_rels/slide5.xml.rels><?xml version="1.0" encoding="UTF-8" standalone="yes"?>
<Relationships xmlns="http://schemas.openxmlformats.org/package/2006/relationships"><Relationship Id="rId3" Type="http://schemas.openxmlformats.org/officeDocument/2006/relationships/hyperlink" Target="https://developers.google.com/optimization/cp/cp_solver?hl=fr"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comments" Target="../comments/comment4.xml"/></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5.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comments" Target="../comments/comment6.xml"/><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comments" Target="../comments/comment7.xml"/><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91440" y="91440"/>
            <a:ext cx="73152" cy="4960620"/>
          </a:xfrm>
          <a:prstGeom prst="rect">
            <a:avLst/>
          </a:prstGeom>
          <a:solidFill>
            <a:schemeClr val="accent3">
              <a:lumMod val="40000"/>
              <a:lumOff val="60000"/>
            </a:schemeClr>
          </a:solidFill>
          <a:ln>
            <a:solidFill>
              <a:schemeClr val="accent3">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 name="Rectangle 3"/>
          <p:cNvSpPr/>
          <p:nvPr/>
        </p:nvSpPr>
        <p:spPr>
          <a:xfrm>
            <a:off x="7223759" y="1827249"/>
            <a:ext cx="1828801" cy="2194560"/>
          </a:xfrm>
          <a:prstGeom prst="rect">
            <a:avLst/>
          </a:prstGeom>
          <a:solidFill>
            <a:schemeClr val="accent4">
              <a:lumMod val="40000"/>
              <a:lumOff val="60000"/>
            </a:schemeClr>
          </a:solidFill>
          <a:ln>
            <a:solidFill>
              <a:schemeClr val="accent4">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3" name="Rectangle 2"/>
          <p:cNvSpPr/>
          <p:nvPr/>
        </p:nvSpPr>
        <p:spPr>
          <a:xfrm>
            <a:off x="7407413" y="910349"/>
            <a:ext cx="1554481" cy="1645920"/>
          </a:xfrm>
          <a:prstGeom prst="rect">
            <a:avLst/>
          </a:prstGeom>
          <a:solidFill>
            <a:schemeClr val="accent2">
              <a:lumMod val="40000"/>
              <a:lumOff val="60000"/>
            </a:schemeClr>
          </a:solidFill>
          <a:ln>
            <a:solidFill>
              <a:schemeClr val="accent2">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 name="Rectangle 4"/>
          <p:cNvSpPr/>
          <p:nvPr/>
        </p:nvSpPr>
        <p:spPr>
          <a:xfrm>
            <a:off x="7909560" y="545839"/>
            <a:ext cx="822960" cy="822960"/>
          </a:xfrm>
          <a:prstGeom prst="rect">
            <a:avLst/>
          </a:prstGeom>
          <a:solidFill>
            <a:schemeClr val="accent6">
              <a:lumMod val="40000"/>
              <a:lumOff val="6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 name="TextBox 5"/>
          <p:cNvSpPr txBox="1"/>
          <p:nvPr/>
        </p:nvSpPr>
        <p:spPr>
          <a:xfrm>
            <a:off x="502920" y="914400"/>
            <a:ext cx="6303516" cy="1138773"/>
          </a:xfrm>
          <a:prstGeom prst="rect">
            <a:avLst/>
          </a:prstGeom>
          <a:noFill/>
          <a:ln>
            <a:solidFill/>
          </a:ln>
        </p:spPr>
        <p:txBody>
          <a:bodyPr wrap="square">
            <a:spAutoFit/>
          </a:bodyPr>
          <a:lstStyle/>
          <a:p>
            <a:pPr algn="l">
              <a:defRPr>
                <a:solidFill>
                  <a:srgbClr val="0F172A"/>
                </a:solidFill>
              </a:defRPr>
            </a:pPr>
            <a:r>
              <a:rPr lang="fr-FR" sz="3400" b="1" i="0">
                <a:solidFill>
                  <a:srgbClr val="0F172A"/>
                </a:solidFill>
              </a:rPr>
              <a:t>Résolution du problème
d'emploi du temps universitaire</a:t>
            </a:r>
          </a:p>
        </p:txBody>
      </p:sp>
      <p:sp>
        <p:nvSpPr>
          <p:cNvPr id="7" name="TextBox 6"/>
          <p:cNvSpPr txBox="1"/>
          <p:nvPr/>
        </p:nvSpPr>
        <p:spPr>
          <a:xfrm>
            <a:off x="502920" y="2514600"/>
            <a:ext cx="3620697" cy="338554"/>
          </a:xfrm>
          <a:prstGeom prst="rect">
            <a:avLst/>
          </a:prstGeom>
          <a:noFill/>
          <a:ln>
            <a:solidFill/>
          </a:ln>
        </p:spPr>
        <p:txBody>
          <a:bodyPr wrap="square">
            <a:spAutoFit/>
          </a:bodyPr>
          <a:lstStyle/>
          <a:p>
            <a:pPr algn="l">
              <a:defRPr>
                <a:solidFill>
                  <a:srgbClr val="0F172A"/>
                </a:solidFill>
              </a:defRPr>
            </a:pPr>
            <a:r>
              <a:rPr lang="fr-FR" sz="1600" b="0" i="1" dirty="0">
                <a:solidFill>
                  <a:srgbClr val="475569"/>
                </a:solidFill>
              </a:rPr>
              <a:t>Modélisation CP-SAT · Gestion d'imprévus</a:t>
            </a:r>
          </a:p>
        </p:txBody>
      </p:sp>
      <p:sp>
        <p:nvSpPr>
          <p:cNvPr id="8" name="Rectangle 7"/>
          <p:cNvSpPr/>
          <p:nvPr/>
        </p:nvSpPr>
        <p:spPr>
          <a:xfrm>
            <a:off x="502920" y="3246120"/>
            <a:ext cx="2926080" cy="45720"/>
          </a:xfrm>
          <a:prstGeom prst="rect">
            <a:avLst/>
          </a:prstGeom>
          <a:solidFill>
            <a:srgbClr val="D9EFFD"/>
          </a:solidFill>
          <a:ln>
            <a:solidFill>
              <a:srgbClr val="D9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 name="TextBox 8"/>
          <p:cNvSpPr txBox="1"/>
          <p:nvPr/>
        </p:nvSpPr>
        <p:spPr>
          <a:xfrm>
            <a:off x="502920" y="3401568"/>
            <a:ext cx="4572000" cy="276999"/>
          </a:xfrm>
          <a:prstGeom prst="rect">
            <a:avLst/>
          </a:prstGeom>
          <a:noFill/>
          <a:ln>
            <a:solidFill/>
          </a:ln>
        </p:spPr>
        <p:txBody>
          <a:bodyPr wrap="square">
            <a:spAutoFit/>
          </a:bodyPr>
          <a:lstStyle/>
          <a:p>
            <a:pPr algn="l">
              <a:defRPr>
                <a:solidFill>
                  <a:srgbClr val="0F172A"/>
                </a:solidFill>
              </a:defRPr>
            </a:pPr>
            <a:r>
              <a:rPr lang="fr-FR" sz="1200" b="0" i="0">
                <a:solidFill>
                  <a:srgbClr val="475569"/>
                </a:solidFill>
              </a:rPr>
              <a:t>Stage  ·  OR-Tools / Google CP-SAT</a:t>
            </a:r>
          </a:p>
        </p:txBody>
      </p:sp>
      <p:sp>
        <p:nvSpPr>
          <p:cNvPr id="10" name="Espace réservé du numéro de diapositive 9">
            <a:extLst>
              <a:ext uri="{FF2B5EF4-FFF2-40B4-BE49-F238E27FC236}">
                <a16:creationId xmlns:a16="http://schemas.microsoft.com/office/drawing/2014/main" id="{38715E6E-8AB9-C3AB-4D29-40C70D72711D}"/>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DC97C-29C7-420E-0059-A233B5251A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DD842A6-2254-3A4D-53DA-8E8D48AC8A2D}"/>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en-US" sz="3000" b="1" i="0" dirty="0">
                <a:solidFill>
                  <a:srgbClr val="0F172A"/>
                </a:solidFill>
              </a:rPr>
              <a:t>Notre </a:t>
            </a:r>
            <a:r>
              <a:rPr lang="en-US" sz="3000" b="1" i="0" dirty="0" err="1">
                <a:solidFill>
                  <a:srgbClr val="0F172A"/>
                </a:solidFill>
              </a:rPr>
              <a:t>problème</a:t>
            </a:r>
            <a:endParaRPr lang="en-US" sz="3000" b="1" i="0" dirty="0">
              <a:solidFill>
                <a:srgbClr val="0F172A"/>
              </a:solidFill>
            </a:endParaRPr>
          </a:p>
        </p:txBody>
      </p:sp>
      <p:sp>
        <p:nvSpPr>
          <p:cNvPr id="3" name="Rectangle 2">
            <a:extLst>
              <a:ext uri="{FF2B5EF4-FFF2-40B4-BE49-F238E27FC236}">
                <a16:creationId xmlns:a16="http://schemas.microsoft.com/office/drawing/2014/main" id="{BEF74141-0346-7306-C861-318548BAC149}"/>
              </a:ext>
            </a:extLst>
          </p:cNvPr>
          <p:cNvSpPr/>
          <p:nvPr/>
        </p:nvSpPr>
        <p:spPr>
          <a:xfrm>
            <a:off x="365760" y="865054"/>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 name="Rectangle 3">
            <a:extLst>
              <a:ext uri="{FF2B5EF4-FFF2-40B4-BE49-F238E27FC236}">
                <a16:creationId xmlns:a16="http://schemas.microsoft.com/office/drawing/2014/main" id="{D887B3F5-6050-128B-EFE0-953D445E67DE}"/>
              </a:ext>
            </a:extLst>
          </p:cNvPr>
          <p:cNvSpPr/>
          <p:nvPr/>
        </p:nvSpPr>
        <p:spPr>
          <a:xfrm>
            <a:off x="320040" y="1051560"/>
            <a:ext cx="3931920" cy="329184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 name="Rectangle 4">
            <a:extLst>
              <a:ext uri="{FF2B5EF4-FFF2-40B4-BE49-F238E27FC236}">
                <a16:creationId xmlns:a16="http://schemas.microsoft.com/office/drawing/2014/main" id="{E82995AC-A0D7-FE69-A13D-56EC091056AD}"/>
              </a:ext>
            </a:extLst>
          </p:cNvPr>
          <p:cNvSpPr/>
          <p:nvPr/>
        </p:nvSpPr>
        <p:spPr>
          <a:xfrm>
            <a:off x="320040" y="1051560"/>
            <a:ext cx="64008" cy="3291840"/>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 name="TextBox 5">
            <a:extLst>
              <a:ext uri="{FF2B5EF4-FFF2-40B4-BE49-F238E27FC236}">
                <a16:creationId xmlns:a16="http://schemas.microsoft.com/office/drawing/2014/main" id="{3D27C31D-FAFC-3D54-81C5-6DBB0F131FC5}"/>
              </a:ext>
            </a:extLst>
          </p:cNvPr>
          <p:cNvSpPr txBox="1"/>
          <p:nvPr/>
        </p:nvSpPr>
        <p:spPr>
          <a:xfrm>
            <a:off x="502920" y="1143000"/>
            <a:ext cx="3657600" cy="307777"/>
          </a:xfrm>
          <a:prstGeom prst="rect">
            <a:avLst/>
          </a:prstGeom>
          <a:noFill/>
          <a:ln>
            <a:solidFill/>
          </a:ln>
        </p:spPr>
        <p:txBody>
          <a:bodyPr wrap="square">
            <a:spAutoFit/>
          </a:bodyPr>
          <a:lstStyle/>
          <a:p>
            <a:pPr algn="l">
              <a:defRPr>
                <a:solidFill>
                  <a:srgbClr val="0F172A"/>
                </a:solidFill>
              </a:defRPr>
            </a:pPr>
            <a:r>
              <a:rPr lang="fr-FR" sz="1400" b="1" i="0" dirty="0">
                <a:solidFill>
                  <a:srgbClr val="0369A1"/>
                </a:solidFill>
              </a:rPr>
              <a:t>Problématique</a:t>
            </a:r>
          </a:p>
        </p:txBody>
      </p:sp>
      <p:sp>
        <p:nvSpPr>
          <p:cNvPr id="8" name="Rectangle 7">
            <a:extLst>
              <a:ext uri="{FF2B5EF4-FFF2-40B4-BE49-F238E27FC236}">
                <a16:creationId xmlns:a16="http://schemas.microsoft.com/office/drawing/2014/main" id="{B39EB219-B4DF-9B9F-EA70-1F05DFDFFB22}"/>
              </a:ext>
            </a:extLst>
          </p:cNvPr>
          <p:cNvSpPr/>
          <p:nvPr/>
        </p:nvSpPr>
        <p:spPr>
          <a:xfrm>
            <a:off x="4709160" y="1051560"/>
            <a:ext cx="4114800" cy="329184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 name="Rectangle 8">
            <a:extLst>
              <a:ext uri="{FF2B5EF4-FFF2-40B4-BE49-F238E27FC236}">
                <a16:creationId xmlns:a16="http://schemas.microsoft.com/office/drawing/2014/main" id="{C808237F-DFEB-F2AA-AF5E-4F39BF229B26}"/>
              </a:ext>
            </a:extLst>
          </p:cNvPr>
          <p:cNvSpPr/>
          <p:nvPr/>
        </p:nvSpPr>
        <p:spPr>
          <a:xfrm>
            <a:off x="4709160" y="1051560"/>
            <a:ext cx="64008" cy="3291840"/>
          </a:xfrm>
          <a:prstGeom prst="rect">
            <a:avLst/>
          </a:prstGeom>
          <a:solidFill>
            <a:srgbClr val="FDE2E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0" name="TextBox 9">
            <a:extLst>
              <a:ext uri="{FF2B5EF4-FFF2-40B4-BE49-F238E27FC236}">
                <a16:creationId xmlns:a16="http://schemas.microsoft.com/office/drawing/2014/main" id="{F130F58F-ACB3-59BA-AD97-3D0AE46068A9}"/>
              </a:ext>
            </a:extLst>
          </p:cNvPr>
          <p:cNvSpPr txBox="1"/>
          <p:nvPr/>
        </p:nvSpPr>
        <p:spPr>
          <a:xfrm>
            <a:off x="4892040" y="1143000"/>
            <a:ext cx="3657600" cy="307777"/>
          </a:xfrm>
          <a:prstGeom prst="rect">
            <a:avLst/>
          </a:prstGeom>
          <a:noFill/>
          <a:ln>
            <a:solidFill/>
          </a:ln>
        </p:spPr>
        <p:txBody>
          <a:bodyPr wrap="square">
            <a:spAutoFit/>
          </a:bodyPr>
          <a:lstStyle/>
          <a:p>
            <a:pPr algn="l">
              <a:defRPr>
                <a:solidFill>
                  <a:srgbClr val="0F172A"/>
                </a:solidFill>
              </a:defRPr>
            </a:pPr>
            <a:r>
              <a:rPr lang="fr-FR" sz="1400" b="1" i="0" dirty="0">
                <a:solidFill>
                  <a:srgbClr val="B91C1C"/>
                </a:solidFill>
              </a:rPr>
              <a:t>Pourquoi est-ce difficile ?</a:t>
            </a:r>
          </a:p>
        </p:txBody>
      </p:sp>
      <p:sp>
        <p:nvSpPr>
          <p:cNvPr id="11" name="TextBox 10">
            <a:extLst>
              <a:ext uri="{FF2B5EF4-FFF2-40B4-BE49-F238E27FC236}">
                <a16:creationId xmlns:a16="http://schemas.microsoft.com/office/drawing/2014/main" id="{7A9E11A2-50AF-26F3-EBA8-2E7FA76C7C0D}"/>
              </a:ext>
            </a:extLst>
          </p:cNvPr>
          <p:cNvSpPr txBox="1"/>
          <p:nvPr/>
        </p:nvSpPr>
        <p:spPr>
          <a:xfrm>
            <a:off x="4892040" y="1536192"/>
            <a:ext cx="3749039" cy="2328843"/>
          </a:xfrm>
          <a:prstGeom prst="rect">
            <a:avLst/>
          </a:prstGeom>
          <a:noFill/>
          <a:ln>
            <a:noFill/>
          </a:ln>
        </p:spPr>
        <p:txBody>
          <a:bodyPr wrap="square" lIns="91440" tIns="45720" rIns="91440" bIns="45720" anchor="t">
            <a:spAutoFit/>
          </a:bodyPr>
          <a:lstStyle/>
          <a:p>
            <a:pPr>
              <a:spcAft>
                <a:spcPts val="400"/>
              </a:spcAft>
              <a:defRPr>
                <a:solidFill>
                  <a:srgbClr val="0F172A"/>
                </a:solidFill>
              </a:defRPr>
            </a:pPr>
            <a:r>
              <a:rPr lang="fr-FR" sz="1200" dirty="0">
                <a:solidFill>
                  <a:srgbClr val="B91C1C"/>
                </a:solidFill>
              </a:rPr>
              <a:t>  •  Les contraintes initiales doivent toujours être respectées</a:t>
            </a:r>
          </a:p>
          <a:p>
            <a:pPr>
              <a:spcAft>
                <a:spcPts val="400"/>
              </a:spcAft>
              <a:defRPr>
                <a:solidFill>
                  <a:srgbClr val="0F172A"/>
                </a:solidFill>
              </a:defRPr>
            </a:pPr>
            <a:r>
              <a:rPr lang="fr-FR" sz="1200" dirty="0">
                <a:solidFill>
                  <a:srgbClr val="B91C1C"/>
                </a:solidFill>
              </a:rPr>
              <a:t> •  Une perturbation peut avoir des </a:t>
            </a:r>
            <a:r>
              <a:rPr lang="fr-FR" sz="1200" b="1" dirty="0">
                <a:solidFill>
                  <a:srgbClr val="B91C1C"/>
                </a:solidFill>
              </a:rPr>
              <a:t>effets en cascade</a:t>
            </a:r>
            <a:r>
              <a:rPr lang="fr-FR" sz="1200" dirty="0">
                <a:solidFill>
                  <a:srgbClr val="B91C1C"/>
                </a:solidFill>
              </a:rPr>
              <a:t> sur tout l’emploi du temps</a:t>
            </a:r>
          </a:p>
          <a:p>
            <a:pPr>
              <a:spcAft>
                <a:spcPts val="400"/>
              </a:spcAft>
              <a:defRPr>
                <a:solidFill>
                  <a:srgbClr val="0F172A"/>
                </a:solidFill>
              </a:defRPr>
            </a:pPr>
            <a:r>
              <a:rPr lang="fr-FR" sz="1200" dirty="0">
                <a:solidFill>
                  <a:srgbClr val="B91C1C"/>
                </a:solidFill>
              </a:rPr>
              <a:t> •  Les perturbations peuvent être incompatibles entre elles, ou avoir un effet les unes sur les autres</a:t>
            </a:r>
          </a:p>
          <a:p>
            <a:pPr>
              <a:spcAft>
                <a:spcPts val="400"/>
              </a:spcAft>
              <a:defRPr>
                <a:solidFill>
                  <a:srgbClr val="0F172A"/>
                </a:solidFill>
              </a:defRPr>
            </a:pPr>
            <a:r>
              <a:rPr lang="fr-FR" sz="1200" dirty="0">
                <a:solidFill>
                  <a:srgbClr val="B91C1C"/>
                </a:solidFill>
              </a:rPr>
              <a:t> •  Les perturbations doivent non seulement être corrigées, mais surtout avec le moins d’impact possible sur le reste de l’emploi du temps</a:t>
            </a:r>
          </a:p>
          <a:p>
            <a:pPr>
              <a:spcAft>
                <a:spcPts val="400"/>
              </a:spcAft>
              <a:defRPr>
                <a:solidFill>
                  <a:srgbClr val="0F172A"/>
                </a:solidFill>
              </a:defRPr>
            </a:pPr>
            <a:r>
              <a:rPr lang="fr-FR" sz="1200" dirty="0">
                <a:solidFill>
                  <a:srgbClr val="B91C1C"/>
                </a:solidFill>
              </a:rPr>
              <a:t> •  Les perturbations peuvent apparaître du jour au lendemain, voire pire</a:t>
            </a:r>
          </a:p>
        </p:txBody>
      </p:sp>
      <p:sp>
        <p:nvSpPr>
          <p:cNvPr id="14" name="Rectangle 13">
            <a:extLst>
              <a:ext uri="{FF2B5EF4-FFF2-40B4-BE49-F238E27FC236}">
                <a16:creationId xmlns:a16="http://schemas.microsoft.com/office/drawing/2014/main" id="{9E2514FD-8339-C51D-423E-B44ECDB5143D}"/>
              </a:ext>
            </a:extLst>
          </p:cNvPr>
          <p:cNvSpPr/>
          <p:nvPr/>
        </p:nvSpPr>
        <p:spPr>
          <a:xfrm>
            <a:off x="320040" y="4572000"/>
            <a:ext cx="8503920" cy="347472"/>
          </a:xfrm>
          <a:prstGeom prst="rect">
            <a:avLst/>
          </a:prstGeom>
          <a:solidFill>
            <a:srgbClr val="EAF1FB"/>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5" name="TextBox 14">
            <a:extLst>
              <a:ext uri="{FF2B5EF4-FFF2-40B4-BE49-F238E27FC236}">
                <a16:creationId xmlns:a16="http://schemas.microsoft.com/office/drawing/2014/main" id="{DD041F8B-A183-C537-E6C5-6058463EE2E5}"/>
              </a:ext>
            </a:extLst>
          </p:cNvPr>
          <p:cNvSpPr txBox="1"/>
          <p:nvPr/>
        </p:nvSpPr>
        <p:spPr>
          <a:xfrm>
            <a:off x="457200" y="4601392"/>
            <a:ext cx="8229600" cy="307777"/>
          </a:xfrm>
          <a:prstGeom prst="rect">
            <a:avLst/>
          </a:prstGeom>
          <a:noFill/>
          <a:ln>
            <a:noFill/>
          </a:ln>
        </p:spPr>
        <p:txBody>
          <a:bodyPr wrap="square">
            <a:spAutoFit/>
          </a:bodyPr>
          <a:lstStyle/>
          <a:p>
            <a:pPr algn="ctr">
              <a:defRPr>
                <a:solidFill>
                  <a:srgbClr val="0F172A"/>
                </a:solidFill>
              </a:defRPr>
            </a:pPr>
            <a:r>
              <a:rPr lang="fr-FR" sz="1400" b="1" i="0" dirty="0">
                <a:solidFill>
                  <a:srgbClr val="FF0000"/>
                </a:solidFill>
              </a:rPr>
              <a:t>Objectif : Gérer des perturbations d’emplois du temps de manière efficace et rapide</a:t>
            </a:r>
          </a:p>
        </p:txBody>
      </p:sp>
      <p:sp>
        <p:nvSpPr>
          <p:cNvPr id="16" name="Espace réservé du numéro de diapositive 15">
            <a:extLst>
              <a:ext uri="{FF2B5EF4-FFF2-40B4-BE49-F238E27FC236}">
                <a16:creationId xmlns:a16="http://schemas.microsoft.com/office/drawing/2014/main" id="{0BF29031-E491-173C-A384-5E1DD3C6E35D}"/>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2</a:t>
            </a:fld>
            <a:endParaRPr lang="en-US"/>
          </a:p>
        </p:txBody>
      </p:sp>
      <p:sp>
        <p:nvSpPr>
          <p:cNvPr id="18" name="ZoneTexte 17">
            <a:extLst>
              <a:ext uri="{FF2B5EF4-FFF2-40B4-BE49-F238E27FC236}">
                <a16:creationId xmlns:a16="http://schemas.microsoft.com/office/drawing/2014/main" id="{1FCC3D54-762E-F319-3D6D-5A201E974DC8}"/>
              </a:ext>
            </a:extLst>
          </p:cNvPr>
          <p:cNvSpPr txBox="1"/>
          <p:nvPr/>
        </p:nvSpPr>
        <p:spPr>
          <a:xfrm>
            <a:off x="502920" y="1567943"/>
            <a:ext cx="3657600" cy="2062103"/>
          </a:xfrm>
          <a:prstGeom prst="rect">
            <a:avLst/>
          </a:prstGeom>
          <a:noFill/>
        </p:spPr>
        <p:txBody>
          <a:bodyPr wrap="square">
            <a:spAutoFit/>
          </a:bodyPr>
          <a:lstStyle/>
          <a:p>
            <a:pPr>
              <a:spcAft>
                <a:spcPts val="400"/>
              </a:spcAft>
              <a:defRPr>
                <a:solidFill>
                  <a:srgbClr val="0F172A"/>
                </a:solidFill>
              </a:defRPr>
            </a:pPr>
            <a:r>
              <a:rPr lang="fr-FR" sz="1200" dirty="0">
                <a:solidFill>
                  <a:srgbClr val="0F172A"/>
                </a:solidFill>
              </a:rPr>
              <a:t> •  Un emploi du temps est créé et on espère que tout se passera comme prévu…</a:t>
            </a:r>
          </a:p>
          <a:p>
            <a:pPr>
              <a:spcAft>
                <a:spcPts val="400"/>
              </a:spcAft>
              <a:defRPr>
                <a:solidFill>
                  <a:srgbClr val="0F172A"/>
                </a:solidFill>
              </a:defRPr>
            </a:pPr>
            <a:r>
              <a:rPr lang="fr-FR" sz="1200" dirty="0">
                <a:solidFill>
                  <a:srgbClr val="0F172A"/>
                </a:solidFill>
              </a:rPr>
              <a:t>  •  Ce n’est généralement pas le cas:</a:t>
            </a:r>
          </a:p>
          <a:p>
            <a:pPr marL="628650" lvl="1" indent="-171450">
              <a:spcAft>
                <a:spcPts val="400"/>
              </a:spcAft>
              <a:buFont typeface="Courier New" panose="02070309020205020404" pitchFamily="49" charset="0"/>
              <a:buChar char="o"/>
              <a:defRPr>
                <a:solidFill>
                  <a:srgbClr val="0F172A"/>
                </a:solidFill>
              </a:defRPr>
            </a:pPr>
            <a:r>
              <a:rPr lang="fr-FR" sz="1200" dirty="0">
                <a:solidFill>
                  <a:srgbClr val="0F172A"/>
                </a:solidFill>
              </a:rPr>
              <a:t>Professeur absent</a:t>
            </a:r>
          </a:p>
          <a:p>
            <a:pPr marL="628650" lvl="1" indent="-171450">
              <a:spcAft>
                <a:spcPts val="400"/>
              </a:spcAft>
              <a:buFont typeface="Courier New" panose="02070309020205020404" pitchFamily="49" charset="0"/>
              <a:buChar char="o"/>
              <a:defRPr>
                <a:solidFill>
                  <a:srgbClr val="0F172A"/>
                </a:solidFill>
              </a:defRPr>
            </a:pPr>
            <a:r>
              <a:rPr lang="fr-FR" sz="1200" dirty="0">
                <a:solidFill>
                  <a:srgbClr val="0F172A"/>
                </a:solidFill>
              </a:rPr>
              <a:t>Salle indisponible</a:t>
            </a:r>
          </a:p>
          <a:p>
            <a:pPr marL="628650" lvl="1" indent="-171450">
              <a:spcAft>
                <a:spcPts val="400"/>
              </a:spcAft>
              <a:buFont typeface="Courier New" panose="02070309020205020404" pitchFamily="49" charset="0"/>
              <a:buChar char="o"/>
              <a:defRPr>
                <a:solidFill>
                  <a:srgbClr val="0F172A"/>
                </a:solidFill>
              </a:defRPr>
            </a:pPr>
            <a:r>
              <a:rPr lang="fr-FR" sz="1200" dirty="0">
                <a:solidFill>
                  <a:srgbClr val="0F172A"/>
                </a:solidFill>
              </a:rPr>
              <a:t>….</a:t>
            </a:r>
          </a:p>
          <a:p>
            <a:pPr>
              <a:spcAft>
                <a:spcPts val="400"/>
              </a:spcAft>
              <a:defRPr>
                <a:solidFill>
                  <a:srgbClr val="0F172A"/>
                </a:solidFill>
              </a:defRPr>
            </a:pPr>
            <a:r>
              <a:rPr lang="fr-FR" sz="1200" dirty="0">
                <a:solidFill>
                  <a:srgbClr val="0F172A"/>
                </a:solidFill>
              </a:rPr>
              <a:t>    → Recréation complète = trop lent (il faut des jours entiers pour créer un emploi du temps)</a:t>
            </a:r>
          </a:p>
          <a:p>
            <a:pPr>
              <a:spcAft>
                <a:spcPts val="400"/>
              </a:spcAft>
              <a:defRPr>
                <a:solidFill>
                  <a:srgbClr val="0F172A"/>
                </a:solidFill>
              </a:defRPr>
            </a:pPr>
            <a:r>
              <a:rPr lang="fr-FR" sz="1200" dirty="0">
                <a:solidFill>
                  <a:srgbClr val="0F172A"/>
                </a:solidFill>
              </a:rPr>
              <a:t>    → Annuler les cours n'est pas acceptable</a:t>
            </a:r>
            <a:endParaRPr lang="fr-FR" dirty="0"/>
          </a:p>
        </p:txBody>
      </p:sp>
    </p:spTree>
    <p:extLst>
      <p:ext uri="{BB962C8B-B14F-4D97-AF65-F5344CB8AC3E}">
        <p14:creationId xmlns:p14="http://schemas.microsoft.com/office/powerpoint/2010/main" val="5767557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en-US" sz="3000" b="1" i="0">
                <a:solidFill>
                  <a:srgbClr val="0F172A"/>
                </a:solidFill>
              </a:rPr>
              <a:t>University Course Timetabling Problem (UCTP)</a:t>
            </a:r>
          </a:p>
        </p:txBody>
      </p:sp>
      <p:sp>
        <p:nvSpPr>
          <p:cNvPr id="3" name="Rectangle 2"/>
          <p:cNvSpPr/>
          <p:nvPr/>
        </p:nvSpPr>
        <p:spPr>
          <a:xfrm>
            <a:off x="365760" y="865054"/>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 name="Rectangle 3"/>
          <p:cNvSpPr/>
          <p:nvPr/>
        </p:nvSpPr>
        <p:spPr>
          <a:xfrm>
            <a:off x="320040" y="1051560"/>
            <a:ext cx="3931920" cy="329184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 name="Rectangle 4"/>
          <p:cNvSpPr/>
          <p:nvPr/>
        </p:nvSpPr>
        <p:spPr>
          <a:xfrm>
            <a:off x="320040" y="1051560"/>
            <a:ext cx="64008" cy="3291840"/>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 name="TextBox 5"/>
          <p:cNvSpPr txBox="1"/>
          <p:nvPr/>
        </p:nvSpPr>
        <p:spPr>
          <a:xfrm>
            <a:off x="502920" y="1143000"/>
            <a:ext cx="3657600" cy="307777"/>
          </a:xfrm>
          <a:prstGeom prst="rect">
            <a:avLst/>
          </a:prstGeom>
          <a:noFill/>
          <a:ln>
            <a:solidFill/>
          </a:ln>
        </p:spPr>
        <p:txBody>
          <a:bodyPr wrap="square">
            <a:spAutoFit/>
          </a:bodyPr>
          <a:lstStyle/>
          <a:p>
            <a:pPr algn="l">
              <a:defRPr>
                <a:solidFill>
                  <a:srgbClr val="0F172A"/>
                </a:solidFill>
              </a:defRPr>
            </a:pPr>
            <a:r>
              <a:rPr lang="fr-FR" sz="1400" b="1" i="0">
                <a:solidFill>
                  <a:srgbClr val="0369A1"/>
                </a:solidFill>
              </a:rPr>
              <a:t>Données d'entrée</a:t>
            </a:r>
          </a:p>
        </p:txBody>
      </p:sp>
      <p:sp>
        <p:nvSpPr>
          <p:cNvPr id="7" name="TextBox 6"/>
          <p:cNvSpPr txBox="1"/>
          <p:nvPr/>
        </p:nvSpPr>
        <p:spPr>
          <a:xfrm>
            <a:off x="502920" y="1536192"/>
            <a:ext cx="3611880" cy="1246495"/>
          </a:xfrm>
          <a:prstGeom prst="rect">
            <a:avLst/>
          </a:prstGeom>
          <a:noFill/>
          <a:ln>
            <a:noFill/>
          </a:ln>
        </p:spPr>
        <p:txBody>
          <a:bodyPr wrap="square">
            <a:spAutoFit/>
          </a:bodyPr>
          <a:lstStyle/>
          <a:p>
            <a:pPr>
              <a:spcAft>
                <a:spcPts val="400"/>
              </a:spcAft>
              <a:defRPr>
                <a:solidFill>
                  <a:srgbClr val="0F172A"/>
                </a:solidFill>
              </a:defRPr>
            </a:pPr>
            <a:r>
              <a:rPr lang="fr-FR" sz="1300">
                <a:solidFill>
                  <a:srgbClr val="0F172A"/>
                </a:solidFill>
              </a:rPr>
              <a:t>  •  Cours et type de cours (CM, TD, TP) avec nb de sessions</a:t>
            </a:r>
          </a:p>
          <a:p>
            <a:pPr>
              <a:spcAft>
                <a:spcPts val="400"/>
              </a:spcAft>
              <a:defRPr>
                <a:solidFill>
                  <a:srgbClr val="0F172A"/>
                </a:solidFill>
              </a:defRPr>
            </a:pPr>
            <a:r>
              <a:rPr lang="fr-FR" sz="1300">
                <a:solidFill>
                  <a:srgbClr val="0F172A"/>
                </a:solidFill>
              </a:rPr>
              <a:t> •  Groupes (effectif et cours suivis)</a:t>
            </a:r>
          </a:p>
          <a:p>
            <a:pPr>
              <a:spcAft>
                <a:spcPts val="400"/>
              </a:spcAft>
              <a:defRPr>
                <a:solidFill>
                  <a:srgbClr val="0F172A"/>
                </a:solidFill>
              </a:defRPr>
            </a:pPr>
            <a:r>
              <a:rPr lang="fr-FR" sz="1300">
                <a:solidFill>
                  <a:srgbClr val="0F172A"/>
                </a:solidFill>
              </a:rPr>
              <a:t>•  Salles (capacité + type : CM / TD / INFO)</a:t>
            </a:r>
          </a:p>
          <a:p>
            <a:pPr>
              <a:spcAft>
                <a:spcPts val="400"/>
              </a:spcAft>
              <a:defRPr>
                <a:solidFill>
                  <a:srgbClr val="0F172A"/>
                </a:solidFill>
              </a:defRPr>
            </a:pPr>
            <a:r>
              <a:rPr lang="fr-FR" sz="1300">
                <a:solidFill>
                  <a:srgbClr val="0F172A"/>
                </a:solidFill>
              </a:rPr>
              <a:t>  •  Enseignants et quels cours sont enseignés</a:t>
            </a:r>
          </a:p>
        </p:txBody>
      </p:sp>
      <p:sp>
        <p:nvSpPr>
          <p:cNvPr id="8" name="Rectangle 7"/>
          <p:cNvSpPr/>
          <p:nvPr/>
        </p:nvSpPr>
        <p:spPr>
          <a:xfrm>
            <a:off x="4709160" y="1051560"/>
            <a:ext cx="4114800" cy="329184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 name="Rectangle 8"/>
          <p:cNvSpPr/>
          <p:nvPr/>
        </p:nvSpPr>
        <p:spPr>
          <a:xfrm>
            <a:off x="4709160" y="1051560"/>
            <a:ext cx="64008" cy="3291840"/>
          </a:xfrm>
          <a:prstGeom prst="rect">
            <a:avLst/>
          </a:prstGeom>
          <a:solidFill>
            <a:srgbClr val="FDE2E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0" name="TextBox 9"/>
          <p:cNvSpPr txBox="1"/>
          <p:nvPr/>
        </p:nvSpPr>
        <p:spPr>
          <a:xfrm>
            <a:off x="4892040" y="1143000"/>
            <a:ext cx="3657600" cy="307777"/>
          </a:xfrm>
          <a:prstGeom prst="rect">
            <a:avLst/>
          </a:prstGeom>
          <a:noFill/>
          <a:ln>
            <a:solidFill/>
          </a:ln>
        </p:spPr>
        <p:txBody>
          <a:bodyPr wrap="square">
            <a:spAutoFit/>
          </a:bodyPr>
          <a:lstStyle/>
          <a:p>
            <a:pPr algn="l">
              <a:defRPr>
                <a:solidFill>
                  <a:srgbClr val="0F172A"/>
                </a:solidFill>
              </a:defRPr>
            </a:pPr>
            <a:r>
              <a:rPr lang="fr-FR" sz="1400" b="1" i="0">
                <a:solidFill>
                  <a:srgbClr val="B91C1C"/>
                </a:solidFill>
              </a:rPr>
              <a:t>Hard  (obligatoires)</a:t>
            </a:r>
          </a:p>
        </p:txBody>
      </p:sp>
      <p:sp>
        <p:nvSpPr>
          <p:cNvPr id="11" name="TextBox 10"/>
          <p:cNvSpPr txBox="1"/>
          <p:nvPr/>
        </p:nvSpPr>
        <p:spPr>
          <a:xfrm>
            <a:off x="4892040" y="1536192"/>
            <a:ext cx="3749039" cy="748923"/>
          </a:xfrm>
          <a:prstGeom prst="rect">
            <a:avLst/>
          </a:prstGeom>
          <a:noFill/>
          <a:ln>
            <a:noFill/>
          </a:ln>
        </p:spPr>
        <p:txBody>
          <a:bodyPr wrap="square">
            <a:spAutoFit/>
          </a:bodyPr>
          <a:lstStyle/>
          <a:p>
            <a:pPr>
              <a:spcAft>
                <a:spcPts val="400"/>
              </a:spcAft>
              <a:defRPr>
                <a:solidFill>
                  <a:srgbClr val="0F172A"/>
                </a:solidFill>
              </a:defRPr>
            </a:pPr>
            <a:r>
              <a:rPr lang="fr-FR" sz="1200">
                <a:solidFill>
                  <a:srgbClr val="B91C1C"/>
                </a:solidFill>
              </a:rPr>
              <a:t>  •  1 cours/créneau par groupe, salle, prof</a:t>
            </a:r>
          </a:p>
          <a:p>
            <a:pPr>
              <a:spcAft>
                <a:spcPts val="400"/>
              </a:spcAft>
              <a:defRPr>
                <a:solidFill>
                  <a:srgbClr val="0F172A"/>
                </a:solidFill>
              </a:defRPr>
            </a:pPr>
            <a:r>
              <a:rPr lang="fr-FR" sz="1200">
                <a:solidFill>
                  <a:srgbClr val="B91C1C"/>
                </a:solidFill>
              </a:rPr>
              <a:t>  •  Capacité et type de salle respectés</a:t>
            </a:r>
          </a:p>
          <a:p>
            <a:pPr>
              <a:spcAft>
                <a:spcPts val="400"/>
              </a:spcAft>
              <a:defRPr>
                <a:solidFill>
                  <a:srgbClr val="0F172A"/>
                </a:solidFill>
              </a:defRPr>
            </a:pPr>
            <a:r>
              <a:rPr lang="fr-FR" sz="1200">
                <a:solidFill>
                  <a:srgbClr val="B91C1C"/>
                </a:solidFill>
              </a:rPr>
              <a:t>  •  Pause déjeuner garantie chaque jour</a:t>
            </a:r>
          </a:p>
        </p:txBody>
      </p:sp>
      <p:sp>
        <p:nvSpPr>
          <p:cNvPr id="12" name="TextBox 11"/>
          <p:cNvSpPr txBox="1"/>
          <p:nvPr/>
        </p:nvSpPr>
        <p:spPr>
          <a:xfrm>
            <a:off x="4892040" y="2894724"/>
            <a:ext cx="3657600" cy="307777"/>
          </a:xfrm>
          <a:prstGeom prst="rect">
            <a:avLst/>
          </a:prstGeom>
          <a:noFill/>
          <a:ln>
            <a:solidFill/>
          </a:ln>
        </p:spPr>
        <p:txBody>
          <a:bodyPr wrap="square">
            <a:spAutoFit/>
          </a:bodyPr>
          <a:lstStyle/>
          <a:p>
            <a:pPr algn="l">
              <a:defRPr>
                <a:solidFill>
                  <a:srgbClr val="0F172A"/>
                </a:solidFill>
              </a:defRPr>
            </a:pPr>
            <a:r>
              <a:rPr lang="fr-FR" sz="1400" b="1" i="0">
                <a:solidFill>
                  <a:srgbClr val="0369A1"/>
                </a:solidFill>
              </a:rPr>
              <a:t>Soft  (optimisées)</a:t>
            </a:r>
          </a:p>
        </p:txBody>
      </p:sp>
      <p:sp>
        <p:nvSpPr>
          <p:cNvPr id="13" name="TextBox 12"/>
          <p:cNvSpPr txBox="1"/>
          <p:nvPr/>
        </p:nvSpPr>
        <p:spPr>
          <a:xfrm>
            <a:off x="4892040" y="3260484"/>
            <a:ext cx="3749039" cy="984885"/>
          </a:xfrm>
          <a:prstGeom prst="rect">
            <a:avLst/>
          </a:prstGeom>
          <a:noFill/>
          <a:ln>
            <a:noFill/>
          </a:ln>
        </p:spPr>
        <p:txBody>
          <a:bodyPr wrap="square">
            <a:spAutoFit/>
          </a:bodyPr>
          <a:lstStyle/>
          <a:p>
            <a:pPr>
              <a:spcAft>
                <a:spcPts val="400"/>
              </a:spcAft>
              <a:defRPr>
                <a:solidFill>
                  <a:srgbClr val="0F172A"/>
                </a:solidFill>
              </a:defRPr>
            </a:pPr>
            <a:r>
              <a:rPr lang="fr-FR" sz="1200">
                <a:solidFill>
                  <a:srgbClr val="0369A1"/>
                </a:solidFill>
              </a:rPr>
              <a:t>  •  Longue pause déjeuner (</a:t>
            </a:r>
            <a:r>
              <a:rPr lang="fr-FR" sz="1200" err="1">
                <a:solidFill>
                  <a:srgbClr val="0369A1"/>
                </a:solidFill>
              </a:rPr>
              <a:t>LongLunch</a:t>
            </a:r>
            <a:r>
              <a:rPr lang="fr-FR" sz="1200">
                <a:solidFill>
                  <a:srgbClr val="0369A1"/>
                </a:solidFill>
              </a:rPr>
              <a:t>)</a:t>
            </a:r>
          </a:p>
          <a:p>
            <a:pPr>
              <a:spcAft>
                <a:spcPts val="400"/>
              </a:spcAft>
              <a:defRPr>
                <a:solidFill>
                  <a:srgbClr val="0F172A"/>
                </a:solidFill>
              </a:defRPr>
            </a:pPr>
            <a:r>
              <a:rPr lang="fr-FR" sz="1200">
                <a:solidFill>
                  <a:srgbClr val="0369A1"/>
                </a:solidFill>
              </a:rPr>
              <a:t>  •  Pas de trous dans la journée (</a:t>
            </a:r>
            <a:r>
              <a:rPr lang="fr-FR" sz="1200" err="1">
                <a:solidFill>
                  <a:srgbClr val="0369A1"/>
                </a:solidFill>
              </a:rPr>
              <a:t>NoGap</a:t>
            </a:r>
            <a:r>
              <a:rPr lang="fr-FR" sz="1200">
                <a:solidFill>
                  <a:srgbClr val="0369A1"/>
                </a:solidFill>
              </a:rPr>
              <a:t>)</a:t>
            </a:r>
          </a:p>
          <a:p>
            <a:pPr>
              <a:spcAft>
                <a:spcPts val="400"/>
              </a:spcAft>
              <a:defRPr>
                <a:solidFill>
                  <a:srgbClr val="0F172A"/>
                </a:solidFill>
              </a:defRPr>
            </a:pPr>
            <a:r>
              <a:rPr lang="fr-FR" sz="1200">
                <a:solidFill>
                  <a:srgbClr val="0369A1"/>
                </a:solidFill>
              </a:rPr>
              <a:t>  •  Pas de cours en fin de journée (</a:t>
            </a:r>
            <a:r>
              <a:rPr lang="fr-FR" sz="1200" err="1">
                <a:solidFill>
                  <a:srgbClr val="0369A1"/>
                </a:solidFill>
              </a:rPr>
              <a:t>NoLateDay</a:t>
            </a:r>
            <a:r>
              <a:rPr lang="fr-FR" sz="1200">
                <a:solidFill>
                  <a:srgbClr val="0369A1"/>
                </a:solidFill>
              </a:rPr>
              <a:t>)</a:t>
            </a:r>
          </a:p>
          <a:p>
            <a:pPr>
              <a:spcAft>
                <a:spcPts val="400"/>
              </a:spcAft>
              <a:defRPr>
                <a:solidFill>
                  <a:srgbClr val="0F172A"/>
                </a:solidFill>
              </a:defRPr>
            </a:pPr>
            <a:r>
              <a:rPr lang="fr-FR" sz="1200">
                <a:solidFill>
                  <a:srgbClr val="0369A1"/>
                </a:solidFill>
              </a:rPr>
              <a:t>  •  Moins de déplacement entre les cours (</a:t>
            </a:r>
            <a:r>
              <a:rPr lang="fr-FR" sz="1200" err="1">
                <a:solidFill>
                  <a:srgbClr val="0369A1"/>
                </a:solidFill>
              </a:rPr>
              <a:t>Closer</a:t>
            </a:r>
            <a:r>
              <a:rPr lang="fr-FR" sz="1200">
                <a:solidFill>
                  <a:srgbClr val="0369A1"/>
                </a:solidFill>
              </a:rPr>
              <a:t>)</a:t>
            </a:r>
          </a:p>
        </p:txBody>
      </p:sp>
      <p:sp>
        <p:nvSpPr>
          <p:cNvPr id="14" name="Rectangle 13"/>
          <p:cNvSpPr/>
          <p:nvPr/>
        </p:nvSpPr>
        <p:spPr>
          <a:xfrm>
            <a:off x="320040" y="4572000"/>
            <a:ext cx="8503920" cy="347472"/>
          </a:xfrm>
          <a:prstGeom prst="rect">
            <a:avLst/>
          </a:prstGeom>
          <a:solidFill>
            <a:srgbClr val="EAF1FB"/>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5" name="TextBox 14"/>
          <p:cNvSpPr txBox="1"/>
          <p:nvPr/>
        </p:nvSpPr>
        <p:spPr>
          <a:xfrm>
            <a:off x="457200" y="4601392"/>
            <a:ext cx="8229600" cy="307777"/>
          </a:xfrm>
          <a:prstGeom prst="rect">
            <a:avLst/>
          </a:prstGeom>
          <a:noFill/>
          <a:ln>
            <a:noFill/>
          </a:ln>
        </p:spPr>
        <p:txBody>
          <a:bodyPr wrap="square">
            <a:spAutoFit/>
          </a:bodyPr>
          <a:lstStyle/>
          <a:p>
            <a:pPr algn="ctr">
              <a:defRPr>
                <a:solidFill>
                  <a:srgbClr val="0F172A"/>
                </a:solidFill>
              </a:defRPr>
            </a:pPr>
            <a:r>
              <a:rPr lang="fr-FR" sz="1400" b="1" i="0">
                <a:solidFill>
                  <a:srgbClr val="FF0000"/>
                </a:solidFill>
              </a:rPr>
              <a:t>Problème NP-difficile  —  espace de recherche combinatoire</a:t>
            </a:r>
          </a:p>
        </p:txBody>
      </p:sp>
      <p:sp>
        <p:nvSpPr>
          <p:cNvPr id="16" name="Espace réservé du numéro de diapositive 15">
            <a:extLst>
              <a:ext uri="{FF2B5EF4-FFF2-40B4-BE49-F238E27FC236}">
                <a16:creationId xmlns:a16="http://schemas.microsoft.com/office/drawing/2014/main" id="{E7E7444B-2E30-2226-E2B9-A80CB376D053}"/>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Panorama des méthodes de résolution</a:t>
            </a:r>
          </a:p>
        </p:txBody>
      </p:sp>
      <p:sp>
        <p:nvSpPr>
          <p:cNvPr id="75" name="TextBox 74"/>
          <p:cNvSpPr txBox="1"/>
          <p:nvPr/>
        </p:nvSpPr>
        <p:spPr>
          <a:xfrm>
            <a:off x="320040" y="4681728"/>
            <a:ext cx="8503920" cy="292388"/>
          </a:xfrm>
          <a:prstGeom prst="rect">
            <a:avLst/>
          </a:prstGeom>
          <a:noFill/>
          <a:ln>
            <a:solidFill/>
          </a:ln>
        </p:spPr>
        <p:txBody>
          <a:bodyPr wrap="square">
            <a:spAutoFit/>
          </a:bodyPr>
          <a:lstStyle/>
          <a:p>
            <a:pPr algn="ctr">
              <a:defRPr>
                <a:solidFill>
                  <a:srgbClr val="0F172A"/>
                </a:solidFill>
              </a:defRPr>
            </a:pPr>
            <a:r>
              <a:rPr lang="fr-FR" sz="1300" b="1">
                <a:solidFill>
                  <a:srgbClr val="FF0000"/>
                </a:solidFill>
              </a:rPr>
              <a:t>CP-SAT : meilleur compromis flexibilité / qualité / preuve partielle d'optimalité</a:t>
            </a:r>
          </a:p>
        </p:txBody>
      </p:sp>
      <p:graphicFrame>
        <p:nvGraphicFramePr>
          <p:cNvPr id="77" name="Table 76"/>
          <p:cNvGraphicFramePr>
            <a:graphicFrameLocks noGrp="1"/>
          </p:cNvGraphicFramePr>
          <p:nvPr>
            <p:extLst>
              <p:ext uri="{D42A27DB-BD31-4B8C-83A1-F6EECF244321}">
                <p14:modId xmlns:p14="http://schemas.microsoft.com/office/powerpoint/2010/main" val="1994900077"/>
              </p:ext>
            </p:extLst>
          </p:nvPr>
        </p:nvGraphicFramePr>
        <p:xfrm>
          <a:off x="320040" y="1065928"/>
          <a:ext cx="8321040" cy="3346704"/>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411480">
                <a:tc>
                  <a:txBody>
                    <a:bodyPr/>
                    <a:lstStyle/>
                    <a:p>
                      <a:pPr algn="ctr">
                        <a:spcAft>
                          <a:spcPts val="0"/>
                        </a:spcAft>
                      </a:pPr>
                      <a:r>
                        <a:rPr sz="1400" b="1" err="1">
                          <a:solidFill>
                            <a:srgbClr val="FFFFFF"/>
                          </a:solidFill>
                          <a:latin typeface="Aptos"/>
                        </a:rPr>
                        <a:t>Approche</a:t>
                      </a:r>
                      <a:endParaRPr sz="1400" b="1">
                        <a:solidFill>
                          <a:srgbClr val="FFFFFF"/>
                        </a:solidFill>
                        <a:latin typeface="Aptos"/>
                      </a:endParaRPr>
                    </a:p>
                  </a:txBody>
                  <a:tcPr marL="50292" marR="50292" marT="22860" marB="22860" anchor="ctr">
                    <a:solidFill>
                      <a:srgbClr val="0284C7"/>
                    </a:solidFill>
                  </a:tcPr>
                </a:tc>
                <a:tc>
                  <a:txBody>
                    <a:bodyPr/>
                    <a:lstStyle/>
                    <a:p>
                      <a:pPr algn="ctr">
                        <a:spcAft>
                          <a:spcPts val="0"/>
                        </a:spcAft>
                      </a:pPr>
                      <a:r>
                        <a:rPr sz="1400" b="1">
                          <a:solidFill>
                            <a:srgbClr val="FFFFFF"/>
                          </a:solidFill>
                          <a:latin typeface="Aptos"/>
                        </a:rPr>
                        <a:t>Qualité solution</a:t>
                      </a:r>
                    </a:p>
                  </a:txBody>
                  <a:tcPr marL="50292" marR="50292" marT="22860" marB="22860" anchor="ctr">
                    <a:solidFill>
                      <a:srgbClr val="0284C7"/>
                    </a:solidFill>
                  </a:tcPr>
                </a:tc>
                <a:tc>
                  <a:txBody>
                    <a:bodyPr/>
                    <a:lstStyle/>
                    <a:p>
                      <a:pPr algn="ctr">
                        <a:spcAft>
                          <a:spcPts val="0"/>
                        </a:spcAft>
                      </a:pPr>
                      <a:r>
                        <a:rPr sz="1400" b="1">
                          <a:solidFill>
                            <a:srgbClr val="FFFFFF"/>
                          </a:solidFill>
                          <a:latin typeface="Aptos"/>
                        </a:rPr>
                        <a:t>Flexibilité</a:t>
                      </a:r>
                    </a:p>
                  </a:txBody>
                  <a:tcPr marL="50292" marR="50292" marT="22860" marB="22860" anchor="ctr">
                    <a:solidFill>
                      <a:srgbClr val="0284C7"/>
                    </a:solidFill>
                  </a:tcPr>
                </a:tc>
                <a:tc>
                  <a:txBody>
                    <a:bodyPr/>
                    <a:lstStyle/>
                    <a:p>
                      <a:pPr algn="ctr">
                        <a:spcAft>
                          <a:spcPts val="0"/>
                        </a:spcAft>
                      </a:pPr>
                      <a:r>
                        <a:rPr sz="1400" b="1">
                          <a:solidFill>
                            <a:srgbClr val="FFFFFF"/>
                          </a:solidFill>
                          <a:latin typeface="Aptos"/>
                        </a:rPr>
                        <a:t>Mise à l'échelle</a:t>
                      </a:r>
                    </a:p>
                  </a:txBody>
                  <a:tcPr marL="50292" marR="50292" marT="22860" marB="22860" anchor="ctr">
                    <a:solidFill>
                      <a:srgbClr val="0284C7"/>
                    </a:solidFill>
                  </a:tcPr>
                </a:tc>
                <a:tc>
                  <a:txBody>
                    <a:bodyPr/>
                    <a:lstStyle/>
                    <a:p>
                      <a:pPr algn="ctr">
                        <a:spcAft>
                          <a:spcPts val="0"/>
                        </a:spcAft>
                      </a:pPr>
                      <a:r>
                        <a:rPr sz="1400" b="1">
                          <a:solidFill>
                            <a:srgbClr val="FFFFFF"/>
                          </a:solidFill>
                          <a:latin typeface="Aptos"/>
                        </a:rPr>
                        <a:t>Optimalité</a:t>
                      </a:r>
                    </a:p>
                  </a:txBody>
                  <a:tcPr marL="50292" marR="50292" marT="22860" marB="22860" anchor="ctr">
                    <a:solidFill>
                      <a:srgbClr val="0284C7"/>
                    </a:solidFill>
                  </a:tcPr>
                </a:tc>
                <a:extLst>
                  <a:ext uri="{0D108BD9-81ED-4DB2-BD59-A6C34878D82A}">
                    <a16:rowId xmlns:a16="http://schemas.microsoft.com/office/drawing/2014/main" val="10000"/>
                  </a:ext>
                </a:extLst>
              </a:tr>
              <a:tr h="489204">
                <a:tc>
                  <a:txBody>
                    <a:bodyPr/>
                    <a:lstStyle/>
                    <a:p>
                      <a:pPr algn="l">
                        <a:spcAft>
                          <a:spcPts val="0"/>
                        </a:spcAft>
                      </a:pPr>
                      <a:r>
                        <a:rPr sz="1400" b="1">
                          <a:solidFill>
                            <a:srgbClr val="3285B4"/>
                          </a:solidFill>
                          <a:latin typeface="Aptos"/>
                          <a:hlinkClick r:id="rId3">
                            <a:extLst>
                              <a:ext uri="{A12FA001-AC4F-418D-AE19-62706E023703}">
                                <ahyp:hlinkClr xmlns:ahyp="http://schemas.microsoft.com/office/drawing/2018/hyperlinkcolor" val="tx"/>
                              </a:ext>
                            </a:extLst>
                          </a:hlinkClick>
                        </a:rPr>
                        <a:t>Coloration</a:t>
                      </a:r>
                      <a:r>
                        <a:rPr sz="1400" b="1">
                          <a:solidFill>
                            <a:srgbClr val="800080"/>
                          </a:solidFill>
                          <a:latin typeface="Aptos"/>
                          <a:hlinkClick r:id="rId3">
                            <a:extLst>
                              <a:ext uri="{A12FA001-AC4F-418D-AE19-62706E023703}">
                                <ahyp:hlinkClr xmlns:ahyp="http://schemas.microsoft.com/office/drawing/2018/hyperlinkcolor" val="tx"/>
                              </a:ext>
                            </a:extLst>
                          </a:hlinkClick>
                        </a:rPr>
                        <a:t> </a:t>
                      </a:r>
                      <a:r>
                        <a:rPr sz="1400" b="1">
                          <a:solidFill>
                            <a:srgbClr val="3285B4"/>
                          </a:solidFill>
                          <a:latin typeface="Aptos"/>
                          <a:hlinkClick r:id="rId3">
                            <a:extLst>
                              <a:ext uri="{A12FA001-AC4F-418D-AE19-62706E023703}">
                                <ahyp:hlinkClr xmlns:ahyp="http://schemas.microsoft.com/office/drawing/2018/hyperlinkcolor" val="tx"/>
                              </a:ext>
                            </a:extLst>
                          </a:hlinkClick>
                        </a:rPr>
                        <a:t>de</a:t>
                      </a:r>
                      <a:r>
                        <a:rPr sz="1400" b="1">
                          <a:solidFill>
                            <a:srgbClr val="800080"/>
                          </a:solidFill>
                          <a:latin typeface="Aptos"/>
                          <a:hlinkClick r:id="rId3">
                            <a:extLst>
                              <a:ext uri="{A12FA001-AC4F-418D-AE19-62706E023703}">
                                <ahyp:hlinkClr xmlns:ahyp="http://schemas.microsoft.com/office/drawing/2018/hyperlinkcolor" val="tx"/>
                              </a:ext>
                            </a:extLst>
                          </a:hlinkClick>
                        </a:rPr>
                        <a:t> </a:t>
                      </a:r>
                      <a:r>
                        <a:rPr sz="1400" b="1" err="1">
                          <a:solidFill>
                            <a:srgbClr val="3285B4"/>
                          </a:solidFill>
                          <a:latin typeface="Aptos"/>
                          <a:hlinkClick r:id="rId3">
                            <a:extLst>
                              <a:ext uri="{A12FA001-AC4F-418D-AE19-62706E023703}">
                                <ahyp:hlinkClr xmlns:ahyp="http://schemas.microsoft.com/office/drawing/2018/hyperlinkcolor" val="tx"/>
                              </a:ext>
                            </a:extLst>
                          </a:hlinkClick>
                        </a:rPr>
                        <a:t>graphe</a:t>
                      </a:r>
                      <a:endParaRPr sz="1400" b="1">
                        <a:solidFill>
                          <a:srgbClr val="3285B4"/>
                        </a:solidFill>
                        <a:latin typeface="Aptos"/>
                      </a:endParaRPr>
                    </a:p>
                  </a:txBody>
                  <a:tcPr marL="50292" marR="50292" marT="22860" marB="22860" anchor="ctr">
                    <a:solidFill>
                      <a:srgbClr val="E8F4FD"/>
                    </a:solidFill>
                  </a:tcPr>
                </a:tc>
                <a:tc>
                  <a:txBody>
                    <a:bodyPr/>
                    <a:lstStyle/>
                    <a:p>
                      <a:pPr algn="ctr">
                        <a:spcAft>
                          <a:spcPts val="0"/>
                        </a:spcAft>
                      </a:pPr>
                      <a:r>
                        <a:rPr sz="1400" b="0">
                          <a:solidFill>
                            <a:srgbClr val="0F172A"/>
                          </a:solidFill>
                          <a:latin typeface="Aptos"/>
                        </a:rPr>
                        <a:t>Moyenne</a:t>
                      </a:r>
                    </a:p>
                  </a:txBody>
                  <a:tcPr marL="50292" marR="50292" marT="22860" marB="22860" anchor="ctr">
                    <a:solidFill>
                      <a:srgbClr val="F1F7FD"/>
                    </a:solidFill>
                  </a:tcPr>
                </a:tc>
                <a:tc>
                  <a:txBody>
                    <a:bodyPr/>
                    <a:lstStyle/>
                    <a:p>
                      <a:pPr algn="ctr">
                        <a:spcAft>
                          <a:spcPts val="0"/>
                        </a:spcAft>
                      </a:pPr>
                      <a:r>
                        <a:rPr sz="1400" b="1">
                          <a:solidFill>
                            <a:srgbClr val="0369A1"/>
                          </a:solidFill>
                          <a:latin typeface="Aptos"/>
                        </a:rPr>
                        <a:t>★☆☆</a:t>
                      </a:r>
                    </a:p>
                  </a:txBody>
                  <a:tcPr marL="50292" marR="50292" marT="22860" marB="22860" anchor="ctr">
                    <a:solidFill>
                      <a:srgbClr val="F1F7FD"/>
                    </a:solidFill>
                  </a:tcPr>
                </a:tc>
                <a:tc>
                  <a:txBody>
                    <a:bodyPr/>
                    <a:lstStyle/>
                    <a:p>
                      <a:pPr algn="ctr">
                        <a:spcAft>
                          <a:spcPts val="0"/>
                        </a:spcAft>
                      </a:pPr>
                      <a:r>
                        <a:rPr sz="1400" b="1">
                          <a:solidFill>
                            <a:srgbClr val="0369A1"/>
                          </a:solidFill>
                          <a:latin typeface="Aptos"/>
                        </a:rPr>
                        <a:t>★★★</a:t>
                      </a:r>
                    </a:p>
                  </a:txBody>
                  <a:tcPr marL="50292" marR="50292" marT="22860" marB="22860" anchor="ctr">
                    <a:solidFill>
                      <a:srgbClr val="F1F7FD"/>
                    </a:solidFill>
                  </a:tcPr>
                </a:tc>
                <a:tc>
                  <a:txBody>
                    <a:bodyPr/>
                    <a:lstStyle/>
                    <a:p>
                      <a:pPr algn="ctr">
                        <a:spcAft>
                          <a:spcPts val="0"/>
                        </a:spcAft>
                      </a:pPr>
                      <a:r>
                        <a:rPr sz="1400" b="0">
                          <a:solidFill>
                            <a:srgbClr val="0F172A"/>
                          </a:solidFill>
                          <a:latin typeface="Aptos"/>
                        </a:rPr>
                        <a:t>Non</a:t>
                      </a:r>
                    </a:p>
                  </a:txBody>
                  <a:tcPr marL="50292" marR="50292" marT="22860" marB="22860" anchor="ctr">
                    <a:solidFill>
                      <a:srgbClr val="F1F7FD"/>
                    </a:solidFill>
                  </a:tcPr>
                </a:tc>
                <a:extLst>
                  <a:ext uri="{0D108BD9-81ED-4DB2-BD59-A6C34878D82A}">
                    <a16:rowId xmlns:a16="http://schemas.microsoft.com/office/drawing/2014/main" val="10001"/>
                  </a:ext>
                </a:extLst>
              </a:tr>
              <a:tr h="489204">
                <a:tc>
                  <a:txBody>
                    <a:bodyPr/>
                    <a:lstStyle/>
                    <a:p>
                      <a:pPr algn="l">
                        <a:spcAft>
                          <a:spcPts val="0"/>
                        </a:spcAft>
                      </a:pPr>
                      <a:r>
                        <a:rPr sz="1400" b="1">
                          <a:solidFill>
                            <a:srgbClr val="3285B4"/>
                          </a:solidFill>
                          <a:latin typeface="Aptos"/>
                          <a:hlinkClick r:id="rId4">
                            <a:extLst>
                              <a:ext uri="{A12FA001-AC4F-418D-AE19-62706E023703}">
                                <ahyp:hlinkClr xmlns:ahyp="http://schemas.microsoft.com/office/drawing/2018/hyperlinkcolor" val="tx"/>
                              </a:ext>
                            </a:extLst>
                          </a:hlinkClick>
                        </a:rPr>
                        <a:t>MIP</a:t>
                      </a:r>
                      <a:r>
                        <a:rPr sz="1400" b="1">
                          <a:solidFill>
                            <a:srgbClr val="800080"/>
                          </a:solidFill>
                          <a:latin typeface="Aptos"/>
                          <a:hlinkClick r:id="rId4">
                            <a:extLst>
                              <a:ext uri="{A12FA001-AC4F-418D-AE19-62706E023703}">
                                <ahyp:hlinkClr xmlns:ahyp="http://schemas.microsoft.com/office/drawing/2018/hyperlinkcolor" val="tx"/>
                              </a:ext>
                            </a:extLst>
                          </a:hlinkClick>
                        </a:rPr>
                        <a:t> </a:t>
                      </a:r>
                      <a:r>
                        <a:rPr sz="1400" b="1">
                          <a:solidFill>
                            <a:srgbClr val="3285B4"/>
                          </a:solidFill>
                          <a:latin typeface="Aptos"/>
                          <a:hlinkClick r:id="rId4">
                            <a:extLst>
                              <a:ext uri="{A12FA001-AC4F-418D-AE19-62706E023703}">
                                <ahyp:hlinkClr xmlns:ahyp="http://schemas.microsoft.com/office/drawing/2018/hyperlinkcolor" val="tx"/>
                              </a:ext>
                            </a:extLst>
                          </a:hlinkClick>
                        </a:rPr>
                        <a:t>/</a:t>
                      </a:r>
                      <a:r>
                        <a:rPr sz="1400" b="1">
                          <a:solidFill>
                            <a:srgbClr val="800080"/>
                          </a:solidFill>
                          <a:latin typeface="Aptos"/>
                          <a:hlinkClick r:id="rId4">
                            <a:extLst>
                              <a:ext uri="{A12FA001-AC4F-418D-AE19-62706E023703}">
                                <ahyp:hlinkClr xmlns:ahyp="http://schemas.microsoft.com/office/drawing/2018/hyperlinkcolor" val="tx"/>
                              </a:ext>
                            </a:extLst>
                          </a:hlinkClick>
                        </a:rPr>
                        <a:t> </a:t>
                      </a:r>
                      <a:r>
                        <a:rPr sz="1400" b="1">
                          <a:solidFill>
                            <a:srgbClr val="3285B4"/>
                          </a:solidFill>
                          <a:latin typeface="Aptos"/>
                          <a:hlinkClick r:id="rId4">
                            <a:extLst>
                              <a:ext uri="{A12FA001-AC4F-418D-AE19-62706E023703}">
                                <ahyp:hlinkClr xmlns:ahyp="http://schemas.microsoft.com/office/drawing/2018/hyperlinkcolor" val="tx"/>
                              </a:ext>
                            </a:extLst>
                          </a:hlinkClick>
                        </a:rPr>
                        <a:t>ILP</a:t>
                      </a:r>
                      <a:endParaRPr sz="1400" b="1">
                        <a:solidFill>
                          <a:srgbClr val="3285B4"/>
                        </a:solidFill>
                        <a:latin typeface="Aptos"/>
                      </a:endParaRPr>
                    </a:p>
                  </a:txBody>
                  <a:tcPr marL="50292" marR="50292" marT="22860" marB="22860" anchor="ctr">
                    <a:solidFill>
                      <a:srgbClr val="E8F4FD"/>
                    </a:solidFill>
                  </a:tcPr>
                </a:tc>
                <a:tc>
                  <a:txBody>
                    <a:bodyPr/>
                    <a:lstStyle/>
                    <a:p>
                      <a:pPr algn="ctr">
                        <a:spcAft>
                          <a:spcPts val="0"/>
                        </a:spcAft>
                      </a:pPr>
                      <a:r>
                        <a:rPr sz="1400" b="0">
                          <a:solidFill>
                            <a:srgbClr val="0F172A"/>
                          </a:solidFill>
                          <a:latin typeface="Aptos"/>
                        </a:rPr>
                        <a:t>Excellente</a:t>
                      </a:r>
                    </a:p>
                  </a:txBody>
                  <a:tcPr marL="50292" marR="50292" marT="22860" marB="22860" anchor="ctr">
                    <a:solidFill>
                      <a:srgbClr val="FFFFFF"/>
                    </a:solidFill>
                  </a:tcPr>
                </a:tc>
                <a:tc>
                  <a:txBody>
                    <a:bodyPr/>
                    <a:lstStyle/>
                    <a:p>
                      <a:pPr algn="ctr">
                        <a:spcAft>
                          <a:spcPts val="0"/>
                        </a:spcAft>
                      </a:pPr>
                      <a:r>
                        <a:rPr sz="1400" b="1">
                          <a:solidFill>
                            <a:srgbClr val="0369A1"/>
                          </a:solidFill>
                          <a:latin typeface="Aptos"/>
                        </a:rPr>
                        <a:t>★★☆</a:t>
                      </a:r>
                    </a:p>
                  </a:txBody>
                  <a:tcPr marL="50292" marR="50292" marT="22860" marB="22860" anchor="ctr">
                    <a:solidFill>
                      <a:srgbClr val="FFFFFF"/>
                    </a:solidFill>
                  </a:tcPr>
                </a:tc>
                <a:tc>
                  <a:txBody>
                    <a:bodyPr/>
                    <a:lstStyle/>
                    <a:p>
                      <a:pPr algn="ctr">
                        <a:spcAft>
                          <a:spcPts val="0"/>
                        </a:spcAft>
                      </a:pPr>
                      <a:r>
                        <a:rPr sz="1400" b="1">
                          <a:solidFill>
                            <a:srgbClr val="0369A1"/>
                          </a:solidFill>
                          <a:latin typeface="Aptos"/>
                        </a:rPr>
                        <a:t>★★☆</a:t>
                      </a:r>
                    </a:p>
                  </a:txBody>
                  <a:tcPr marL="50292" marR="50292" marT="22860" marB="22860" anchor="ctr">
                    <a:solidFill>
                      <a:srgbClr val="FFFFFF"/>
                    </a:solidFill>
                  </a:tcPr>
                </a:tc>
                <a:tc>
                  <a:txBody>
                    <a:bodyPr/>
                    <a:lstStyle/>
                    <a:p>
                      <a:pPr algn="ctr">
                        <a:spcAft>
                          <a:spcPts val="0"/>
                        </a:spcAft>
                      </a:pPr>
                      <a:r>
                        <a:rPr sz="1400" b="0">
                          <a:solidFill>
                            <a:srgbClr val="0F172A"/>
                          </a:solidFill>
                          <a:latin typeface="Aptos"/>
                        </a:rPr>
                        <a:t>Oui</a:t>
                      </a:r>
                    </a:p>
                  </a:txBody>
                  <a:tcPr marL="50292" marR="50292" marT="22860" marB="22860" anchor="ctr">
                    <a:solidFill>
                      <a:srgbClr val="FFFFFF"/>
                    </a:solidFill>
                  </a:tcPr>
                </a:tc>
                <a:extLst>
                  <a:ext uri="{0D108BD9-81ED-4DB2-BD59-A6C34878D82A}">
                    <a16:rowId xmlns:a16="http://schemas.microsoft.com/office/drawing/2014/main" val="10002"/>
                  </a:ext>
                </a:extLst>
              </a:tr>
              <a:tr h="489204">
                <a:tc>
                  <a:txBody>
                    <a:bodyPr/>
                    <a:lstStyle/>
                    <a:p>
                      <a:pPr algn="l">
                        <a:spcAft>
                          <a:spcPts val="0"/>
                        </a:spcAft>
                      </a:pPr>
                      <a:r>
                        <a:rPr sz="1400" b="1">
                          <a:solidFill>
                            <a:schemeClr val="bg1"/>
                          </a:solidFill>
                          <a:latin typeface="Aptos"/>
                          <a:hlinkClick r:id="rId5">
                            <a:extLst>
                              <a:ext uri="{A12FA001-AC4F-418D-AE19-62706E023703}">
                                <ahyp:hlinkClr xmlns:ahyp="http://schemas.microsoft.com/office/drawing/2018/hyperlinkcolor" val="tx"/>
                              </a:ext>
                            </a:extLst>
                          </a:hlinkClick>
                        </a:rPr>
                        <a:t>CP-SAT</a:t>
                      </a:r>
                      <a:endParaRPr sz="1400" b="1">
                        <a:solidFill>
                          <a:schemeClr val="bg1"/>
                        </a:solidFill>
                        <a:latin typeface="Aptos"/>
                      </a:endParaRPr>
                    </a:p>
                  </a:txBody>
                  <a:tcPr marL="50292" marR="50292" marT="22860" marB="22860" anchor="ctr">
                    <a:solidFill>
                      <a:srgbClr val="0284C7"/>
                    </a:solidFill>
                  </a:tcPr>
                </a:tc>
                <a:tc>
                  <a:txBody>
                    <a:bodyPr/>
                    <a:lstStyle/>
                    <a:p>
                      <a:pPr algn="ctr">
                        <a:spcAft>
                          <a:spcPts val="0"/>
                        </a:spcAft>
                      </a:pPr>
                      <a:r>
                        <a:rPr sz="1400" b="1">
                          <a:solidFill>
                            <a:srgbClr val="0F172A"/>
                          </a:solidFill>
                          <a:latin typeface="Aptos"/>
                        </a:rPr>
                        <a:t>Très bonne</a:t>
                      </a:r>
                    </a:p>
                  </a:txBody>
                  <a:tcPr marL="50292" marR="50292" marT="22860" marB="22860" anchor="ctr">
                    <a:solidFill>
                      <a:srgbClr val="DBEAFE"/>
                    </a:solidFill>
                  </a:tcPr>
                </a:tc>
                <a:tc>
                  <a:txBody>
                    <a:bodyPr/>
                    <a:lstStyle/>
                    <a:p>
                      <a:pPr algn="ctr">
                        <a:spcAft>
                          <a:spcPts val="0"/>
                        </a:spcAft>
                      </a:pPr>
                      <a:r>
                        <a:rPr sz="1400" b="1">
                          <a:solidFill>
                            <a:srgbClr val="0369A1"/>
                          </a:solidFill>
                          <a:latin typeface="Aptos"/>
                        </a:rPr>
                        <a:t>★★★</a:t>
                      </a:r>
                    </a:p>
                  </a:txBody>
                  <a:tcPr marL="50292" marR="50292" marT="22860" marB="22860" anchor="ctr">
                    <a:solidFill>
                      <a:srgbClr val="DBEAFE"/>
                    </a:solidFill>
                  </a:tcPr>
                </a:tc>
                <a:tc>
                  <a:txBody>
                    <a:bodyPr/>
                    <a:lstStyle/>
                    <a:p>
                      <a:pPr algn="ctr">
                        <a:spcAft>
                          <a:spcPts val="0"/>
                        </a:spcAft>
                      </a:pPr>
                      <a:r>
                        <a:rPr sz="1400" b="1">
                          <a:solidFill>
                            <a:srgbClr val="0369A1"/>
                          </a:solidFill>
                          <a:latin typeface="Aptos"/>
                        </a:rPr>
                        <a:t>★★☆</a:t>
                      </a:r>
                    </a:p>
                  </a:txBody>
                  <a:tcPr marL="50292" marR="50292" marT="22860" marB="22860" anchor="ctr">
                    <a:solidFill>
                      <a:srgbClr val="DBEAFE"/>
                    </a:solidFill>
                  </a:tcPr>
                </a:tc>
                <a:tc>
                  <a:txBody>
                    <a:bodyPr/>
                    <a:lstStyle/>
                    <a:p>
                      <a:pPr algn="ctr">
                        <a:spcAft>
                          <a:spcPts val="0"/>
                        </a:spcAft>
                      </a:pPr>
                      <a:r>
                        <a:rPr sz="1400" b="1">
                          <a:solidFill>
                            <a:srgbClr val="0F172A"/>
                          </a:solidFill>
                          <a:latin typeface="Aptos"/>
                        </a:rPr>
                        <a:t>Partielle</a:t>
                      </a:r>
                    </a:p>
                  </a:txBody>
                  <a:tcPr marL="50292" marR="50292" marT="22860" marB="22860" anchor="ctr">
                    <a:solidFill>
                      <a:srgbClr val="DBEAFE"/>
                    </a:solidFill>
                  </a:tcPr>
                </a:tc>
                <a:extLst>
                  <a:ext uri="{0D108BD9-81ED-4DB2-BD59-A6C34878D82A}">
                    <a16:rowId xmlns:a16="http://schemas.microsoft.com/office/drawing/2014/main" val="10003"/>
                  </a:ext>
                </a:extLst>
              </a:tr>
              <a:tr h="489204">
                <a:tc>
                  <a:txBody>
                    <a:bodyPr/>
                    <a:lstStyle/>
                    <a:p>
                      <a:pPr algn="l">
                        <a:spcAft>
                          <a:spcPts val="0"/>
                        </a:spcAft>
                      </a:pPr>
                      <a:r>
                        <a:rPr sz="1400" b="1">
                          <a:solidFill>
                            <a:srgbClr val="3285B4"/>
                          </a:solidFill>
                          <a:latin typeface="Aptos"/>
                          <a:hlinkClick r:id="rId6">
                            <a:extLst>
                              <a:ext uri="{A12FA001-AC4F-418D-AE19-62706E023703}">
                                <ahyp:hlinkClr xmlns:ahyp="http://schemas.microsoft.com/office/drawing/2018/hyperlinkcolor" val="tx"/>
                              </a:ext>
                            </a:extLst>
                          </a:hlinkClick>
                        </a:rPr>
                        <a:t>Recherche</a:t>
                      </a:r>
                      <a:r>
                        <a:rPr sz="1400" b="1">
                          <a:solidFill>
                            <a:srgbClr val="800080"/>
                          </a:solidFill>
                          <a:latin typeface="Aptos"/>
                          <a:hlinkClick r:id="rId6">
                            <a:extLst>
                              <a:ext uri="{A12FA001-AC4F-418D-AE19-62706E023703}">
                                <ahyp:hlinkClr xmlns:ahyp="http://schemas.microsoft.com/office/drawing/2018/hyperlinkcolor" val="tx"/>
                              </a:ext>
                            </a:extLst>
                          </a:hlinkClick>
                        </a:rPr>
                        <a:t> </a:t>
                      </a:r>
                      <a:r>
                        <a:rPr sz="1400" b="1" err="1">
                          <a:solidFill>
                            <a:srgbClr val="3285B4"/>
                          </a:solidFill>
                          <a:latin typeface="Aptos"/>
                          <a:hlinkClick r:id="rId6">
                            <a:extLst>
                              <a:ext uri="{A12FA001-AC4F-418D-AE19-62706E023703}">
                                <ahyp:hlinkClr xmlns:ahyp="http://schemas.microsoft.com/office/drawing/2018/hyperlinkcolor" val="tx"/>
                              </a:ext>
                            </a:extLst>
                          </a:hlinkClick>
                        </a:rPr>
                        <a:t>tabou</a:t>
                      </a:r>
                      <a:endParaRPr sz="1400" b="1">
                        <a:solidFill>
                          <a:srgbClr val="3285B4"/>
                        </a:solidFill>
                        <a:latin typeface="Aptos"/>
                      </a:endParaRPr>
                    </a:p>
                  </a:txBody>
                  <a:tcPr marL="50292" marR="50292" marT="22860" marB="22860" anchor="ctr">
                    <a:solidFill>
                      <a:srgbClr val="E8F4FD"/>
                    </a:solidFill>
                  </a:tcPr>
                </a:tc>
                <a:tc>
                  <a:txBody>
                    <a:bodyPr/>
                    <a:lstStyle/>
                    <a:p>
                      <a:pPr algn="ctr">
                        <a:spcAft>
                          <a:spcPts val="0"/>
                        </a:spcAft>
                      </a:pPr>
                      <a:r>
                        <a:rPr sz="1400" b="0">
                          <a:solidFill>
                            <a:srgbClr val="0F172A"/>
                          </a:solidFill>
                          <a:latin typeface="Aptos"/>
                        </a:rPr>
                        <a:t>Bonne</a:t>
                      </a:r>
                    </a:p>
                  </a:txBody>
                  <a:tcPr marL="50292" marR="50292" marT="22860" marB="22860" anchor="ctr">
                    <a:solidFill>
                      <a:srgbClr val="FFFFFF"/>
                    </a:solidFill>
                  </a:tcPr>
                </a:tc>
                <a:tc>
                  <a:txBody>
                    <a:bodyPr/>
                    <a:lstStyle/>
                    <a:p>
                      <a:pPr algn="ctr">
                        <a:spcAft>
                          <a:spcPts val="0"/>
                        </a:spcAft>
                      </a:pPr>
                      <a:r>
                        <a:rPr sz="1400" b="1">
                          <a:solidFill>
                            <a:srgbClr val="0369A1"/>
                          </a:solidFill>
                          <a:latin typeface="Aptos"/>
                        </a:rPr>
                        <a:t>★★★</a:t>
                      </a:r>
                    </a:p>
                  </a:txBody>
                  <a:tcPr marL="50292" marR="50292" marT="22860" marB="22860" anchor="ctr">
                    <a:solidFill>
                      <a:srgbClr val="FFFFFF"/>
                    </a:solidFill>
                  </a:tcPr>
                </a:tc>
                <a:tc>
                  <a:txBody>
                    <a:bodyPr/>
                    <a:lstStyle/>
                    <a:p>
                      <a:pPr algn="ctr">
                        <a:spcAft>
                          <a:spcPts val="0"/>
                        </a:spcAft>
                      </a:pPr>
                      <a:r>
                        <a:rPr sz="1400" b="1">
                          <a:solidFill>
                            <a:srgbClr val="0369A1"/>
                          </a:solidFill>
                          <a:latin typeface="Aptos"/>
                        </a:rPr>
                        <a:t>★★★</a:t>
                      </a:r>
                    </a:p>
                  </a:txBody>
                  <a:tcPr marL="50292" marR="50292" marT="22860" marB="22860" anchor="ctr">
                    <a:solidFill>
                      <a:srgbClr val="FFFFFF"/>
                    </a:solidFill>
                  </a:tcPr>
                </a:tc>
                <a:tc>
                  <a:txBody>
                    <a:bodyPr/>
                    <a:lstStyle/>
                    <a:p>
                      <a:pPr algn="ctr">
                        <a:spcAft>
                          <a:spcPts val="0"/>
                        </a:spcAft>
                      </a:pPr>
                      <a:r>
                        <a:rPr sz="1400" b="0">
                          <a:solidFill>
                            <a:srgbClr val="0F172A"/>
                          </a:solidFill>
                          <a:latin typeface="Aptos"/>
                        </a:rPr>
                        <a:t>Non</a:t>
                      </a:r>
                    </a:p>
                  </a:txBody>
                  <a:tcPr marL="50292" marR="50292" marT="22860" marB="22860" anchor="ctr">
                    <a:solidFill>
                      <a:srgbClr val="FFFFFF"/>
                    </a:solidFill>
                  </a:tcPr>
                </a:tc>
                <a:extLst>
                  <a:ext uri="{0D108BD9-81ED-4DB2-BD59-A6C34878D82A}">
                    <a16:rowId xmlns:a16="http://schemas.microsoft.com/office/drawing/2014/main" val="10004"/>
                  </a:ext>
                </a:extLst>
              </a:tr>
              <a:tr h="489204">
                <a:tc>
                  <a:txBody>
                    <a:bodyPr/>
                    <a:lstStyle/>
                    <a:p>
                      <a:pPr algn="l">
                        <a:spcAft>
                          <a:spcPts val="0"/>
                        </a:spcAft>
                      </a:pPr>
                      <a:r>
                        <a:rPr sz="1400" b="1">
                          <a:solidFill>
                            <a:srgbClr val="3285B4"/>
                          </a:solidFill>
                          <a:latin typeface="Aptos"/>
                          <a:hlinkClick r:id="rId7">
                            <a:extLst>
                              <a:ext uri="{A12FA001-AC4F-418D-AE19-62706E023703}">
                                <ahyp:hlinkClr xmlns:ahyp="http://schemas.microsoft.com/office/drawing/2018/hyperlinkcolor" val="tx"/>
                              </a:ext>
                            </a:extLst>
                          </a:hlinkClick>
                        </a:rPr>
                        <a:t>Algo.</a:t>
                      </a:r>
                      <a:r>
                        <a:rPr sz="1400" b="1">
                          <a:solidFill>
                            <a:srgbClr val="800080"/>
                          </a:solidFill>
                          <a:latin typeface="Aptos"/>
                          <a:hlinkClick r:id="rId7">
                            <a:extLst>
                              <a:ext uri="{A12FA001-AC4F-418D-AE19-62706E023703}">
                                <ahyp:hlinkClr xmlns:ahyp="http://schemas.microsoft.com/office/drawing/2018/hyperlinkcolor" val="tx"/>
                              </a:ext>
                            </a:extLst>
                          </a:hlinkClick>
                        </a:rPr>
                        <a:t> </a:t>
                      </a:r>
                      <a:r>
                        <a:rPr sz="1400" b="1" err="1">
                          <a:solidFill>
                            <a:srgbClr val="3285B4"/>
                          </a:solidFill>
                          <a:latin typeface="Aptos"/>
                          <a:hlinkClick r:id="rId7">
                            <a:extLst>
                              <a:ext uri="{A12FA001-AC4F-418D-AE19-62706E023703}">
                                <ahyp:hlinkClr xmlns:ahyp="http://schemas.microsoft.com/office/drawing/2018/hyperlinkcolor" val="tx"/>
                              </a:ext>
                            </a:extLst>
                          </a:hlinkClick>
                        </a:rPr>
                        <a:t>génétiques</a:t>
                      </a:r>
                      <a:endParaRPr sz="1400" b="1">
                        <a:solidFill>
                          <a:srgbClr val="3285B4"/>
                        </a:solidFill>
                        <a:latin typeface="Aptos"/>
                      </a:endParaRPr>
                    </a:p>
                  </a:txBody>
                  <a:tcPr marL="50292" marR="50292" marT="22860" marB="22860" anchor="ctr">
                    <a:solidFill>
                      <a:srgbClr val="E8F4FD"/>
                    </a:solidFill>
                  </a:tcPr>
                </a:tc>
                <a:tc>
                  <a:txBody>
                    <a:bodyPr/>
                    <a:lstStyle/>
                    <a:p>
                      <a:pPr algn="ctr">
                        <a:spcAft>
                          <a:spcPts val="0"/>
                        </a:spcAft>
                      </a:pPr>
                      <a:r>
                        <a:rPr sz="1400" b="0">
                          <a:solidFill>
                            <a:srgbClr val="0F172A"/>
                          </a:solidFill>
                          <a:latin typeface="Aptos"/>
                        </a:rPr>
                        <a:t>Bonne</a:t>
                      </a:r>
                    </a:p>
                  </a:txBody>
                  <a:tcPr marL="50292" marR="50292" marT="22860" marB="22860" anchor="ctr">
                    <a:solidFill>
                      <a:srgbClr val="F1F7FD"/>
                    </a:solidFill>
                  </a:tcPr>
                </a:tc>
                <a:tc>
                  <a:txBody>
                    <a:bodyPr/>
                    <a:lstStyle/>
                    <a:p>
                      <a:pPr algn="ctr">
                        <a:spcAft>
                          <a:spcPts val="0"/>
                        </a:spcAft>
                      </a:pPr>
                      <a:r>
                        <a:rPr sz="1400" b="1">
                          <a:solidFill>
                            <a:srgbClr val="0369A1"/>
                          </a:solidFill>
                          <a:latin typeface="Aptos"/>
                        </a:rPr>
                        <a:t>★★★</a:t>
                      </a:r>
                    </a:p>
                  </a:txBody>
                  <a:tcPr marL="50292" marR="50292" marT="22860" marB="22860" anchor="ctr">
                    <a:solidFill>
                      <a:srgbClr val="F1F7FD"/>
                    </a:solidFill>
                  </a:tcPr>
                </a:tc>
                <a:tc>
                  <a:txBody>
                    <a:bodyPr/>
                    <a:lstStyle/>
                    <a:p>
                      <a:pPr algn="ctr">
                        <a:spcAft>
                          <a:spcPts val="0"/>
                        </a:spcAft>
                      </a:pPr>
                      <a:r>
                        <a:rPr sz="1400" b="1">
                          <a:solidFill>
                            <a:srgbClr val="0369A1"/>
                          </a:solidFill>
                          <a:latin typeface="Aptos"/>
                        </a:rPr>
                        <a:t>★★★</a:t>
                      </a:r>
                    </a:p>
                  </a:txBody>
                  <a:tcPr marL="50292" marR="50292" marT="22860" marB="22860" anchor="ctr">
                    <a:solidFill>
                      <a:srgbClr val="F1F7FD"/>
                    </a:solidFill>
                  </a:tcPr>
                </a:tc>
                <a:tc>
                  <a:txBody>
                    <a:bodyPr/>
                    <a:lstStyle/>
                    <a:p>
                      <a:pPr algn="ctr">
                        <a:spcAft>
                          <a:spcPts val="0"/>
                        </a:spcAft>
                      </a:pPr>
                      <a:r>
                        <a:rPr sz="1400" b="0">
                          <a:solidFill>
                            <a:srgbClr val="0F172A"/>
                          </a:solidFill>
                          <a:latin typeface="Aptos"/>
                        </a:rPr>
                        <a:t>Non</a:t>
                      </a:r>
                    </a:p>
                  </a:txBody>
                  <a:tcPr marL="50292" marR="50292" marT="22860" marB="22860" anchor="ctr">
                    <a:solidFill>
                      <a:srgbClr val="F1F7FD"/>
                    </a:solidFill>
                  </a:tcPr>
                </a:tc>
                <a:extLst>
                  <a:ext uri="{0D108BD9-81ED-4DB2-BD59-A6C34878D82A}">
                    <a16:rowId xmlns:a16="http://schemas.microsoft.com/office/drawing/2014/main" val="10005"/>
                  </a:ext>
                </a:extLst>
              </a:tr>
              <a:tr h="489204">
                <a:tc>
                  <a:txBody>
                    <a:bodyPr/>
                    <a:lstStyle/>
                    <a:p>
                      <a:pPr algn="l">
                        <a:spcAft>
                          <a:spcPts val="0"/>
                        </a:spcAft>
                      </a:pPr>
                      <a:r>
                        <a:rPr sz="1400" b="1" err="1">
                          <a:solidFill>
                            <a:srgbClr val="3285B4"/>
                          </a:solidFill>
                          <a:latin typeface="Aptos"/>
                          <a:hlinkClick r:id="rId8">
                            <a:extLst>
                              <a:ext uri="{A12FA001-AC4F-418D-AE19-62706E023703}">
                                <ahyp:hlinkClr xmlns:ahyp="http://schemas.microsoft.com/office/drawing/2018/hyperlinkcolor" val="tx"/>
                              </a:ext>
                            </a:extLst>
                          </a:hlinkClick>
                        </a:rPr>
                        <a:t>Matheuristics</a:t>
                      </a:r>
                      <a:endParaRPr sz="1400" b="1">
                        <a:solidFill>
                          <a:srgbClr val="3285B4"/>
                        </a:solidFill>
                        <a:latin typeface="Aptos"/>
                      </a:endParaRPr>
                    </a:p>
                  </a:txBody>
                  <a:tcPr marL="50292" marR="50292" marT="22860" marB="22860" anchor="ctr">
                    <a:solidFill>
                      <a:srgbClr val="E8F4FD"/>
                    </a:solidFill>
                  </a:tcPr>
                </a:tc>
                <a:tc>
                  <a:txBody>
                    <a:bodyPr/>
                    <a:lstStyle/>
                    <a:p>
                      <a:pPr algn="ctr">
                        <a:spcAft>
                          <a:spcPts val="0"/>
                        </a:spcAft>
                      </a:pPr>
                      <a:r>
                        <a:rPr sz="1400" b="0">
                          <a:solidFill>
                            <a:srgbClr val="0F172A"/>
                          </a:solidFill>
                          <a:latin typeface="Aptos"/>
                        </a:rPr>
                        <a:t>Excellente</a:t>
                      </a:r>
                    </a:p>
                  </a:txBody>
                  <a:tcPr marL="50292" marR="50292" marT="22860" marB="22860" anchor="ctr">
                    <a:solidFill>
                      <a:srgbClr val="FFFFFF"/>
                    </a:solidFill>
                  </a:tcPr>
                </a:tc>
                <a:tc>
                  <a:txBody>
                    <a:bodyPr/>
                    <a:lstStyle/>
                    <a:p>
                      <a:pPr algn="ctr">
                        <a:spcAft>
                          <a:spcPts val="0"/>
                        </a:spcAft>
                      </a:pPr>
                      <a:r>
                        <a:rPr sz="1400" b="1">
                          <a:solidFill>
                            <a:srgbClr val="0369A1"/>
                          </a:solidFill>
                          <a:latin typeface="Aptos"/>
                        </a:rPr>
                        <a:t>★★★</a:t>
                      </a:r>
                    </a:p>
                  </a:txBody>
                  <a:tcPr marL="50292" marR="50292" marT="22860" marB="22860" anchor="ctr">
                    <a:solidFill>
                      <a:srgbClr val="FFFFFF"/>
                    </a:solidFill>
                  </a:tcPr>
                </a:tc>
                <a:tc>
                  <a:txBody>
                    <a:bodyPr/>
                    <a:lstStyle/>
                    <a:p>
                      <a:pPr algn="ctr">
                        <a:spcAft>
                          <a:spcPts val="0"/>
                        </a:spcAft>
                      </a:pPr>
                      <a:r>
                        <a:rPr sz="1400" b="1">
                          <a:solidFill>
                            <a:srgbClr val="0369A1"/>
                          </a:solidFill>
                          <a:latin typeface="Aptos"/>
                        </a:rPr>
                        <a:t>★★★</a:t>
                      </a:r>
                    </a:p>
                  </a:txBody>
                  <a:tcPr marL="50292" marR="50292" marT="22860" marB="22860" anchor="ctr">
                    <a:solidFill>
                      <a:srgbClr val="FFFFFF"/>
                    </a:solidFill>
                  </a:tcPr>
                </a:tc>
                <a:tc>
                  <a:txBody>
                    <a:bodyPr/>
                    <a:lstStyle/>
                    <a:p>
                      <a:pPr algn="ctr">
                        <a:spcAft>
                          <a:spcPts val="0"/>
                        </a:spcAft>
                      </a:pPr>
                      <a:r>
                        <a:rPr sz="1400" b="0">
                          <a:solidFill>
                            <a:srgbClr val="0F172A"/>
                          </a:solidFill>
                          <a:latin typeface="Aptos"/>
                        </a:rPr>
                        <a:t>Non</a:t>
                      </a:r>
                    </a:p>
                  </a:txBody>
                  <a:tcPr marL="50292" marR="50292" marT="22860" marB="22860" anchor="ctr">
                    <a:solidFill>
                      <a:srgbClr val="FFFFFF"/>
                    </a:solidFill>
                  </a:tcPr>
                </a:tc>
                <a:extLst>
                  <a:ext uri="{0D108BD9-81ED-4DB2-BD59-A6C34878D82A}">
                    <a16:rowId xmlns:a16="http://schemas.microsoft.com/office/drawing/2014/main" val="10006"/>
                  </a:ext>
                </a:extLst>
              </a:tr>
            </a:tbl>
          </a:graphicData>
        </a:graphic>
      </p:graphicFrame>
      <p:sp>
        <p:nvSpPr>
          <p:cNvPr id="4" name="Rectangle 3">
            <a:extLst>
              <a:ext uri="{FF2B5EF4-FFF2-40B4-BE49-F238E27FC236}">
                <a16:creationId xmlns:a16="http://schemas.microsoft.com/office/drawing/2014/main" id="{7275ED20-FCAF-66BA-8957-946E2BFB66D1}"/>
              </a:ext>
            </a:extLst>
          </p:cNvPr>
          <p:cNvSpPr/>
          <p:nvPr/>
        </p:nvSpPr>
        <p:spPr>
          <a:xfrm>
            <a:off x="365760" y="87342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 name="Espace réservé du numéro de diapositive 4">
            <a:extLst>
              <a:ext uri="{FF2B5EF4-FFF2-40B4-BE49-F238E27FC236}">
                <a16:creationId xmlns:a16="http://schemas.microsoft.com/office/drawing/2014/main" id="{33FA07A1-3FD7-C820-7BCD-5504C3FBDC54}"/>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EF85139B-C47D-8532-6E22-1B1A40D7233B}"/>
              </a:ext>
            </a:extLst>
          </p:cNvPr>
          <p:cNvSpPr txBox="1"/>
          <p:nvPr/>
        </p:nvSpPr>
        <p:spPr>
          <a:xfrm>
            <a:off x="365760" y="1037217"/>
            <a:ext cx="4023360" cy="300082"/>
          </a:xfrm>
          <a:prstGeom prst="rect">
            <a:avLst/>
          </a:prstGeom>
          <a:noFill/>
        </p:spPr>
        <p:txBody>
          <a:bodyPr wrap="square">
            <a:spAutoFit/>
          </a:bodyPr>
          <a:lstStyle/>
          <a:p>
            <a:pPr algn="l"/>
            <a:r>
              <a:rPr sz="1350" b="1" i="0" dirty="0">
                <a:solidFill>
                  <a:srgbClr val="1C7293"/>
                </a:solidFill>
              </a:rPr>
              <a:t>Qu'est-ce </a:t>
            </a:r>
            <a:r>
              <a:rPr sz="1350" b="1" i="0" dirty="0" err="1">
                <a:solidFill>
                  <a:srgbClr val="1C7293"/>
                </a:solidFill>
              </a:rPr>
              <a:t>que</a:t>
            </a:r>
            <a:r>
              <a:rPr sz="1350" b="1" i="0" dirty="0">
                <a:solidFill>
                  <a:srgbClr val="1C7293"/>
                </a:solidFill>
              </a:rPr>
              <a:t> </a:t>
            </a:r>
            <a:r>
              <a:rPr sz="1350" b="1" i="0" dirty="0">
                <a:solidFill>
                  <a:srgbClr val="1C7293"/>
                </a:solidFill>
                <a:hlinkClick r:id="rId3">
                  <a:extLst>
                    <a:ext uri="{A12FA001-AC4F-418D-AE19-62706E023703}">
                      <ahyp:hlinkClr xmlns:ahyp="http://schemas.microsoft.com/office/drawing/2018/hyperlinkcolor" val="tx"/>
                    </a:ext>
                  </a:extLst>
                </a:hlinkClick>
              </a:rPr>
              <a:t>CP</a:t>
            </a:r>
            <a:r>
              <a:rPr lang="fr-FR" sz="1350" b="1" i="0">
                <a:solidFill>
                  <a:srgbClr val="1C7293"/>
                </a:solidFill>
                <a:hlinkClick r:id="rId3">
                  <a:extLst>
                    <a:ext uri="{A12FA001-AC4F-418D-AE19-62706E023703}">
                      <ahyp:hlinkClr xmlns:ahyp="http://schemas.microsoft.com/office/drawing/2018/hyperlinkcolor" val="tx"/>
                    </a:ext>
                  </a:extLst>
                </a:hlinkClick>
              </a:rPr>
              <a:t>-SAT</a:t>
            </a:r>
            <a:r>
              <a:rPr sz="1350" b="1" i="0" dirty="0">
                <a:solidFill>
                  <a:srgbClr val="1C7293"/>
                </a:solidFill>
              </a:rPr>
              <a:t> ?</a:t>
            </a:r>
          </a:p>
        </p:txBody>
      </p:sp>
      <p:sp>
        <p:nvSpPr>
          <p:cNvPr id="6" name="TextBox 3">
            <a:extLst>
              <a:ext uri="{FF2B5EF4-FFF2-40B4-BE49-F238E27FC236}">
                <a16:creationId xmlns:a16="http://schemas.microsoft.com/office/drawing/2014/main" id="{2D3240BA-C59A-111E-C389-B573BFAC4961}"/>
              </a:ext>
            </a:extLst>
          </p:cNvPr>
          <p:cNvSpPr txBox="1"/>
          <p:nvPr/>
        </p:nvSpPr>
        <p:spPr>
          <a:xfrm>
            <a:off x="365760" y="1448697"/>
            <a:ext cx="4114800" cy="2695610"/>
          </a:xfrm>
          <a:prstGeom prst="rect">
            <a:avLst/>
          </a:prstGeom>
          <a:noFill/>
        </p:spPr>
        <p:txBody>
          <a:bodyPr wrap="square">
            <a:spAutoFit/>
          </a:bodyPr>
          <a:lstStyle/>
          <a:p>
            <a:r>
              <a:rPr sz="1400" dirty="0">
                <a:solidFill>
                  <a:srgbClr val="1E293B"/>
                </a:solidFill>
              </a:rPr>
              <a:t>▸  </a:t>
            </a:r>
            <a:r>
              <a:rPr sz="1400" dirty="0" err="1">
                <a:solidFill>
                  <a:srgbClr val="1E293B"/>
                </a:solidFill>
              </a:rPr>
              <a:t>Solveur</a:t>
            </a:r>
            <a:r>
              <a:rPr sz="1400" dirty="0">
                <a:solidFill>
                  <a:srgbClr val="1E293B"/>
                </a:solidFill>
              </a:rPr>
              <a:t> </a:t>
            </a:r>
            <a:r>
              <a:rPr sz="1400" b="1" dirty="0">
                <a:solidFill>
                  <a:srgbClr val="1E293B"/>
                </a:solidFill>
              </a:rPr>
              <a:t>open-source</a:t>
            </a:r>
            <a:r>
              <a:rPr sz="1400" dirty="0">
                <a:solidFill>
                  <a:srgbClr val="1E293B"/>
                </a:solidFill>
              </a:rPr>
              <a:t> Google (OR-Tools)</a:t>
            </a:r>
            <a:endParaRPr lang="fr-FR" sz="1400" dirty="0">
              <a:solidFill>
                <a:srgbClr val="1E293B"/>
              </a:solidFill>
            </a:endParaRPr>
          </a:p>
          <a:p>
            <a:endParaRPr sz="1400" dirty="0">
              <a:solidFill>
                <a:srgbClr val="1E293B"/>
              </a:solidFill>
            </a:endParaRPr>
          </a:p>
          <a:p>
            <a:pPr>
              <a:spcBef>
                <a:spcPts val="700"/>
              </a:spcBef>
            </a:pPr>
            <a:r>
              <a:rPr sz="1400" dirty="0">
                <a:solidFill>
                  <a:srgbClr val="1E293B"/>
                </a:solidFill>
              </a:rPr>
              <a:t>▸  </a:t>
            </a:r>
            <a:r>
              <a:rPr sz="1400" b="1" dirty="0">
                <a:solidFill>
                  <a:srgbClr val="1E293B"/>
                </a:solidFill>
              </a:rPr>
              <a:t>Combine</a:t>
            </a:r>
            <a:r>
              <a:rPr sz="1400" dirty="0">
                <a:solidFill>
                  <a:srgbClr val="1E293B"/>
                </a:solidFill>
              </a:rPr>
              <a:t> </a:t>
            </a:r>
            <a:r>
              <a:rPr sz="1400" dirty="0" err="1">
                <a:solidFill>
                  <a:srgbClr val="1E293B"/>
                </a:solidFill>
              </a:rPr>
              <a:t>contraintes</a:t>
            </a:r>
            <a:r>
              <a:rPr sz="1400" dirty="0">
                <a:solidFill>
                  <a:srgbClr val="1E293B"/>
                </a:solidFill>
              </a:rPr>
              <a:t> </a:t>
            </a:r>
            <a:r>
              <a:rPr sz="1400" dirty="0" err="1">
                <a:solidFill>
                  <a:srgbClr val="1E293B"/>
                </a:solidFill>
              </a:rPr>
              <a:t>dures</a:t>
            </a:r>
            <a:r>
              <a:rPr sz="1400" dirty="0">
                <a:solidFill>
                  <a:srgbClr val="1E293B"/>
                </a:solidFill>
              </a:rPr>
              <a:t> (hard) et </a:t>
            </a:r>
            <a:r>
              <a:rPr sz="1400" dirty="0" err="1">
                <a:solidFill>
                  <a:srgbClr val="1E293B"/>
                </a:solidFill>
              </a:rPr>
              <a:t>optimisation</a:t>
            </a:r>
            <a:r>
              <a:rPr sz="1400" dirty="0">
                <a:solidFill>
                  <a:srgbClr val="1E293B"/>
                </a:solidFill>
              </a:rPr>
              <a:t> de </a:t>
            </a:r>
            <a:r>
              <a:rPr sz="1400" dirty="0" err="1">
                <a:solidFill>
                  <a:srgbClr val="1E293B"/>
                </a:solidFill>
              </a:rPr>
              <a:t>préférences</a:t>
            </a:r>
            <a:r>
              <a:rPr sz="1400" dirty="0">
                <a:solidFill>
                  <a:srgbClr val="1E293B"/>
                </a:solidFill>
              </a:rPr>
              <a:t> (soft)</a:t>
            </a:r>
            <a:endParaRPr lang="fr-FR" sz="1400" dirty="0">
              <a:solidFill>
                <a:srgbClr val="1E293B"/>
              </a:solidFill>
            </a:endParaRPr>
          </a:p>
          <a:p>
            <a:pPr>
              <a:spcBef>
                <a:spcPts val="700"/>
              </a:spcBef>
            </a:pPr>
            <a:endParaRPr sz="1400" dirty="0">
              <a:solidFill>
                <a:srgbClr val="1E293B"/>
              </a:solidFill>
            </a:endParaRPr>
          </a:p>
          <a:p>
            <a:pPr>
              <a:spcBef>
                <a:spcPts val="700"/>
              </a:spcBef>
            </a:pPr>
            <a:r>
              <a:rPr sz="1400" dirty="0">
                <a:solidFill>
                  <a:srgbClr val="1E293B"/>
                </a:solidFill>
              </a:rPr>
              <a:t>▸  </a:t>
            </a:r>
            <a:r>
              <a:rPr sz="1400" b="1" dirty="0">
                <a:solidFill>
                  <a:srgbClr val="1E293B"/>
                </a:solidFill>
              </a:rPr>
              <a:t>Facile</a:t>
            </a:r>
            <a:r>
              <a:rPr sz="1400" dirty="0">
                <a:solidFill>
                  <a:srgbClr val="1E293B"/>
                </a:solidFill>
              </a:rPr>
              <a:t> </a:t>
            </a:r>
            <a:r>
              <a:rPr sz="1400" dirty="0" err="1">
                <a:solidFill>
                  <a:srgbClr val="1E293B"/>
                </a:solidFill>
              </a:rPr>
              <a:t>d'ajouter</a:t>
            </a:r>
            <a:r>
              <a:rPr sz="1400" dirty="0">
                <a:solidFill>
                  <a:srgbClr val="1E293B"/>
                </a:solidFill>
              </a:rPr>
              <a:t> de </a:t>
            </a:r>
            <a:r>
              <a:rPr sz="1400" dirty="0" err="1">
                <a:solidFill>
                  <a:srgbClr val="1E293B"/>
                </a:solidFill>
              </a:rPr>
              <a:t>nouvelles</a:t>
            </a:r>
            <a:r>
              <a:rPr sz="1400" dirty="0">
                <a:solidFill>
                  <a:srgbClr val="1E293B"/>
                </a:solidFill>
              </a:rPr>
              <a:t> </a:t>
            </a:r>
            <a:r>
              <a:rPr sz="1400" dirty="0" err="1">
                <a:solidFill>
                  <a:srgbClr val="1E293B"/>
                </a:solidFill>
              </a:rPr>
              <a:t>contraintes</a:t>
            </a:r>
            <a:r>
              <a:rPr sz="1400" dirty="0">
                <a:solidFill>
                  <a:srgbClr val="1E293B"/>
                </a:solidFill>
              </a:rPr>
              <a:t> sans modifier le </a:t>
            </a:r>
            <a:r>
              <a:rPr sz="1400" dirty="0" err="1">
                <a:solidFill>
                  <a:srgbClr val="1E293B"/>
                </a:solidFill>
              </a:rPr>
              <a:t>reste</a:t>
            </a:r>
            <a:endParaRPr lang="fr-FR" sz="1400" dirty="0">
              <a:solidFill>
                <a:srgbClr val="1E293B"/>
              </a:solidFill>
            </a:endParaRPr>
          </a:p>
          <a:p>
            <a:pPr>
              <a:spcBef>
                <a:spcPts val="700"/>
              </a:spcBef>
            </a:pPr>
            <a:endParaRPr sz="1400" dirty="0">
              <a:solidFill>
                <a:srgbClr val="1E293B"/>
              </a:solidFill>
            </a:endParaRPr>
          </a:p>
          <a:p>
            <a:pPr>
              <a:spcBef>
                <a:spcPts val="700"/>
              </a:spcBef>
            </a:pPr>
            <a:r>
              <a:rPr sz="1400" dirty="0">
                <a:solidFill>
                  <a:srgbClr val="1E293B"/>
                </a:solidFill>
              </a:rPr>
              <a:t>▸  </a:t>
            </a:r>
            <a:r>
              <a:rPr sz="1400" b="1" dirty="0" err="1">
                <a:solidFill>
                  <a:srgbClr val="1E293B"/>
                </a:solidFill>
              </a:rPr>
              <a:t>Preuve</a:t>
            </a:r>
            <a:r>
              <a:rPr sz="1400" dirty="0">
                <a:solidFill>
                  <a:srgbClr val="1E293B"/>
                </a:solidFill>
              </a:rPr>
              <a:t> </a:t>
            </a:r>
            <a:r>
              <a:rPr sz="1400" dirty="0" err="1">
                <a:solidFill>
                  <a:srgbClr val="1E293B"/>
                </a:solidFill>
              </a:rPr>
              <a:t>partielle</a:t>
            </a:r>
            <a:r>
              <a:rPr sz="1400" dirty="0">
                <a:solidFill>
                  <a:srgbClr val="1E293B"/>
                </a:solidFill>
              </a:rPr>
              <a:t> </a:t>
            </a:r>
            <a:r>
              <a:rPr sz="1400" dirty="0" err="1">
                <a:solidFill>
                  <a:srgbClr val="1E293B"/>
                </a:solidFill>
              </a:rPr>
              <a:t>d'optimalité</a:t>
            </a:r>
            <a:r>
              <a:rPr sz="1400" dirty="0">
                <a:solidFill>
                  <a:srgbClr val="1E293B"/>
                </a:solidFill>
              </a:rPr>
              <a:t> — </a:t>
            </a:r>
            <a:r>
              <a:rPr sz="1400" dirty="0" err="1">
                <a:solidFill>
                  <a:srgbClr val="1E293B"/>
                </a:solidFill>
              </a:rPr>
              <a:t>connaît</a:t>
            </a:r>
            <a:r>
              <a:rPr sz="1400" dirty="0">
                <a:solidFill>
                  <a:srgbClr val="1E293B"/>
                </a:solidFill>
              </a:rPr>
              <a:t> la borne </a:t>
            </a:r>
            <a:r>
              <a:rPr sz="1400" dirty="0" err="1">
                <a:solidFill>
                  <a:srgbClr val="1E293B"/>
                </a:solidFill>
              </a:rPr>
              <a:t>inférieure</a:t>
            </a:r>
            <a:endParaRPr sz="1400" dirty="0">
              <a:solidFill>
                <a:srgbClr val="1E293B"/>
              </a:solidFill>
            </a:endParaRPr>
          </a:p>
        </p:txBody>
      </p:sp>
      <p:sp>
        <p:nvSpPr>
          <p:cNvPr id="8" name="TextBox 4">
            <a:extLst>
              <a:ext uri="{FF2B5EF4-FFF2-40B4-BE49-F238E27FC236}">
                <a16:creationId xmlns:a16="http://schemas.microsoft.com/office/drawing/2014/main" id="{4AB6D830-488F-6545-C71C-DCCD9C6AF597}"/>
              </a:ext>
            </a:extLst>
          </p:cNvPr>
          <p:cNvSpPr txBox="1"/>
          <p:nvPr/>
        </p:nvSpPr>
        <p:spPr>
          <a:xfrm>
            <a:off x="4591726" y="1028246"/>
            <a:ext cx="4206240" cy="347472"/>
          </a:xfrm>
          <a:prstGeom prst="rect">
            <a:avLst/>
          </a:prstGeom>
          <a:noFill/>
        </p:spPr>
        <p:txBody>
          <a:bodyPr wrap="square">
            <a:spAutoFit/>
          </a:bodyPr>
          <a:lstStyle/>
          <a:p>
            <a:pPr algn="l"/>
            <a:r>
              <a:rPr sz="1350" b="1" i="0">
                <a:solidFill>
                  <a:srgbClr val="1C7293"/>
                </a:solidFill>
              </a:rPr>
              <a:t>Les 4 </a:t>
            </a:r>
            <a:r>
              <a:rPr sz="1350" b="1" i="0" err="1">
                <a:solidFill>
                  <a:srgbClr val="1C7293"/>
                </a:solidFill>
              </a:rPr>
              <a:t>statuts</a:t>
            </a:r>
            <a:r>
              <a:rPr sz="1350" b="1" i="0">
                <a:solidFill>
                  <a:srgbClr val="1C7293"/>
                </a:solidFill>
              </a:rPr>
              <a:t> possibles</a:t>
            </a:r>
          </a:p>
        </p:txBody>
      </p:sp>
      <p:sp>
        <p:nvSpPr>
          <p:cNvPr id="10" name="Rectangle 9">
            <a:extLst>
              <a:ext uri="{FF2B5EF4-FFF2-40B4-BE49-F238E27FC236}">
                <a16:creationId xmlns:a16="http://schemas.microsoft.com/office/drawing/2014/main" id="{CBE99F70-B642-EF14-1C4A-CB5E9869804D}"/>
              </a:ext>
            </a:extLst>
          </p:cNvPr>
          <p:cNvSpPr/>
          <p:nvPr/>
        </p:nvSpPr>
        <p:spPr>
          <a:xfrm>
            <a:off x="4617720" y="1430765"/>
            <a:ext cx="4251960" cy="658800"/>
          </a:xfrm>
          <a:prstGeom prst="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a:extLst>
              <a:ext uri="{FF2B5EF4-FFF2-40B4-BE49-F238E27FC236}">
                <a16:creationId xmlns:a16="http://schemas.microsoft.com/office/drawing/2014/main" id="{2D8EC9F7-DDCE-23C0-F70D-C953E864EB59}"/>
              </a:ext>
            </a:extLst>
          </p:cNvPr>
          <p:cNvSpPr/>
          <p:nvPr/>
        </p:nvSpPr>
        <p:spPr>
          <a:xfrm>
            <a:off x="4617720" y="1430765"/>
            <a:ext cx="1371600" cy="6588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7">
            <a:extLst>
              <a:ext uri="{FF2B5EF4-FFF2-40B4-BE49-F238E27FC236}">
                <a16:creationId xmlns:a16="http://schemas.microsoft.com/office/drawing/2014/main" id="{AC82D6BE-5949-8F52-1019-E072B9A8F976}"/>
              </a:ext>
            </a:extLst>
          </p:cNvPr>
          <p:cNvSpPr txBox="1"/>
          <p:nvPr/>
        </p:nvSpPr>
        <p:spPr>
          <a:xfrm>
            <a:off x="4663440" y="1659365"/>
            <a:ext cx="1280160" cy="365760"/>
          </a:xfrm>
          <a:prstGeom prst="rect">
            <a:avLst/>
          </a:prstGeom>
          <a:noFill/>
        </p:spPr>
        <p:txBody>
          <a:bodyPr wrap="square">
            <a:spAutoFit/>
          </a:bodyPr>
          <a:lstStyle/>
          <a:p>
            <a:pPr algn="ctr"/>
            <a:r>
              <a:rPr sz="900" b="1" i="0">
                <a:solidFill>
                  <a:srgbClr val="FFFFFF"/>
                </a:solidFill>
              </a:rPr>
              <a:t>OPTIMAL</a:t>
            </a:r>
          </a:p>
        </p:txBody>
      </p:sp>
      <p:sp>
        <p:nvSpPr>
          <p:cNvPr id="16" name="TextBox 8">
            <a:extLst>
              <a:ext uri="{FF2B5EF4-FFF2-40B4-BE49-F238E27FC236}">
                <a16:creationId xmlns:a16="http://schemas.microsoft.com/office/drawing/2014/main" id="{382BE450-7D4C-F275-FDF8-088994F93691}"/>
              </a:ext>
            </a:extLst>
          </p:cNvPr>
          <p:cNvSpPr txBox="1"/>
          <p:nvPr/>
        </p:nvSpPr>
        <p:spPr>
          <a:xfrm>
            <a:off x="6080760" y="1613645"/>
            <a:ext cx="2651760" cy="457200"/>
          </a:xfrm>
          <a:prstGeom prst="rect">
            <a:avLst/>
          </a:prstGeom>
          <a:noFill/>
        </p:spPr>
        <p:txBody>
          <a:bodyPr wrap="square">
            <a:spAutoFit/>
          </a:bodyPr>
          <a:lstStyle/>
          <a:p>
            <a:pPr algn="l"/>
            <a:r>
              <a:rPr sz="1100" b="0" i="0">
                <a:solidFill>
                  <a:srgbClr val="1E293B"/>
                </a:solidFill>
              </a:rPr>
              <a:t>Hard + soft : tout respecté</a:t>
            </a:r>
          </a:p>
        </p:txBody>
      </p:sp>
      <p:sp>
        <p:nvSpPr>
          <p:cNvPr id="18" name="Rectangle 17">
            <a:extLst>
              <a:ext uri="{FF2B5EF4-FFF2-40B4-BE49-F238E27FC236}">
                <a16:creationId xmlns:a16="http://schemas.microsoft.com/office/drawing/2014/main" id="{1104175A-4CEA-162E-F84A-8795F6033312}"/>
              </a:ext>
            </a:extLst>
          </p:cNvPr>
          <p:cNvSpPr/>
          <p:nvPr/>
        </p:nvSpPr>
        <p:spPr>
          <a:xfrm>
            <a:off x="4617720" y="2219659"/>
            <a:ext cx="4251960" cy="658800"/>
          </a:xfrm>
          <a:prstGeom prst="rect">
            <a:avLst/>
          </a:prstGeom>
          <a:solidFill>
            <a:srgbClr val="FFFFFF"/>
          </a:solidFill>
          <a:ln w="1905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a:extLst>
              <a:ext uri="{FF2B5EF4-FFF2-40B4-BE49-F238E27FC236}">
                <a16:creationId xmlns:a16="http://schemas.microsoft.com/office/drawing/2014/main" id="{89FF09B9-4BEF-1D34-9BB1-E6C11D7653F2}"/>
              </a:ext>
            </a:extLst>
          </p:cNvPr>
          <p:cNvSpPr/>
          <p:nvPr/>
        </p:nvSpPr>
        <p:spPr>
          <a:xfrm>
            <a:off x="4617720" y="2219659"/>
            <a:ext cx="1371600" cy="65880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11">
            <a:extLst>
              <a:ext uri="{FF2B5EF4-FFF2-40B4-BE49-F238E27FC236}">
                <a16:creationId xmlns:a16="http://schemas.microsoft.com/office/drawing/2014/main" id="{8862C545-DBC2-5F13-9898-F041914502AF}"/>
              </a:ext>
            </a:extLst>
          </p:cNvPr>
          <p:cNvSpPr txBox="1"/>
          <p:nvPr/>
        </p:nvSpPr>
        <p:spPr>
          <a:xfrm>
            <a:off x="4663440" y="2448259"/>
            <a:ext cx="1280160" cy="365760"/>
          </a:xfrm>
          <a:prstGeom prst="rect">
            <a:avLst/>
          </a:prstGeom>
          <a:noFill/>
        </p:spPr>
        <p:txBody>
          <a:bodyPr wrap="square">
            <a:spAutoFit/>
          </a:bodyPr>
          <a:lstStyle/>
          <a:p>
            <a:pPr algn="ctr"/>
            <a:r>
              <a:rPr sz="900" b="1" i="0">
                <a:solidFill>
                  <a:srgbClr val="FFFFFF"/>
                </a:solidFill>
              </a:rPr>
              <a:t>FEASIBLE</a:t>
            </a:r>
          </a:p>
        </p:txBody>
      </p:sp>
      <p:sp>
        <p:nvSpPr>
          <p:cNvPr id="24" name="TextBox 12">
            <a:extLst>
              <a:ext uri="{FF2B5EF4-FFF2-40B4-BE49-F238E27FC236}">
                <a16:creationId xmlns:a16="http://schemas.microsoft.com/office/drawing/2014/main" id="{89653683-E463-D7A8-6EF3-44D3D36405A6}"/>
              </a:ext>
            </a:extLst>
          </p:cNvPr>
          <p:cNvSpPr txBox="1"/>
          <p:nvPr/>
        </p:nvSpPr>
        <p:spPr>
          <a:xfrm>
            <a:off x="6080760" y="2402539"/>
            <a:ext cx="2651760" cy="457200"/>
          </a:xfrm>
          <a:prstGeom prst="rect">
            <a:avLst/>
          </a:prstGeom>
          <a:noFill/>
        </p:spPr>
        <p:txBody>
          <a:bodyPr wrap="square">
            <a:spAutoFit/>
          </a:bodyPr>
          <a:lstStyle/>
          <a:p>
            <a:pPr algn="l"/>
            <a:r>
              <a:rPr sz="1100" b="0" i="0">
                <a:solidFill>
                  <a:srgbClr val="1E293B"/>
                </a:solidFill>
              </a:rPr>
              <a:t>Hard respectées, softs partiellement</a:t>
            </a:r>
          </a:p>
        </p:txBody>
      </p:sp>
      <p:sp>
        <p:nvSpPr>
          <p:cNvPr id="26" name="Rectangle 25">
            <a:extLst>
              <a:ext uri="{FF2B5EF4-FFF2-40B4-BE49-F238E27FC236}">
                <a16:creationId xmlns:a16="http://schemas.microsoft.com/office/drawing/2014/main" id="{F9212FF9-9BDB-C72E-A21D-035D62D109CE}"/>
              </a:ext>
            </a:extLst>
          </p:cNvPr>
          <p:cNvSpPr/>
          <p:nvPr/>
        </p:nvSpPr>
        <p:spPr>
          <a:xfrm>
            <a:off x="4617720" y="2999585"/>
            <a:ext cx="4251960" cy="658800"/>
          </a:xfrm>
          <a:prstGeom prst="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a:extLst>
              <a:ext uri="{FF2B5EF4-FFF2-40B4-BE49-F238E27FC236}">
                <a16:creationId xmlns:a16="http://schemas.microsoft.com/office/drawing/2014/main" id="{55AA53E7-BD86-C3E3-ED83-7AF6282AF4C4}"/>
              </a:ext>
            </a:extLst>
          </p:cNvPr>
          <p:cNvSpPr/>
          <p:nvPr/>
        </p:nvSpPr>
        <p:spPr>
          <a:xfrm>
            <a:off x="4617720" y="2999585"/>
            <a:ext cx="1371600" cy="6588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15">
            <a:extLst>
              <a:ext uri="{FF2B5EF4-FFF2-40B4-BE49-F238E27FC236}">
                <a16:creationId xmlns:a16="http://schemas.microsoft.com/office/drawing/2014/main" id="{B5D13AE2-B768-8DA8-CCCF-6CCA2B9DA27B}"/>
              </a:ext>
            </a:extLst>
          </p:cNvPr>
          <p:cNvSpPr txBox="1"/>
          <p:nvPr/>
        </p:nvSpPr>
        <p:spPr>
          <a:xfrm>
            <a:off x="4663440" y="3228185"/>
            <a:ext cx="1280160" cy="365760"/>
          </a:xfrm>
          <a:prstGeom prst="rect">
            <a:avLst/>
          </a:prstGeom>
          <a:noFill/>
        </p:spPr>
        <p:txBody>
          <a:bodyPr wrap="square">
            <a:spAutoFit/>
          </a:bodyPr>
          <a:lstStyle/>
          <a:p>
            <a:pPr algn="ctr"/>
            <a:r>
              <a:rPr sz="900" b="1" i="0">
                <a:solidFill>
                  <a:srgbClr val="FFFFFF"/>
                </a:solidFill>
              </a:rPr>
              <a:t>INFEASIBLE</a:t>
            </a:r>
          </a:p>
        </p:txBody>
      </p:sp>
      <p:sp>
        <p:nvSpPr>
          <p:cNvPr id="32" name="TextBox 16">
            <a:extLst>
              <a:ext uri="{FF2B5EF4-FFF2-40B4-BE49-F238E27FC236}">
                <a16:creationId xmlns:a16="http://schemas.microsoft.com/office/drawing/2014/main" id="{807ADE58-7CD5-FA90-3B2E-7C600C75CF4C}"/>
              </a:ext>
            </a:extLst>
          </p:cNvPr>
          <p:cNvSpPr txBox="1"/>
          <p:nvPr/>
        </p:nvSpPr>
        <p:spPr>
          <a:xfrm>
            <a:off x="6080760" y="3182465"/>
            <a:ext cx="2651760" cy="457200"/>
          </a:xfrm>
          <a:prstGeom prst="rect">
            <a:avLst/>
          </a:prstGeom>
          <a:noFill/>
        </p:spPr>
        <p:txBody>
          <a:bodyPr wrap="square">
            <a:spAutoFit/>
          </a:bodyPr>
          <a:lstStyle/>
          <a:p>
            <a:pPr algn="l"/>
            <a:r>
              <a:rPr sz="1100" b="0" i="0">
                <a:solidFill>
                  <a:srgbClr val="1E293B"/>
                </a:solidFill>
              </a:rPr>
              <a:t>≥ 1 hard violée → pas de solution</a:t>
            </a:r>
          </a:p>
        </p:txBody>
      </p:sp>
      <p:sp>
        <p:nvSpPr>
          <p:cNvPr id="34" name="Rectangle 33">
            <a:extLst>
              <a:ext uri="{FF2B5EF4-FFF2-40B4-BE49-F238E27FC236}">
                <a16:creationId xmlns:a16="http://schemas.microsoft.com/office/drawing/2014/main" id="{4042F681-B3C6-80F8-7131-ED4E7E570620}"/>
              </a:ext>
            </a:extLst>
          </p:cNvPr>
          <p:cNvSpPr/>
          <p:nvPr/>
        </p:nvSpPr>
        <p:spPr>
          <a:xfrm>
            <a:off x="4617720" y="3806405"/>
            <a:ext cx="4251960" cy="658015"/>
          </a:xfrm>
          <a:prstGeom prst="rect">
            <a:avLst/>
          </a:prstGeom>
          <a:solidFill>
            <a:srgbClr val="FFFFFF"/>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a:extLst>
              <a:ext uri="{FF2B5EF4-FFF2-40B4-BE49-F238E27FC236}">
                <a16:creationId xmlns:a16="http://schemas.microsoft.com/office/drawing/2014/main" id="{23B9C122-F9D2-A3E6-1832-3B080DD026E3}"/>
              </a:ext>
            </a:extLst>
          </p:cNvPr>
          <p:cNvSpPr/>
          <p:nvPr/>
        </p:nvSpPr>
        <p:spPr>
          <a:xfrm>
            <a:off x="4617720" y="3806405"/>
            <a:ext cx="1371600" cy="658015"/>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19">
            <a:extLst>
              <a:ext uri="{FF2B5EF4-FFF2-40B4-BE49-F238E27FC236}">
                <a16:creationId xmlns:a16="http://schemas.microsoft.com/office/drawing/2014/main" id="{93A3F1F9-2CA8-86E7-BD94-685A4E554160}"/>
              </a:ext>
            </a:extLst>
          </p:cNvPr>
          <p:cNvSpPr txBox="1"/>
          <p:nvPr/>
        </p:nvSpPr>
        <p:spPr>
          <a:xfrm>
            <a:off x="4663440" y="4035005"/>
            <a:ext cx="1280160" cy="365760"/>
          </a:xfrm>
          <a:prstGeom prst="rect">
            <a:avLst/>
          </a:prstGeom>
          <a:noFill/>
        </p:spPr>
        <p:txBody>
          <a:bodyPr wrap="square">
            <a:spAutoFit/>
          </a:bodyPr>
          <a:lstStyle/>
          <a:p>
            <a:pPr algn="ctr"/>
            <a:r>
              <a:rPr sz="900" b="1" i="0">
                <a:solidFill>
                  <a:srgbClr val="FFFFFF"/>
                </a:solidFill>
              </a:rPr>
              <a:t>UNKNOWN</a:t>
            </a:r>
          </a:p>
        </p:txBody>
      </p:sp>
      <p:sp>
        <p:nvSpPr>
          <p:cNvPr id="40" name="TextBox 20">
            <a:extLst>
              <a:ext uri="{FF2B5EF4-FFF2-40B4-BE49-F238E27FC236}">
                <a16:creationId xmlns:a16="http://schemas.microsoft.com/office/drawing/2014/main" id="{8DD3FD20-D477-3F5A-1745-01A537ABA442}"/>
              </a:ext>
            </a:extLst>
          </p:cNvPr>
          <p:cNvSpPr txBox="1"/>
          <p:nvPr/>
        </p:nvSpPr>
        <p:spPr>
          <a:xfrm>
            <a:off x="6080760" y="3917565"/>
            <a:ext cx="2651760" cy="457200"/>
          </a:xfrm>
          <a:prstGeom prst="rect">
            <a:avLst/>
          </a:prstGeom>
          <a:noFill/>
        </p:spPr>
        <p:txBody>
          <a:bodyPr wrap="square">
            <a:spAutoFit/>
          </a:bodyPr>
          <a:lstStyle/>
          <a:p>
            <a:pPr algn="l"/>
            <a:r>
              <a:rPr sz="1100" b="0" i="0">
                <a:solidFill>
                  <a:srgbClr val="1E293B"/>
                </a:solidFill>
              </a:rPr>
              <a:t>Timeout : solution possible </a:t>
            </a:r>
            <a:r>
              <a:rPr sz="1100" b="0" i="0" err="1">
                <a:solidFill>
                  <a:srgbClr val="1E293B"/>
                </a:solidFill>
              </a:rPr>
              <a:t>mais</a:t>
            </a:r>
            <a:r>
              <a:rPr sz="1100" b="0" i="0">
                <a:solidFill>
                  <a:srgbClr val="1E293B"/>
                </a:solidFill>
              </a:rPr>
              <a:t> non </a:t>
            </a:r>
            <a:r>
              <a:rPr sz="1100" b="0" i="0" err="1">
                <a:solidFill>
                  <a:srgbClr val="1E293B"/>
                </a:solidFill>
              </a:rPr>
              <a:t>trouvée</a:t>
            </a:r>
            <a:endParaRPr sz="1100" b="0" i="0">
              <a:solidFill>
                <a:srgbClr val="1E293B"/>
              </a:solidFill>
            </a:endParaRPr>
          </a:p>
        </p:txBody>
      </p:sp>
      <p:sp>
        <p:nvSpPr>
          <p:cNvPr id="48" name="TextBox 1">
            <a:extLst>
              <a:ext uri="{FF2B5EF4-FFF2-40B4-BE49-F238E27FC236}">
                <a16:creationId xmlns:a16="http://schemas.microsoft.com/office/drawing/2014/main" id="{D2221627-584A-F39B-5097-DC5A2089A6CB}"/>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Principe et fonctionnement de CP-SAT</a:t>
            </a:r>
          </a:p>
        </p:txBody>
      </p:sp>
      <p:sp>
        <p:nvSpPr>
          <p:cNvPr id="54" name="TextBox 74">
            <a:extLst>
              <a:ext uri="{FF2B5EF4-FFF2-40B4-BE49-F238E27FC236}">
                <a16:creationId xmlns:a16="http://schemas.microsoft.com/office/drawing/2014/main" id="{C4C763A5-00DF-5593-91D5-3AAE20DFE4AE}"/>
              </a:ext>
            </a:extLst>
          </p:cNvPr>
          <p:cNvSpPr txBox="1"/>
          <p:nvPr/>
        </p:nvSpPr>
        <p:spPr>
          <a:xfrm>
            <a:off x="320040" y="4681728"/>
            <a:ext cx="8503920" cy="292388"/>
          </a:xfrm>
          <a:prstGeom prst="rect">
            <a:avLst/>
          </a:prstGeom>
          <a:noFill/>
          <a:ln>
            <a:solidFill/>
          </a:ln>
        </p:spPr>
        <p:txBody>
          <a:bodyPr wrap="square">
            <a:spAutoFit/>
          </a:bodyPr>
          <a:lstStyle/>
          <a:p>
            <a:pPr algn="ctr">
              <a:defRPr>
                <a:solidFill>
                  <a:srgbClr val="0F172A"/>
                </a:solidFill>
              </a:defRPr>
            </a:pPr>
            <a:r>
              <a:rPr lang="fr-FR" sz="1300" b="1" i="1">
                <a:solidFill>
                  <a:srgbClr val="FF0000"/>
                </a:solidFill>
              </a:rPr>
              <a:t>On cherche à placer tous les cours en respectant les hard et en minimisant les violations softs</a:t>
            </a:r>
          </a:p>
        </p:txBody>
      </p:sp>
      <p:sp>
        <p:nvSpPr>
          <p:cNvPr id="3" name="Rectangle 2">
            <a:extLst>
              <a:ext uri="{FF2B5EF4-FFF2-40B4-BE49-F238E27FC236}">
                <a16:creationId xmlns:a16="http://schemas.microsoft.com/office/drawing/2014/main" id="{2783F72A-0578-7989-7C57-29E014C37BDF}"/>
              </a:ext>
            </a:extLst>
          </p:cNvPr>
          <p:cNvSpPr/>
          <p:nvPr/>
        </p:nvSpPr>
        <p:spPr>
          <a:xfrm>
            <a:off x="365760" y="866547"/>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 name="Espace réservé du numéro de diapositive 4">
            <a:extLst>
              <a:ext uri="{FF2B5EF4-FFF2-40B4-BE49-F238E27FC236}">
                <a16:creationId xmlns:a16="http://schemas.microsoft.com/office/drawing/2014/main" id="{239FF451-E108-CCF7-43CC-81CDAC0C5A44}"/>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5</a:t>
            </a:fld>
            <a:endParaRPr lang="en-US"/>
          </a:p>
        </p:txBody>
      </p:sp>
    </p:spTree>
    <p:extLst>
      <p:ext uri="{BB962C8B-B14F-4D97-AF65-F5344CB8AC3E}">
        <p14:creationId xmlns:p14="http://schemas.microsoft.com/office/powerpoint/2010/main" val="42311705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CP-SAT : une architecture hybride multi-paradigme</a:t>
            </a:r>
          </a:p>
        </p:txBody>
      </p:sp>
      <p:sp>
        <p:nvSpPr>
          <p:cNvPr id="3" name="Rectangle 2"/>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 name="Rectangle 3"/>
          <p:cNvSpPr/>
          <p:nvPr/>
        </p:nvSpPr>
        <p:spPr>
          <a:xfrm>
            <a:off x="3593917" y="2122712"/>
            <a:ext cx="1645920" cy="822960"/>
          </a:xfrm>
          <a:prstGeom prst="rect">
            <a:avLst/>
          </a:prstGeom>
          <a:solidFill>
            <a:schemeClr val="accent2">
              <a:lumMod val="60000"/>
              <a:lumOff val="40000"/>
            </a:schemeClr>
          </a:solidFill>
          <a:ln>
            <a:solidFill>
              <a:schemeClr val="accent2">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 name="TextBox 4"/>
          <p:cNvSpPr txBox="1"/>
          <p:nvPr/>
        </p:nvSpPr>
        <p:spPr>
          <a:xfrm>
            <a:off x="3593917" y="2349679"/>
            <a:ext cx="1645920" cy="369332"/>
          </a:xfrm>
          <a:prstGeom prst="rect">
            <a:avLst/>
          </a:prstGeom>
          <a:noFill/>
          <a:ln>
            <a:noFill/>
          </a:ln>
        </p:spPr>
        <p:txBody>
          <a:bodyPr wrap="square">
            <a:spAutoFit/>
          </a:bodyPr>
          <a:lstStyle/>
          <a:p>
            <a:pPr algn="ctr">
              <a:defRPr>
                <a:solidFill>
                  <a:srgbClr val="0F172A"/>
                </a:solidFill>
              </a:defRPr>
            </a:pPr>
            <a:r>
              <a:rPr lang="fr-FR" sz="1800" b="1" i="0"/>
              <a:t>CP-SAT</a:t>
            </a:r>
          </a:p>
        </p:txBody>
      </p:sp>
      <p:sp>
        <p:nvSpPr>
          <p:cNvPr id="6" name="Rectangle 5"/>
          <p:cNvSpPr/>
          <p:nvPr/>
        </p:nvSpPr>
        <p:spPr>
          <a:xfrm>
            <a:off x="403315" y="999310"/>
            <a:ext cx="2103120" cy="1005840"/>
          </a:xfrm>
          <a:prstGeom prst="rect">
            <a:avLst/>
          </a:prstGeom>
          <a:solidFill>
            <a:schemeClr val="accent2">
              <a:lumMod val="20000"/>
              <a:lumOff val="80000"/>
            </a:schemeClr>
          </a:solidFill>
          <a:ln w="12700">
            <a:solidFill>
              <a:srgbClr val="F2DCD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7" name="TextBox 6"/>
          <p:cNvSpPr txBox="1"/>
          <p:nvPr/>
        </p:nvSpPr>
        <p:spPr>
          <a:xfrm>
            <a:off x="462098" y="1129610"/>
            <a:ext cx="1965960" cy="276999"/>
          </a:xfrm>
          <a:prstGeom prst="rect">
            <a:avLst/>
          </a:prstGeom>
          <a:noFill/>
          <a:ln>
            <a:solidFill/>
          </a:ln>
        </p:spPr>
        <p:txBody>
          <a:bodyPr wrap="square">
            <a:spAutoFit/>
          </a:bodyPr>
          <a:lstStyle/>
          <a:p>
            <a:pPr algn="l">
              <a:defRPr>
                <a:solidFill>
                  <a:srgbClr val="0F172A"/>
                </a:solidFill>
              </a:defRPr>
            </a:pPr>
            <a:r>
              <a:rPr lang="fr-FR" sz="1200" b="1" i="0">
                <a:solidFill>
                  <a:srgbClr val="0369A1"/>
                </a:solidFill>
              </a:rPr>
              <a:t>SAT / CDCL</a:t>
            </a:r>
          </a:p>
        </p:txBody>
      </p:sp>
      <p:sp>
        <p:nvSpPr>
          <p:cNvPr id="8" name="TextBox 7"/>
          <p:cNvSpPr txBox="1"/>
          <p:nvPr/>
        </p:nvSpPr>
        <p:spPr>
          <a:xfrm>
            <a:off x="462098" y="1440506"/>
            <a:ext cx="1965960" cy="400110"/>
          </a:xfrm>
          <a:prstGeom prst="rect">
            <a:avLst/>
          </a:prstGeom>
          <a:noFill/>
          <a:ln>
            <a:noFill/>
          </a:ln>
        </p:spPr>
        <p:txBody>
          <a:bodyPr wrap="square">
            <a:spAutoFit/>
          </a:bodyPr>
          <a:lstStyle/>
          <a:p>
            <a:pPr algn="l">
              <a:defRPr>
                <a:solidFill>
                  <a:srgbClr val="0F172A"/>
                </a:solidFill>
              </a:defRPr>
            </a:pPr>
            <a:r>
              <a:rPr lang="fr-FR" sz="1000" b="0" i="0">
                <a:solidFill>
                  <a:srgbClr val="475569"/>
                </a:solidFill>
              </a:rPr>
              <a:t>Apprend la structure</a:t>
            </a:r>
            <a:r>
              <a:rPr lang="fr-FR" sz="1000">
                <a:solidFill>
                  <a:srgbClr val="475569"/>
                </a:solidFill>
              </a:rPr>
              <a:t>,</a:t>
            </a:r>
          </a:p>
          <a:p>
            <a:pPr algn="l">
              <a:defRPr>
                <a:solidFill>
                  <a:srgbClr val="0F172A"/>
                </a:solidFill>
              </a:defRPr>
            </a:pPr>
            <a:r>
              <a:rPr lang="fr-FR" sz="1000">
                <a:solidFill>
                  <a:srgbClr val="475569"/>
                </a:solidFill>
              </a:rPr>
              <a:t>é</a:t>
            </a:r>
            <a:r>
              <a:rPr lang="fr-FR" sz="1000" b="0" i="0">
                <a:solidFill>
                  <a:srgbClr val="475569"/>
                </a:solidFill>
              </a:rPr>
              <a:t>vite les mêmes erreurs</a:t>
            </a:r>
          </a:p>
        </p:txBody>
      </p:sp>
      <p:sp>
        <p:nvSpPr>
          <p:cNvPr id="9" name="Rectangle 8"/>
          <p:cNvSpPr/>
          <p:nvPr/>
        </p:nvSpPr>
        <p:spPr>
          <a:xfrm>
            <a:off x="3732712" y="852349"/>
            <a:ext cx="2103120" cy="1005840"/>
          </a:xfrm>
          <a:prstGeom prst="rect">
            <a:avLst/>
          </a:prstGeom>
          <a:solidFill>
            <a:schemeClr val="accent4">
              <a:lumMod val="20000"/>
              <a:lumOff val="80000"/>
            </a:schemeClr>
          </a:solidFill>
          <a:ln w="12700">
            <a:solidFill>
              <a:schemeClr val="accent4">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0" name="TextBox 9"/>
          <p:cNvSpPr txBox="1"/>
          <p:nvPr/>
        </p:nvSpPr>
        <p:spPr>
          <a:xfrm>
            <a:off x="3807824" y="982649"/>
            <a:ext cx="1965960" cy="276999"/>
          </a:xfrm>
          <a:prstGeom prst="rect">
            <a:avLst/>
          </a:prstGeom>
          <a:noFill/>
          <a:ln>
            <a:solidFill/>
          </a:ln>
        </p:spPr>
        <p:txBody>
          <a:bodyPr wrap="square">
            <a:spAutoFit/>
          </a:bodyPr>
          <a:lstStyle/>
          <a:p>
            <a:pPr algn="l">
              <a:defRPr>
                <a:solidFill>
                  <a:srgbClr val="0F172A"/>
                </a:solidFill>
              </a:defRPr>
            </a:pPr>
            <a:r>
              <a:rPr lang="fr-FR" sz="1200" b="1" i="0">
                <a:solidFill>
                  <a:srgbClr val="0369A1"/>
                </a:solidFill>
              </a:rPr>
              <a:t>Propagation CP</a:t>
            </a:r>
          </a:p>
        </p:txBody>
      </p:sp>
      <p:sp>
        <p:nvSpPr>
          <p:cNvPr id="11" name="TextBox 10"/>
          <p:cNvSpPr txBox="1"/>
          <p:nvPr/>
        </p:nvSpPr>
        <p:spPr>
          <a:xfrm>
            <a:off x="3807824" y="1293545"/>
            <a:ext cx="1965960" cy="400110"/>
          </a:xfrm>
          <a:prstGeom prst="rect">
            <a:avLst/>
          </a:prstGeom>
          <a:noFill/>
          <a:ln>
            <a:noFill/>
          </a:ln>
        </p:spPr>
        <p:txBody>
          <a:bodyPr wrap="square">
            <a:spAutoFit/>
          </a:bodyPr>
          <a:lstStyle/>
          <a:p>
            <a:pPr algn="l">
              <a:defRPr>
                <a:solidFill>
                  <a:srgbClr val="0F172A"/>
                </a:solidFill>
              </a:defRPr>
            </a:pPr>
            <a:r>
              <a:rPr lang="fr-FR" sz="1000" b="0" i="0">
                <a:solidFill>
                  <a:srgbClr val="475569"/>
                </a:solidFill>
              </a:rPr>
              <a:t>Élimine les combinaisons
impossibles dès le départ</a:t>
            </a:r>
          </a:p>
        </p:txBody>
      </p:sp>
      <p:sp>
        <p:nvSpPr>
          <p:cNvPr id="12" name="Rectangle 11"/>
          <p:cNvSpPr/>
          <p:nvPr/>
        </p:nvSpPr>
        <p:spPr>
          <a:xfrm>
            <a:off x="6583680" y="1219744"/>
            <a:ext cx="2103120" cy="1005840"/>
          </a:xfrm>
          <a:prstGeom prst="rect">
            <a:avLst/>
          </a:prstGeom>
          <a:solidFill>
            <a:srgbClr val="DBEEF4"/>
          </a:solidFill>
          <a:ln w="12700">
            <a:solidFill>
              <a:srgbClr val="DBEE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3" name="TextBox 12"/>
          <p:cNvSpPr txBox="1"/>
          <p:nvPr/>
        </p:nvSpPr>
        <p:spPr>
          <a:xfrm>
            <a:off x="6658792" y="1350043"/>
            <a:ext cx="1965960" cy="276999"/>
          </a:xfrm>
          <a:prstGeom prst="rect">
            <a:avLst/>
          </a:prstGeom>
          <a:noFill/>
          <a:ln>
            <a:solidFill/>
          </a:ln>
        </p:spPr>
        <p:txBody>
          <a:bodyPr wrap="square">
            <a:spAutoFit/>
          </a:bodyPr>
          <a:lstStyle/>
          <a:p>
            <a:pPr algn="l">
              <a:defRPr>
                <a:solidFill>
                  <a:srgbClr val="0F172A"/>
                </a:solidFill>
              </a:defRPr>
            </a:pPr>
            <a:r>
              <a:rPr lang="fr-FR" sz="1200" b="1" i="0">
                <a:solidFill>
                  <a:srgbClr val="0369A1"/>
                </a:solidFill>
              </a:rPr>
              <a:t>Relaxation LP</a:t>
            </a:r>
          </a:p>
        </p:txBody>
      </p:sp>
      <p:sp>
        <p:nvSpPr>
          <p:cNvPr id="14" name="TextBox 13"/>
          <p:cNvSpPr txBox="1"/>
          <p:nvPr/>
        </p:nvSpPr>
        <p:spPr>
          <a:xfrm>
            <a:off x="6658792" y="1660939"/>
            <a:ext cx="1965960" cy="400110"/>
          </a:xfrm>
          <a:prstGeom prst="rect">
            <a:avLst/>
          </a:prstGeom>
          <a:noFill/>
          <a:ln>
            <a:noFill/>
          </a:ln>
        </p:spPr>
        <p:txBody>
          <a:bodyPr wrap="square">
            <a:spAutoFit/>
          </a:bodyPr>
          <a:lstStyle/>
          <a:p>
            <a:pPr algn="l">
              <a:defRPr>
                <a:solidFill>
                  <a:srgbClr val="0F172A"/>
                </a:solidFill>
              </a:defRPr>
            </a:pPr>
            <a:r>
              <a:rPr lang="fr-FR" sz="1000" b="0" i="0">
                <a:solidFill>
                  <a:srgbClr val="475569"/>
                </a:solidFill>
              </a:rPr>
              <a:t>Fournit des bornes
pour guider la recherche</a:t>
            </a:r>
          </a:p>
        </p:txBody>
      </p:sp>
      <p:sp>
        <p:nvSpPr>
          <p:cNvPr id="15" name="Rectangle 14"/>
          <p:cNvSpPr/>
          <p:nvPr/>
        </p:nvSpPr>
        <p:spPr>
          <a:xfrm>
            <a:off x="582928" y="2743200"/>
            <a:ext cx="2103120" cy="1005840"/>
          </a:xfrm>
          <a:prstGeom prst="rect">
            <a:avLst/>
          </a:prstGeom>
          <a:solidFill>
            <a:srgbClr val="FDEADA"/>
          </a:solidFill>
          <a:ln w="12700">
            <a:solidFill>
              <a:srgbClr val="FDEAD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6" name="TextBox 15"/>
          <p:cNvSpPr txBox="1"/>
          <p:nvPr/>
        </p:nvSpPr>
        <p:spPr>
          <a:xfrm>
            <a:off x="649876" y="2873501"/>
            <a:ext cx="1965960" cy="276999"/>
          </a:xfrm>
          <a:prstGeom prst="rect">
            <a:avLst/>
          </a:prstGeom>
          <a:noFill/>
          <a:ln>
            <a:solidFill/>
          </a:ln>
        </p:spPr>
        <p:txBody>
          <a:bodyPr wrap="square">
            <a:spAutoFit/>
          </a:bodyPr>
          <a:lstStyle/>
          <a:p>
            <a:pPr algn="l">
              <a:defRPr>
                <a:solidFill>
                  <a:srgbClr val="0F172A"/>
                </a:solidFill>
              </a:defRPr>
            </a:pPr>
            <a:r>
              <a:rPr lang="fr-FR" sz="1200" b="1" i="0">
                <a:solidFill>
                  <a:srgbClr val="0369A1"/>
                </a:solidFill>
              </a:rPr>
              <a:t>Branching</a:t>
            </a:r>
          </a:p>
        </p:txBody>
      </p:sp>
      <p:sp>
        <p:nvSpPr>
          <p:cNvPr id="17" name="TextBox 16"/>
          <p:cNvSpPr txBox="1"/>
          <p:nvPr/>
        </p:nvSpPr>
        <p:spPr>
          <a:xfrm>
            <a:off x="649876" y="3184397"/>
            <a:ext cx="1965960" cy="400110"/>
          </a:xfrm>
          <a:prstGeom prst="rect">
            <a:avLst/>
          </a:prstGeom>
          <a:noFill/>
          <a:ln>
            <a:noFill/>
          </a:ln>
        </p:spPr>
        <p:txBody>
          <a:bodyPr wrap="square">
            <a:spAutoFit/>
          </a:bodyPr>
          <a:lstStyle/>
          <a:p>
            <a:pPr algn="l">
              <a:defRPr>
                <a:solidFill>
                  <a:srgbClr val="0F172A"/>
                </a:solidFill>
              </a:defRPr>
            </a:pPr>
            <a:r>
              <a:rPr lang="fr-FR" sz="1000" b="0" i="0">
                <a:solidFill>
                  <a:srgbClr val="475569"/>
                </a:solidFill>
              </a:rPr>
              <a:t>Variables les plus
critiques en premier</a:t>
            </a:r>
          </a:p>
        </p:txBody>
      </p:sp>
      <p:sp>
        <p:nvSpPr>
          <p:cNvPr id="18" name="Rectangle 17"/>
          <p:cNvSpPr/>
          <p:nvPr/>
        </p:nvSpPr>
        <p:spPr>
          <a:xfrm>
            <a:off x="3291840" y="3437164"/>
            <a:ext cx="2103120" cy="1005840"/>
          </a:xfrm>
          <a:prstGeom prst="rect">
            <a:avLst/>
          </a:prstGeom>
          <a:solidFill>
            <a:srgbClr val="EBF1DE"/>
          </a:solidFill>
          <a:ln w="12700">
            <a:solidFill>
              <a:srgbClr val="EBF1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9" name="TextBox 18"/>
          <p:cNvSpPr txBox="1"/>
          <p:nvPr/>
        </p:nvSpPr>
        <p:spPr>
          <a:xfrm>
            <a:off x="3350624" y="3567464"/>
            <a:ext cx="1965960" cy="276999"/>
          </a:xfrm>
          <a:prstGeom prst="rect">
            <a:avLst/>
          </a:prstGeom>
          <a:noFill/>
          <a:ln>
            <a:solidFill/>
          </a:ln>
        </p:spPr>
        <p:txBody>
          <a:bodyPr wrap="square">
            <a:spAutoFit/>
          </a:bodyPr>
          <a:lstStyle/>
          <a:p>
            <a:pPr algn="l">
              <a:defRPr>
                <a:solidFill>
                  <a:srgbClr val="0F172A"/>
                </a:solidFill>
              </a:defRPr>
            </a:pPr>
            <a:r>
              <a:rPr lang="fr-FR" sz="1200" b="1" i="0">
                <a:solidFill>
                  <a:srgbClr val="0369A1"/>
                </a:solidFill>
              </a:rPr>
              <a:t>Restarts</a:t>
            </a:r>
          </a:p>
        </p:txBody>
      </p:sp>
      <p:sp>
        <p:nvSpPr>
          <p:cNvPr id="20" name="TextBox 19"/>
          <p:cNvSpPr txBox="1"/>
          <p:nvPr/>
        </p:nvSpPr>
        <p:spPr>
          <a:xfrm>
            <a:off x="3350624" y="3878360"/>
            <a:ext cx="1965960" cy="400110"/>
          </a:xfrm>
          <a:prstGeom prst="rect">
            <a:avLst/>
          </a:prstGeom>
          <a:noFill/>
          <a:ln>
            <a:noFill/>
          </a:ln>
        </p:spPr>
        <p:txBody>
          <a:bodyPr wrap="square">
            <a:spAutoFit/>
          </a:bodyPr>
          <a:lstStyle/>
          <a:p>
            <a:pPr algn="l">
              <a:defRPr>
                <a:solidFill>
                  <a:srgbClr val="0F172A"/>
                </a:solidFill>
              </a:defRPr>
            </a:pPr>
            <a:r>
              <a:rPr lang="fr-FR" sz="1000" b="0" i="0">
                <a:solidFill>
                  <a:srgbClr val="475569"/>
                </a:solidFill>
              </a:rPr>
              <a:t>Repart intelligemment
si bloqué</a:t>
            </a:r>
          </a:p>
        </p:txBody>
      </p:sp>
      <p:sp>
        <p:nvSpPr>
          <p:cNvPr id="21" name="Rectangle 20"/>
          <p:cNvSpPr/>
          <p:nvPr/>
        </p:nvSpPr>
        <p:spPr>
          <a:xfrm>
            <a:off x="6583680" y="2743200"/>
            <a:ext cx="2103120" cy="1005840"/>
          </a:xfrm>
          <a:prstGeom prst="rect">
            <a:avLst/>
          </a:prstGeom>
          <a:solidFill>
            <a:srgbClr val="DDD9C3"/>
          </a:solidFill>
          <a:ln w="12700">
            <a:solidFill>
              <a:srgbClr val="DDD9C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22" name="TextBox 21"/>
          <p:cNvSpPr txBox="1"/>
          <p:nvPr/>
        </p:nvSpPr>
        <p:spPr>
          <a:xfrm>
            <a:off x="6650628" y="2881665"/>
            <a:ext cx="1965960" cy="276999"/>
          </a:xfrm>
          <a:prstGeom prst="rect">
            <a:avLst/>
          </a:prstGeom>
          <a:noFill/>
          <a:ln>
            <a:solidFill/>
          </a:ln>
        </p:spPr>
        <p:txBody>
          <a:bodyPr wrap="square">
            <a:spAutoFit/>
          </a:bodyPr>
          <a:lstStyle/>
          <a:p>
            <a:pPr algn="l">
              <a:defRPr>
                <a:solidFill>
                  <a:srgbClr val="0F172A"/>
                </a:solidFill>
              </a:defRPr>
            </a:pPr>
            <a:r>
              <a:rPr lang="fr-FR" sz="1200" b="1" i="0">
                <a:solidFill>
                  <a:srgbClr val="0369A1"/>
                </a:solidFill>
              </a:rPr>
              <a:t>Portfolio</a:t>
            </a:r>
          </a:p>
        </p:txBody>
      </p:sp>
      <p:sp>
        <p:nvSpPr>
          <p:cNvPr id="23" name="TextBox 22"/>
          <p:cNvSpPr txBox="1"/>
          <p:nvPr/>
        </p:nvSpPr>
        <p:spPr>
          <a:xfrm>
            <a:off x="6650628" y="3192561"/>
            <a:ext cx="1965960" cy="400110"/>
          </a:xfrm>
          <a:prstGeom prst="rect">
            <a:avLst/>
          </a:prstGeom>
          <a:noFill/>
          <a:ln>
            <a:noFill/>
          </a:ln>
        </p:spPr>
        <p:txBody>
          <a:bodyPr wrap="square">
            <a:spAutoFit/>
          </a:bodyPr>
          <a:lstStyle/>
          <a:p>
            <a:pPr algn="l">
              <a:defRPr>
                <a:solidFill>
                  <a:srgbClr val="0F172A"/>
                </a:solidFill>
              </a:defRPr>
            </a:pPr>
            <a:r>
              <a:rPr lang="fr-FR" sz="1000" b="0" i="0" err="1">
                <a:solidFill>
                  <a:srgbClr val="475569"/>
                </a:solidFill>
              </a:rPr>
              <a:t>Multi-thread</a:t>
            </a:r>
            <a:r>
              <a:rPr lang="fr-FR" sz="1000" b="0" i="0">
                <a:solidFill>
                  <a:srgbClr val="475569"/>
                </a:solidFill>
              </a:rPr>
              <a:t> · stratégies
diverses en parallèle</a:t>
            </a:r>
          </a:p>
        </p:txBody>
      </p:sp>
      <p:sp>
        <p:nvSpPr>
          <p:cNvPr id="24" name="TextBox 23"/>
          <p:cNvSpPr txBox="1"/>
          <p:nvPr/>
        </p:nvSpPr>
        <p:spPr>
          <a:xfrm>
            <a:off x="320040" y="4663440"/>
            <a:ext cx="8503920" cy="276999"/>
          </a:xfrm>
          <a:prstGeom prst="rect">
            <a:avLst/>
          </a:prstGeom>
          <a:noFill/>
          <a:ln>
            <a:solidFill/>
          </a:ln>
        </p:spPr>
        <p:txBody>
          <a:bodyPr wrap="square">
            <a:spAutoFit/>
          </a:bodyPr>
          <a:lstStyle/>
          <a:p>
            <a:pPr algn="ctr">
              <a:defRPr>
                <a:solidFill>
                  <a:srgbClr val="0F172A"/>
                </a:solidFill>
              </a:defRPr>
            </a:pPr>
            <a:r>
              <a:rPr lang="fr-FR" sz="1200" b="1" i="1">
                <a:solidFill>
                  <a:srgbClr val="FF0000"/>
                </a:solidFill>
              </a:rPr>
              <a:t>Avantage clé : les contraintes métier s'expriment naturellement (conflits, disponibilités, préférences)</a:t>
            </a:r>
          </a:p>
        </p:txBody>
      </p:sp>
      <p:sp>
        <p:nvSpPr>
          <p:cNvPr id="25" name="Espace réservé du numéro de diapositive 24">
            <a:extLst>
              <a:ext uri="{FF2B5EF4-FFF2-40B4-BE49-F238E27FC236}">
                <a16:creationId xmlns:a16="http://schemas.microsoft.com/office/drawing/2014/main" id="{E46BE8A5-7FF0-6848-DA96-6FFB91D76B35}"/>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1">
            <a:extLst>
              <a:ext uri="{FF2B5EF4-FFF2-40B4-BE49-F238E27FC236}">
                <a16:creationId xmlns:a16="http://schemas.microsoft.com/office/drawing/2014/main" id="{B1A26C7B-4DB6-AA0D-FDEF-DBFDD0B7E83D}"/>
              </a:ext>
            </a:extLst>
          </p:cNvPr>
          <p:cNvSpPr/>
          <p:nvPr/>
        </p:nvSpPr>
        <p:spPr>
          <a:xfrm>
            <a:off x="4069080" y="1417320"/>
            <a:ext cx="1005840" cy="1005840"/>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2">
            <a:extLst>
              <a:ext uri="{FF2B5EF4-FFF2-40B4-BE49-F238E27FC236}">
                <a16:creationId xmlns:a16="http://schemas.microsoft.com/office/drawing/2014/main" id="{5E0176E4-843F-AC37-6F44-B955A379BA71}"/>
              </a:ext>
            </a:extLst>
          </p:cNvPr>
          <p:cNvSpPr txBox="1"/>
          <p:nvPr/>
        </p:nvSpPr>
        <p:spPr>
          <a:xfrm>
            <a:off x="4069080" y="1508760"/>
            <a:ext cx="1005840" cy="822960"/>
          </a:xfrm>
          <a:prstGeom prst="rect">
            <a:avLst/>
          </a:prstGeom>
          <a:noFill/>
        </p:spPr>
        <p:txBody>
          <a:bodyPr wrap="square">
            <a:spAutoFit/>
          </a:bodyPr>
          <a:lstStyle/>
          <a:p>
            <a:pPr algn="ctr"/>
            <a:r>
              <a:rPr sz="2600" b="1" i="0">
                <a:solidFill>
                  <a:srgbClr val="FFFFFF"/>
                </a:solidFill>
              </a:rPr>
              <a:t>1</a:t>
            </a:r>
          </a:p>
        </p:txBody>
      </p:sp>
      <p:sp>
        <p:nvSpPr>
          <p:cNvPr id="7" name="TextBox 3">
            <a:extLst>
              <a:ext uri="{FF2B5EF4-FFF2-40B4-BE49-F238E27FC236}">
                <a16:creationId xmlns:a16="http://schemas.microsoft.com/office/drawing/2014/main" id="{4A3D4C42-F152-6F24-A398-C1DE3C4075DF}"/>
              </a:ext>
            </a:extLst>
          </p:cNvPr>
          <p:cNvSpPr txBox="1"/>
          <p:nvPr/>
        </p:nvSpPr>
        <p:spPr>
          <a:xfrm>
            <a:off x="457200" y="2487168"/>
            <a:ext cx="8229600" cy="411480"/>
          </a:xfrm>
          <a:prstGeom prst="rect">
            <a:avLst/>
          </a:prstGeom>
          <a:noFill/>
        </p:spPr>
        <p:txBody>
          <a:bodyPr wrap="square">
            <a:spAutoFit/>
          </a:bodyPr>
          <a:lstStyle/>
          <a:p>
            <a:pPr algn="ctr"/>
            <a:r>
              <a:rPr sz="1200" b="1" i="0">
                <a:solidFill>
                  <a:srgbClr val="F97316"/>
                </a:solidFill>
              </a:rPr>
              <a:t>PARTIE 1</a:t>
            </a:r>
          </a:p>
        </p:txBody>
      </p:sp>
      <p:sp>
        <p:nvSpPr>
          <p:cNvPr id="9" name="TextBox 4">
            <a:extLst>
              <a:ext uri="{FF2B5EF4-FFF2-40B4-BE49-F238E27FC236}">
                <a16:creationId xmlns:a16="http://schemas.microsoft.com/office/drawing/2014/main" id="{024A9F68-FD40-3DCD-F063-CCB20EDC01D7}"/>
              </a:ext>
            </a:extLst>
          </p:cNvPr>
          <p:cNvSpPr txBox="1"/>
          <p:nvPr/>
        </p:nvSpPr>
        <p:spPr>
          <a:xfrm>
            <a:off x="457200" y="2907792"/>
            <a:ext cx="8229600" cy="523220"/>
          </a:xfrm>
          <a:prstGeom prst="rect">
            <a:avLst/>
          </a:prstGeom>
          <a:noFill/>
        </p:spPr>
        <p:txBody>
          <a:bodyPr wrap="square">
            <a:spAutoFit/>
          </a:bodyPr>
          <a:lstStyle/>
          <a:p>
            <a:pPr algn="ctr"/>
            <a:r>
              <a:rPr sz="2800" b="1" i="0" err="1">
                <a:solidFill>
                  <a:schemeClr val="tx2">
                    <a:lumMod val="60000"/>
                    <a:lumOff val="40000"/>
                  </a:schemeClr>
                </a:solidFill>
              </a:rPr>
              <a:t>Créateur</a:t>
            </a:r>
            <a:r>
              <a:rPr sz="2800" b="1" i="0">
                <a:solidFill>
                  <a:schemeClr val="tx2">
                    <a:lumMod val="60000"/>
                    <a:lumOff val="40000"/>
                  </a:schemeClr>
                </a:solidFill>
              </a:rPr>
              <a:t> </a:t>
            </a:r>
            <a:r>
              <a:rPr sz="2800" b="1" i="0" err="1">
                <a:solidFill>
                  <a:schemeClr val="tx2">
                    <a:lumMod val="60000"/>
                    <a:lumOff val="40000"/>
                  </a:schemeClr>
                </a:solidFill>
              </a:rPr>
              <a:t>d'emplois</a:t>
            </a:r>
            <a:r>
              <a:rPr sz="2800" b="1" i="0">
                <a:solidFill>
                  <a:schemeClr val="tx2">
                    <a:lumMod val="60000"/>
                    <a:lumOff val="40000"/>
                  </a:schemeClr>
                </a:solidFill>
              </a:rPr>
              <a:t> du temps</a:t>
            </a:r>
          </a:p>
        </p:txBody>
      </p:sp>
      <p:sp>
        <p:nvSpPr>
          <p:cNvPr id="11" name="TextBox 5">
            <a:extLst>
              <a:ext uri="{FF2B5EF4-FFF2-40B4-BE49-F238E27FC236}">
                <a16:creationId xmlns:a16="http://schemas.microsoft.com/office/drawing/2014/main" id="{83871517-2C6F-BBFF-8943-33E9D0F9F2DD}"/>
              </a:ext>
            </a:extLst>
          </p:cNvPr>
          <p:cNvSpPr txBox="1"/>
          <p:nvPr/>
        </p:nvSpPr>
        <p:spPr>
          <a:xfrm>
            <a:off x="457200" y="3547872"/>
            <a:ext cx="8229600" cy="411480"/>
          </a:xfrm>
          <a:prstGeom prst="rect">
            <a:avLst/>
          </a:prstGeom>
          <a:noFill/>
        </p:spPr>
        <p:txBody>
          <a:bodyPr wrap="square">
            <a:spAutoFit/>
          </a:bodyPr>
          <a:lstStyle/>
          <a:p>
            <a:pPr algn="ctr"/>
            <a:r>
              <a:rPr sz="1300" b="0" i="1">
                <a:solidFill>
                  <a:srgbClr val="B0D4E8"/>
                </a:solidFill>
              </a:rPr>
              <a:t>Modélisation · Solveur · Expérimentations · Mode semestriel</a:t>
            </a:r>
          </a:p>
        </p:txBody>
      </p:sp>
      <p:sp>
        <p:nvSpPr>
          <p:cNvPr id="2" name="Espace réservé du numéro de diapositive 1">
            <a:extLst>
              <a:ext uri="{FF2B5EF4-FFF2-40B4-BE49-F238E27FC236}">
                <a16:creationId xmlns:a16="http://schemas.microsoft.com/office/drawing/2014/main" id="{554DF977-964B-DF5C-AE2F-0D0FD55750D1}"/>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7</a:t>
            </a:fld>
            <a:endParaRPr lang="en-US"/>
          </a:p>
        </p:txBody>
      </p:sp>
    </p:spTree>
    <p:extLst>
      <p:ext uri="{BB962C8B-B14F-4D97-AF65-F5344CB8AC3E}">
        <p14:creationId xmlns:p14="http://schemas.microsoft.com/office/powerpoint/2010/main" val="890033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53" name="Oval 1">
            <a:extLst>
              <a:ext uri="{FF2B5EF4-FFF2-40B4-BE49-F238E27FC236}">
                <a16:creationId xmlns:a16="http://schemas.microsoft.com/office/drawing/2014/main" id="{F0B894A9-A0DB-C297-5719-FF1CD2125581}"/>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2">
            <a:extLst>
              <a:ext uri="{FF2B5EF4-FFF2-40B4-BE49-F238E27FC236}">
                <a16:creationId xmlns:a16="http://schemas.microsoft.com/office/drawing/2014/main" id="{E1C02C93-639C-AE81-8371-372594E38C63}"/>
              </a:ext>
            </a:extLst>
          </p:cNvPr>
          <p:cNvSpPr txBox="1"/>
          <p:nvPr/>
        </p:nvSpPr>
        <p:spPr>
          <a:xfrm>
            <a:off x="22644" y="80113"/>
            <a:ext cx="411911" cy="400110"/>
          </a:xfrm>
          <a:prstGeom prst="rect">
            <a:avLst/>
          </a:prstGeom>
          <a:noFill/>
        </p:spPr>
        <p:txBody>
          <a:bodyPr wrap="square">
            <a:spAutoFit/>
          </a:bodyPr>
          <a:lstStyle/>
          <a:p>
            <a:pPr algn="ctr"/>
            <a:r>
              <a:rPr sz="2000" b="1" i="0">
                <a:solidFill>
                  <a:srgbClr val="FFFFFF"/>
                </a:solidFill>
              </a:rPr>
              <a:t>1</a:t>
            </a:r>
          </a:p>
        </p:txBody>
      </p:sp>
      <p:sp>
        <p:nvSpPr>
          <p:cNvPr id="2" name="TextBox 1"/>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Architecture du code</a:t>
            </a:r>
          </a:p>
        </p:txBody>
      </p:sp>
      <p:sp>
        <p:nvSpPr>
          <p:cNvPr id="3" name="Rectangle 2"/>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 name="Rectangle 3"/>
          <p:cNvSpPr/>
          <p:nvPr/>
        </p:nvSpPr>
        <p:spPr>
          <a:xfrm>
            <a:off x="228600" y="960120"/>
            <a:ext cx="1965960" cy="347472"/>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 name="TextBox 4"/>
          <p:cNvSpPr txBox="1"/>
          <p:nvPr/>
        </p:nvSpPr>
        <p:spPr>
          <a:xfrm>
            <a:off x="228600" y="1005840"/>
            <a:ext cx="1965960" cy="261610"/>
          </a:xfrm>
          <a:prstGeom prst="rect">
            <a:avLst/>
          </a:prstGeom>
          <a:noFill/>
          <a:ln>
            <a:noFill/>
          </a:ln>
        </p:spPr>
        <p:txBody>
          <a:bodyPr wrap="square">
            <a:spAutoFit/>
          </a:bodyPr>
          <a:lstStyle/>
          <a:p>
            <a:pPr algn="ctr">
              <a:defRPr>
                <a:solidFill>
                  <a:srgbClr val="0F172A"/>
                </a:solidFill>
              </a:defRPr>
            </a:pPr>
            <a:r>
              <a:rPr lang="fr-FR" sz="1100" b="1" i="0">
                <a:solidFill>
                  <a:srgbClr val="0F172A"/>
                </a:solidFill>
              </a:rPr>
              <a:t>Course</a:t>
            </a:r>
          </a:p>
        </p:txBody>
      </p:sp>
      <p:sp>
        <p:nvSpPr>
          <p:cNvPr id="6" name="Rectangle 5"/>
          <p:cNvSpPr/>
          <p:nvPr/>
        </p:nvSpPr>
        <p:spPr>
          <a:xfrm>
            <a:off x="228600" y="1307592"/>
            <a:ext cx="1965960" cy="1536192"/>
          </a:xfrm>
          <a:prstGeom prst="rect">
            <a:avLst/>
          </a:prstGeom>
          <a:solidFill>
            <a:srgbClr val="E6EEF9"/>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7" name="TextBox 6"/>
          <p:cNvSpPr txBox="1"/>
          <p:nvPr/>
        </p:nvSpPr>
        <p:spPr>
          <a:xfrm>
            <a:off x="320040" y="1344168"/>
            <a:ext cx="1783080" cy="230832"/>
          </a:xfrm>
          <a:prstGeom prst="rect">
            <a:avLst/>
          </a:prstGeom>
          <a:noFill/>
          <a:ln>
            <a:noFill/>
          </a:ln>
        </p:spPr>
        <p:txBody>
          <a:bodyPr wrap="square">
            <a:spAutoFit/>
          </a:bodyPr>
          <a:lstStyle/>
          <a:p>
            <a:pPr algn="l">
              <a:defRPr>
                <a:solidFill>
                  <a:srgbClr val="0F172A"/>
                </a:solidFill>
              </a:defRPr>
            </a:pPr>
            <a:r>
              <a:rPr lang="fr-FR" sz="900" b="1" i="0">
                <a:solidFill>
                  <a:srgbClr val="475569"/>
                </a:solidFill>
              </a:rPr>
              <a:t>id</a:t>
            </a:r>
            <a:r>
              <a:rPr lang="fr-FR" sz="900" b="0" i="0">
                <a:solidFill>
                  <a:srgbClr val="475569"/>
                </a:solidFill>
              </a:rPr>
              <a:t>, </a:t>
            </a:r>
            <a:r>
              <a:rPr lang="fr-FR" sz="900" b="1" i="0" err="1">
                <a:solidFill>
                  <a:srgbClr val="475569"/>
                </a:solidFill>
              </a:rPr>
              <a:t>name</a:t>
            </a:r>
            <a:endParaRPr lang="fr-FR" sz="900" b="1" i="0">
              <a:solidFill>
                <a:srgbClr val="475569"/>
              </a:solidFill>
            </a:endParaRPr>
          </a:p>
        </p:txBody>
      </p:sp>
      <p:sp>
        <p:nvSpPr>
          <p:cNvPr id="8" name="TextBox 7"/>
          <p:cNvSpPr txBox="1"/>
          <p:nvPr/>
        </p:nvSpPr>
        <p:spPr>
          <a:xfrm>
            <a:off x="320040" y="1600200"/>
            <a:ext cx="1783080"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teacher</a:t>
            </a:r>
            <a:r>
              <a:rPr lang="fr-FR" sz="900" b="0" i="0">
                <a:solidFill>
                  <a:srgbClr val="475569"/>
                </a:solidFill>
              </a:rPr>
              <a:t>: Teacher</a:t>
            </a:r>
          </a:p>
        </p:txBody>
      </p:sp>
      <p:sp>
        <p:nvSpPr>
          <p:cNvPr id="9" name="TextBox 8"/>
          <p:cNvSpPr txBox="1"/>
          <p:nvPr/>
        </p:nvSpPr>
        <p:spPr>
          <a:xfrm>
            <a:off x="320040" y="1856232"/>
            <a:ext cx="1783080" cy="230832"/>
          </a:xfrm>
          <a:prstGeom prst="rect">
            <a:avLst/>
          </a:prstGeom>
          <a:noFill/>
          <a:ln>
            <a:noFill/>
          </a:ln>
        </p:spPr>
        <p:txBody>
          <a:bodyPr wrap="square">
            <a:spAutoFit/>
          </a:bodyPr>
          <a:lstStyle/>
          <a:p>
            <a:pPr algn="l">
              <a:defRPr>
                <a:solidFill>
                  <a:srgbClr val="0F172A"/>
                </a:solidFill>
              </a:defRPr>
            </a:pPr>
            <a:r>
              <a:rPr lang="fr-FR" sz="900" b="1" i="0">
                <a:solidFill>
                  <a:srgbClr val="475569"/>
                </a:solidFill>
              </a:rPr>
              <a:t>group</a:t>
            </a:r>
            <a:r>
              <a:rPr lang="fr-FR" sz="900" b="0" i="0">
                <a:solidFill>
                  <a:srgbClr val="475569"/>
                </a:solidFill>
              </a:rPr>
              <a:t>: </a:t>
            </a:r>
            <a:r>
              <a:rPr lang="fr-FR" sz="900" b="0" i="0" err="1">
                <a:solidFill>
                  <a:srgbClr val="475569"/>
                </a:solidFill>
              </a:rPr>
              <a:t>str</a:t>
            </a:r>
            <a:endParaRPr lang="fr-FR" sz="900" b="0" i="0">
              <a:solidFill>
                <a:srgbClr val="475569"/>
              </a:solidFill>
            </a:endParaRPr>
          </a:p>
        </p:txBody>
      </p:sp>
      <p:sp>
        <p:nvSpPr>
          <p:cNvPr id="10" name="TextBox 9"/>
          <p:cNvSpPr txBox="1"/>
          <p:nvPr/>
        </p:nvSpPr>
        <p:spPr>
          <a:xfrm>
            <a:off x="320040" y="2112264"/>
            <a:ext cx="1783080"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headcount</a:t>
            </a:r>
            <a:r>
              <a:rPr lang="fr-FR" sz="900" b="0" i="0">
                <a:solidFill>
                  <a:srgbClr val="475569"/>
                </a:solidFill>
              </a:rPr>
              <a:t>: </a:t>
            </a:r>
            <a:r>
              <a:rPr lang="fr-FR" sz="900" b="0" i="0" err="1">
                <a:solidFill>
                  <a:srgbClr val="475569"/>
                </a:solidFill>
              </a:rPr>
              <a:t>int</a:t>
            </a:r>
            <a:endParaRPr lang="fr-FR" sz="900" b="0" i="0">
              <a:solidFill>
                <a:srgbClr val="475569"/>
              </a:solidFill>
            </a:endParaRPr>
          </a:p>
        </p:txBody>
      </p:sp>
      <p:sp>
        <p:nvSpPr>
          <p:cNvPr id="11" name="TextBox 10"/>
          <p:cNvSpPr txBox="1"/>
          <p:nvPr/>
        </p:nvSpPr>
        <p:spPr>
          <a:xfrm>
            <a:off x="320040" y="2368296"/>
            <a:ext cx="1783080"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room_types</a:t>
            </a:r>
            <a:r>
              <a:rPr lang="fr-FR" sz="900" b="0" i="0">
                <a:solidFill>
                  <a:srgbClr val="475569"/>
                </a:solidFill>
              </a:rPr>
              <a:t>: List[</a:t>
            </a:r>
            <a:r>
              <a:rPr lang="fr-FR" sz="900" b="0" i="0" err="1">
                <a:solidFill>
                  <a:srgbClr val="475569"/>
                </a:solidFill>
              </a:rPr>
              <a:t>str</a:t>
            </a:r>
            <a:r>
              <a:rPr lang="fr-FR" sz="900" b="0" i="0">
                <a:solidFill>
                  <a:srgbClr val="475569"/>
                </a:solidFill>
              </a:rPr>
              <a:t>]</a:t>
            </a:r>
          </a:p>
        </p:txBody>
      </p:sp>
      <p:sp>
        <p:nvSpPr>
          <p:cNvPr id="12" name="TextBox 11"/>
          <p:cNvSpPr txBox="1"/>
          <p:nvPr/>
        </p:nvSpPr>
        <p:spPr>
          <a:xfrm>
            <a:off x="320040" y="2624328"/>
            <a:ext cx="1783080"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slots_per_week</a:t>
            </a:r>
            <a:r>
              <a:rPr lang="fr-FR" sz="900" b="0" i="0">
                <a:solidFill>
                  <a:srgbClr val="475569"/>
                </a:solidFill>
              </a:rPr>
              <a:t>: </a:t>
            </a:r>
            <a:r>
              <a:rPr lang="fr-FR" sz="900" b="0" i="0" err="1">
                <a:solidFill>
                  <a:srgbClr val="475569"/>
                </a:solidFill>
              </a:rPr>
              <a:t>int</a:t>
            </a:r>
            <a:endParaRPr lang="fr-FR" sz="900" b="0" i="0">
              <a:solidFill>
                <a:srgbClr val="475569"/>
              </a:solidFill>
            </a:endParaRPr>
          </a:p>
        </p:txBody>
      </p:sp>
      <p:sp>
        <p:nvSpPr>
          <p:cNvPr id="13" name="Rectangle 12"/>
          <p:cNvSpPr/>
          <p:nvPr/>
        </p:nvSpPr>
        <p:spPr>
          <a:xfrm>
            <a:off x="228600" y="3108960"/>
            <a:ext cx="1965960" cy="347472"/>
          </a:xfrm>
          <a:prstGeom prst="rect">
            <a:avLst/>
          </a:prstGeom>
          <a:solidFill>
            <a:srgbClr val="E2E8F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4" name="TextBox 13"/>
          <p:cNvSpPr txBox="1"/>
          <p:nvPr/>
        </p:nvSpPr>
        <p:spPr>
          <a:xfrm>
            <a:off x="228600" y="3154679"/>
            <a:ext cx="1965960" cy="261610"/>
          </a:xfrm>
          <a:prstGeom prst="rect">
            <a:avLst/>
          </a:prstGeom>
          <a:noFill/>
          <a:ln>
            <a:noFill/>
          </a:ln>
        </p:spPr>
        <p:txBody>
          <a:bodyPr wrap="square">
            <a:spAutoFit/>
          </a:bodyPr>
          <a:lstStyle/>
          <a:p>
            <a:pPr algn="ctr">
              <a:defRPr>
                <a:solidFill>
                  <a:srgbClr val="0F172A"/>
                </a:solidFill>
              </a:defRPr>
            </a:pPr>
            <a:r>
              <a:rPr lang="fr-FR" sz="1100" b="1" i="0">
                <a:solidFill>
                  <a:srgbClr val="0F172A"/>
                </a:solidFill>
              </a:rPr>
              <a:t>Teacher</a:t>
            </a:r>
          </a:p>
        </p:txBody>
      </p:sp>
      <p:sp>
        <p:nvSpPr>
          <p:cNvPr id="15" name="Rectangle 14"/>
          <p:cNvSpPr/>
          <p:nvPr/>
        </p:nvSpPr>
        <p:spPr>
          <a:xfrm>
            <a:off x="228600" y="3456432"/>
            <a:ext cx="1965960" cy="256032"/>
          </a:xfrm>
          <a:prstGeom prst="rect">
            <a:avLst/>
          </a:prstGeom>
          <a:solidFill>
            <a:srgbClr val="E6EEF9"/>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6" name="TextBox 15"/>
          <p:cNvSpPr txBox="1"/>
          <p:nvPr/>
        </p:nvSpPr>
        <p:spPr>
          <a:xfrm>
            <a:off x="320040" y="3493008"/>
            <a:ext cx="1783080" cy="230832"/>
          </a:xfrm>
          <a:prstGeom prst="rect">
            <a:avLst/>
          </a:prstGeom>
          <a:noFill/>
          <a:ln>
            <a:noFill/>
          </a:ln>
        </p:spPr>
        <p:txBody>
          <a:bodyPr wrap="square">
            <a:spAutoFit/>
          </a:bodyPr>
          <a:lstStyle/>
          <a:p>
            <a:pPr algn="l">
              <a:defRPr>
                <a:solidFill>
                  <a:srgbClr val="0F172A"/>
                </a:solidFill>
              </a:defRPr>
            </a:pPr>
            <a:r>
              <a:rPr lang="fr-FR" sz="900" b="1" i="0">
                <a:solidFill>
                  <a:srgbClr val="475569"/>
                </a:solidFill>
              </a:rPr>
              <a:t>id</a:t>
            </a:r>
            <a:r>
              <a:rPr lang="fr-FR" sz="900" b="0" i="0">
                <a:solidFill>
                  <a:srgbClr val="475569"/>
                </a:solidFill>
              </a:rPr>
              <a:t>, </a:t>
            </a:r>
            <a:r>
              <a:rPr lang="fr-FR" sz="900" b="1" i="0" err="1">
                <a:solidFill>
                  <a:srgbClr val="475569"/>
                </a:solidFill>
              </a:rPr>
              <a:t>name</a:t>
            </a:r>
            <a:endParaRPr lang="fr-FR" sz="900" b="1" i="0">
              <a:solidFill>
                <a:srgbClr val="475569"/>
              </a:solidFill>
            </a:endParaRPr>
          </a:p>
        </p:txBody>
      </p:sp>
      <p:sp>
        <p:nvSpPr>
          <p:cNvPr id="17" name="Rectangle 16"/>
          <p:cNvSpPr/>
          <p:nvPr/>
        </p:nvSpPr>
        <p:spPr>
          <a:xfrm>
            <a:off x="228600" y="3858768"/>
            <a:ext cx="1965960" cy="347472"/>
          </a:xfrm>
          <a:prstGeom prst="rect">
            <a:avLst/>
          </a:prstGeom>
          <a:solidFill>
            <a:srgbClr val="E2E8F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8" name="TextBox 17"/>
          <p:cNvSpPr txBox="1"/>
          <p:nvPr/>
        </p:nvSpPr>
        <p:spPr>
          <a:xfrm>
            <a:off x="228600" y="3904487"/>
            <a:ext cx="1965960" cy="261610"/>
          </a:xfrm>
          <a:prstGeom prst="rect">
            <a:avLst/>
          </a:prstGeom>
          <a:noFill/>
          <a:ln>
            <a:noFill/>
          </a:ln>
        </p:spPr>
        <p:txBody>
          <a:bodyPr wrap="square">
            <a:spAutoFit/>
          </a:bodyPr>
          <a:lstStyle/>
          <a:p>
            <a:pPr algn="ctr">
              <a:defRPr>
                <a:solidFill>
                  <a:srgbClr val="0F172A"/>
                </a:solidFill>
              </a:defRPr>
            </a:pPr>
            <a:r>
              <a:rPr lang="fr-FR" sz="1100" b="1" i="0">
                <a:solidFill>
                  <a:srgbClr val="0F172A"/>
                </a:solidFill>
              </a:rPr>
              <a:t>Room</a:t>
            </a:r>
          </a:p>
        </p:txBody>
      </p:sp>
      <p:sp>
        <p:nvSpPr>
          <p:cNvPr id="19" name="Rectangle 18"/>
          <p:cNvSpPr/>
          <p:nvPr/>
        </p:nvSpPr>
        <p:spPr>
          <a:xfrm>
            <a:off x="228600" y="4206240"/>
            <a:ext cx="1965960" cy="768096"/>
          </a:xfrm>
          <a:prstGeom prst="rect">
            <a:avLst/>
          </a:prstGeom>
          <a:solidFill>
            <a:srgbClr val="E6EEF9"/>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20" name="TextBox 19"/>
          <p:cNvSpPr txBox="1"/>
          <p:nvPr/>
        </p:nvSpPr>
        <p:spPr>
          <a:xfrm>
            <a:off x="320040" y="4242816"/>
            <a:ext cx="1783080"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name</a:t>
            </a:r>
            <a:endParaRPr lang="fr-FR" sz="900" b="1" i="0">
              <a:solidFill>
                <a:srgbClr val="475569"/>
              </a:solidFill>
            </a:endParaRPr>
          </a:p>
        </p:txBody>
      </p:sp>
      <p:sp>
        <p:nvSpPr>
          <p:cNvPr id="21" name="TextBox 20"/>
          <p:cNvSpPr txBox="1"/>
          <p:nvPr/>
        </p:nvSpPr>
        <p:spPr>
          <a:xfrm>
            <a:off x="320040" y="4498848"/>
            <a:ext cx="1783080"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capacity</a:t>
            </a:r>
            <a:r>
              <a:rPr lang="fr-FR" sz="900" b="0" i="0">
                <a:solidFill>
                  <a:srgbClr val="475569"/>
                </a:solidFill>
              </a:rPr>
              <a:t>: </a:t>
            </a:r>
            <a:r>
              <a:rPr lang="fr-FR" sz="900" b="0" i="0" err="1">
                <a:solidFill>
                  <a:srgbClr val="475569"/>
                </a:solidFill>
              </a:rPr>
              <a:t>int</a:t>
            </a:r>
            <a:endParaRPr lang="fr-FR" sz="900" b="0" i="0">
              <a:solidFill>
                <a:srgbClr val="475569"/>
              </a:solidFill>
            </a:endParaRPr>
          </a:p>
        </p:txBody>
      </p:sp>
      <p:sp>
        <p:nvSpPr>
          <p:cNvPr id="22" name="TextBox 21"/>
          <p:cNvSpPr txBox="1"/>
          <p:nvPr/>
        </p:nvSpPr>
        <p:spPr>
          <a:xfrm>
            <a:off x="320040" y="4754879"/>
            <a:ext cx="1783080"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room_types</a:t>
            </a:r>
            <a:r>
              <a:rPr lang="fr-FR" sz="900" b="0" i="0">
                <a:solidFill>
                  <a:srgbClr val="475569"/>
                </a:solidFill>
              </a:rPr>
              <a:t>: List[</a:t>
            </a:r>
            <a:r>
              <a:rPr lang="fr-FR" sz="900" b="0" i="0" err="1">
                <a:solidFill>
                  <a:srgbClr val="475569"/>
                </a:solidFill>
              </a:rPr>
              <a:t>str</a:t>
            </a:r>
            <a:r>
              <a:rPr lang="fr-FR" sz="900" b="0" i="0">
                <a:solidFill>
                  <a:srgbClr val="475569"/>
                </a:solidFill>
              </a:rPr>
              <a:t>]</a:t>
            </a:r>
          </a:p>
        </p:txBody>
      </p:sp>
      <p:sp>
        <p:nvSpPr>
          <p:cNvPr id="23" name="Rectangle 22"/>
          <p:cNvSpPr/>
          <p:nvPr/>
        </p:nvSpPr>
        <p:spPr>
          <a:xfrm>
            <a:off x="2361303" y="960120"/>
            <a:ext cx="2103120" cy="347472"/>
          </a:xfrm>
          <a:prstGeom prst="rect">
            <a:avLst/>
          </a:prstGeom>
          <a:solidFill>
            <a:srgbClr val="FDE2E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24" name="TextBox 23"/>
          <p:cNvSpPr txBox="1"/>
          <p:nvPr/>
        </p:nvSpPr>
        <p:spPr>
          <a:xfrm>
            <a:off x="2361303" y="1005840"/>
            <a:ext cx="2103120" cy="261610"/>
          </a:xfrm>
          <a:prstGeom prst="rect">
            <a:avLst/>
          </a:prstGeom>
          <a:noFill/>
          <a:ln>
            <a:noFill/>
          </a:ln>
        </p:spPr>
        <p:txBody>
          <a:bodyPr wrap="square">
            <a:spAutoFit/>
          </a:bodyPr>
          <a:lstStyle/>
          <a:p>
            <a:pPr algn="ctr">
              <a:defRPr>
                <a:solidFill>
                  <a:srgbClr val="0F172A"/>
                </a:solidFill>
              </a:defRPr>
            </a:pPr>
            <a:r>
              <a:rPr lang="fr-FR" sz="1100" b="1" i="0" err="1">
                <a:solidFill>
                  <a:srgbClr val="0F172A"/>
                </a:solidFill>
              </a:rPr>
              <a:t>Constraint</a:t>
            </a:r>
            <a:r>
              <a:rPr lang="fr-FR" sz="1100" b="1" i="0">
                <a:solidFill>
                  <a:srgbClr val="0F172A"/>
                </a:solidFill>
              </a:rPr>
              <a:t> </a:t>
            </a:r>
          </a:p>
        </p:txBody>
      </p:sp>
      <p:sp>
        <p:nvSpPr>
          <p:cNvPr id="25" name="Rectangle 24"/>
          <p:cNvSpPr/>
          <p:nvPr/>
        </p:nvSpPr>
        <p:spPr>
          <a:xfrm>
            <a:off x="2361303" y="1307592"/>
            <a:ext cx="2103120" cy="1024128"/>
          </a:xfrm>
          <a:prstGeom prst="rect">
            <a:avLst/>
          </a:prstGeom>
          <a:solidFill>
            <a:srgbClr val="E6EEF9"/>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26" name="TextBox 25"/>
          <p:cNvSpPr txBox="1"/>
          <p:nvPr/>
        </p:nvSpPr>
        <p:spPr>
          <a:xfrm>
            <a:off x="2452743" y="1344168"/>
            <a:ext cx="1920239"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is_hard</a:t>
            </a:r>
            <a:r>
              <a:rPr lang="fr-FR" sz="900" b="0" i="0">
                <a:solidFill>
                  <a:srgbClr val="475569"/>
                </a:solidFill>
              </a:rPr>
              <a:t>: </a:t>
            </a:r>
            <a:r>
              <a:rPr lang="fr-FR" sz="900" b="0" i="0" err="1">
                <a:solidFill>
                  <a:srgbClr val="475569"/>
                </a:solidFill>
              </a:rPr>
              <a:t>bool</a:t>
            </a:r>
            <a:endParaRPr lang="fr-FR" sz="900" b="0" i="0">
              <a:solidFill>
                <a:srgbClr val="475569"/>
              </a:solidFill>
            </a:endParaRPr>
          </a:p>
        </p:txBody>
      </p:sp>
      <p:sp>
        <p:nvSpPr>
          <p:cNvPr id="27" name="TextBox 26"/>
          <p:cNvSpPr txBox="1"/>
          <p:nvPr/>
        </p:nvSpPr>
        <p:spPr>
          <a:xfrm>
            <a:off x="2452743" y="1600200"/>
            <a:ext cx="1920239"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is_active</a:t>
            </a:r>
            <a:r>
              <a:rPr lang="fr-FR" sz="900" b="0" i="0">
                <a:solidFill>
                  <a:srgbClr val="475569"/>
                </a:solidFill>
              </a:rPr>
              <a:t>: </a:t>
            </a:r>
            <a:r>
              <a:rPr lang="fr-FR" sz="900" b="0" i="0" err="1">
                <a:solidFill>
                  <a:srgbClr val="475569"/>
                </a:solidFill>
              </a:rPr>
              <a:t>bool</a:t>
            </a:r>
            <a:endParaRPr lang="fr-FR" sz="900" b="0" i="0">
              <a:solidFill>
                <a:srgbClr val="475569"/>
              </a:solidFill>
            </a:endParaRPr>
          </a:p>
        </p:txBody>
      </p:sp>
      <p:sp>
        <p:nvSpPr>
          <p:cNvPr id="28" name="TextBox 27"/>
          <p:cNvSpPr txBox="1"/>
          <p:nvPr/>
        </p:nvSpPr>
        <p:spPr>
          <a:xfrm>
            <a:off x="2452743" y="1856232"/>
            <a:ext cx="1920239"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weight</a:t>
            </a:r>
            <a:r>
              <a:rPr lang="fr-FR" sz="900" b="0" i="0">
                <a:solidFill>
                  <a:srgbClr val="475569"/>
                </a:solidFill>
              </a:rPr>
              <a:t>: </a:t>
            </a:r>
            <a:r>
              <a:rPr lang="fr-FR" sz="900" b="0" i="0" err="1">
                <a:solidFill>
                  <a:srgbClr val="475569"/>
                </a:solidFill>
              </a:rPr>
              <a:t>int</a:t>
            </a:r>
            <a:endParaRPr lang="fr-FR" sz="900" b="0" i="0">
              <a:solidFill>
                <a:srgbClr val="475569"/>
              </a:solidFill>
            </a:endParaRPr>
          </a:p>
        </p:txBody>
      </p:sp>
      <p:sp>
        <p:nvSpPr>
          <p:cNvPr id="29" name="TextBox 28"/>
          <p:cNvSpPr txBox="1"/>
          <p:nvPr/>
        </p:nvSpPr>
        <p:spPr>
          <a:xfrm>
            <a:off x="2452743" y="2112264"/>
            <a:ext cx="1920239" cy="230832"/>
          </a:xfrm>
          <a:prstGeom prst="rect">
            <a:avLst/>
          </a:prstGeom>
          <a:noFill/>
          <a:ln>
            <a:noFill/>
          </a:ln>
        </p:spPr>
        <p:txBody>
          <a:bodyPr wrap="square">
            <a:spAutoFit/>
          </a:bodyPr>
          <a:lstStyle/>
          <a:p>
            <a:pPr algn="l">
              <a:defRPr>
                <a:solidFill>
                  <a:srgbClr val="0F172A"/>
                </a:solidFill>
              </a:defRPr>
            </a:pPr>
            <a:r>
              <a:rPr lang="fr-FR" sz="900" b="0" i="0">
                <a:solidFill>
                  <a:srgbClr val="475569"/>
                </a:solidFill>
              </a:rPr>
              <a:t>apply(model,...) → penalties</a:t>
            </a:r>
          </a:p>
        </p:txBody>
      </p:sp>
      <p:sp>
        <p:nvSpPr>
          <p:cNvPr id="30" name="Rectangle 29"/>
          <p:cNvSpPr/>
          <p:nvPr/>
        </p:nvSpPr>
        <p:spPr>
          <a:xfrm>
            <a:off x="2325442" y="2834639"/>
            <a:ext cx="2103120" cy="437891"/>
          </a:xfrm>
          <a:prstGeom prst="rect">
            <a:avLst/>
          </a:prstGeom>
          <a:solidFill>
            <a:srgbClr val="F3E8FF"/>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31" name="TextBox 30"/>
          <p:cNvSpPr txBox="1"/>
          <p:nvPr/>
        </p:nvSpPr>
        <p:spPr>
          <a:xfrm>
            <a:off x="2325352" y="2809022"/>
            <a:ext cx="2081065" cy="430887"/>
          </a:xfrm>
          <a:prstGeom prst="rect">
            <a:avLst/>
          </a:prstGeom>
          <a:noFill/>
          <a:ln>
            <a:noFill/>
          </a:ln>
        </p:spPr>
        <p:txBody>
          <a:bodyPr wrap="square">
            <a:spAutoFit/>
          </a:bodyPr>
          <a:lstStyle/>
          <a:p>
            <a:pPr algn="ctr">
              <a:defRPr>
                <a:solidFill>
                  <a:srgbClr val="0F172A"/>
                </a:solidFill>
              </a:defRPr>
            </a:pPr>
            <a:r>
              <a:rPr lang="fr-FR" sz="1100" b="1" i="0" err="1">
                <a:solidFill>
                  <a:srgbClr val="0F172A"/>
                </a:solidFill>
              </a:rPr>
              <a:t>LongLunch</a:t>
            </a:r>
            <a:r>
              <a:rPr lang="fr-FR" sz="1100" b="1" i="0">
                <a:solidFill>
                  <a:srgbClr val="0F172A"/>
                </a:solidFill>
              </a:rPr>
              <a:t> / </a:t>
            </a:r>
            <a:r>
              <a:rPr lang="fr-FR" sz="1100" b="1" i="0" err="1">
                <a:solidFill>
                  <a:srgbClr val="0F172A"/>
                </a:solidFill>
              </a:rPr>
              <a:t>NoGap</a:t>
            </a:r>
            <a:r>
              <a:rPr lang="fr-FR" sz="1100" b="1" i="0">
                <a:solidFill>
                  <a:srgbClr val="0F172A"/>
                </a:solidFill>
              </a:rPr>
              <a:t> /
</a:t>
            </a:r>
            <a:r>
              <a:rPr lang="fr-FR" sz="1100" b="1" i="0" err="1">
                <a:solidFill>
                  <a:srgbClr val="0F172A"/>
                </a:solidFill>
              </a:rPr>
              <a:t>NoLateDay</a:t>
            </a:r>
            <a:r>
              <a:rPr lang="fr-FR" sz="1100" b="1" i="0">
                <a:solidFill>
                  <a:srgbClr val="0F172A"/>
                </a:solidFill>
              </a:rPr>
              <a:t> / </a:t>
            </a:r>
            <a:r>
              <a:rPr lang="fr-FR" sz="1100" b="1" i="0" err="1">
                <a:solidFill>
                  <a:srgbClr val="0F172A"/>
                </a:solidFill>
              </a:rPr>
              <a:t>Closer</a:t>
            </a:r>
            <a:r>
              <a:rPr lang="fr-FR" sz="1100" b="1" i="0">
                <a:solidFill>
                  <a:srgbClr val="0F172A"/>
                </a:solidFill>
              </a:rPr>
              <a:t> + </a:t>
            </a:r>
            <a:r>
              <a:rPr lang="fr-FR" sz="1100" b="1" i="0" err="1">
                <a:solidFill>
                  <a:srgbClr val="0F172A"/>
                </a:solidFill>
              </a:rPr>
              <a:t>Teachers</a:t>
            </a:r>
            <a:endParaRPr lang="fr-FR" sz="1100" b="1" i="0">
              <a:solidFill>
                <a:srgbClr val="0F172A"/>
              </a:solidFill>
            </a:endParaRPr>
          </a:p>
        </p:txBody>
      </p:sp>
      <p:sp>
        <p:nvSpPr>
          <p:cNvPr id="32" name="Rectangle 31"/>
          <p:cNvSpPr/>
          <p:nvPr/>
        </p:nvSpPr>
        <p:spPr>
          <a:xfrm>
            <a:off x="2325352" y="3271908"/>
            <a:ext cx="2103120" cy="256032"/>
          </a:xfrm>
          <a:prstGeom prst="rect">
            <a:avLst/>
          </a:prstGeom>
          <a:solidFill>
            <a:srgbClr val="E6EEF9"/>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33" name="TextBox 32"/>
          <p:cNvSpPr txBox="1"/>
          <p:nvPr/>
        </p:nvSpPr>
        <p:spPr>
          <a:xfrm>
            <a:off x="2416792" y="3265787"/>
            <a:ext cx="1920239" cy="230832"/>
          </a:xfrm>
          <a:prstGeom prst="rect">
            <a:avLst/>
          </a:prstGeom>
          <a:noFill/>
          <a:ln>
            <a:noFill/>
          </a:ln>
        </p:spPr>
        <p:txBody>
          <a:bodyPr wrap="square">
            <a:spAutoFit/>
          </a:bodyPr>
          <a:lstStyle/>
          <a:p>
            <a:pPr algn="ctr">
              <a:defRPr>
                <a:solidFill>
                  <a:srgbClr val="0F172A"/>
                </a:solidFill>
              </a:defRPr>
            </a:pPr>
            <a:r>
              <a:rPr lang="fr-FR" sz="900" b="0" i="0">
                <a:solidFill>
                  <a:srgbClr val="475569"/>
                </a:solidFill>
              </a:rPr>
              <a:t>(</a:t>
            </a:r>
            <a:r>
              <a:rPr lang="fr-FR" sz="900">
                <a:solidFill>
                  <a:srgbClr val="475569"/>
                </a:solidFill>
              </a:rPr>
              <a:t>7</a:t>
            </a:r>
            <a:r>
              <a:rPr lang="fr-FR" sz="900" b="0" i="0">
                <a:solidFill>
                  <a:srgbClr val="475569"/>
                </a:solidFill>
              </a:rPr>
              <a:t> contraintes soft)</a:t>
            </a:r>
          </a:p>
        </p:txBody>
      </p:sp>
      <p:sp>
        <p:nvSpPr>
          <p:cNvPr id="34" name="Rectangle 33"/>
          <p:cNvSpPr/>
          <p:nvPr/>
        </p:nvSpPr>
        <p:spPr>
          <a:xfrm>
            <a:off x="4595307" y="960120"/>
            <a:ext cx="2103120" cy="347472"/>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35" name="TextBox 34"/>
          <p:cNvSpPr txBox="1"/>
          <p:nvPr/>
        </p:nvSpPr>
        <p:spPr>
          <a:xfrm>
            <a:off x="4595307" y="1005840"/>
            <a:ext cx="2103120" cy="261610"/>
          </a:xfrm>
          <a:prstGeom prst="rect">
            <a:avLst/>
          </a:prstGeom>
          <a:noFill/>
          <a:ln>
            <a:noFill/>
          </a:ln>
        </p:spPr>
        <p:txBody>
          <a:bodyPr wrap="square">
            <a:spAutoFit/>
          </a:bodyPr>
          <a:lstStyle/>
          <a:p>
            <a:pPr algn="ctr">
              <a:defRPr>
                <a:solidFill>
                  <a:srgbClr val="0F172A"/>
                </a:solidFill>
              </a:defRPr>
            </a:pPr>
            <a:r>
              <a:rPr lang="fr-FR" sz="1100" b="1" i="0">
                <a:solidFill>
                  <a:srgbClr val="0F172A"/>
                </a:solidFill>
              </a:rPr>
              <a:t>solve()</a:t>
            </a:r>
          </a:p>
        </p:txBody>
      </p:sp>
      <p:sp>
        <p:nvSpPr>
          <p:cNvPr id="36" name="Rectangle 35"/>
          <p:cNvSpPr/>
          <p:nvPr/>
        </p:nvSpPr>
        <p:spPr>
          <a:xfrm>
            <a:off x="4595307" y="1307592"/>
            <a:ext cx="2103120" cy="768096"/>
          </a:xfrm>
          <a:prstGeom prst="rect">
            <a:avLst/>
          </a:prstGeom>
          <a:solidFill>
            <a:srgbClr val="E6EEF9"/>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37" name="TextBox 36"/>
          <p:cNvSpPr txBox="1"/>
          <p:nvPr/>
        </p:nvSpPr>
        <p:spPr>
          <a:xfrm>
            <a:off x="4686746" y="1344168"/>
            <a:ext cx="1920239" cy="230832"/>
          </a:xfrm>
          <a:prstGeom prst="rect">
            <a:avLst/>
          </a:prstGeom>
          <a:noFill/>
          <a:ln>
            <a:noFill/>
          </a:ln>
        </p:spPr>
        <p:txBody>
          <a:bodyPr wrap="square">
            <a:spAutoFit/>
          </a:bodyPr>
          <a:lstStyle/>
          <a:p>
            <a:pPr algn="l">
              <a:defRPr>
                <a:solidFill>
                  <a:srgbClr val="0F172A"/>
                </a:solidFill>
              </a:defRPr>
            </a:pPr>
            <a:r>
              <a:rPr lang="fr-FR" sz="900" i="0">
                <a:solidFill>
                  <a:srgbClr val="475569"/>
                </a:solidFill>
              </a:rPr>
              <a:t>courses</a:t>
            </a:r>
            <a:r>
              <a:rPr lang="fr-FR" sz="900" b="0" i="0">
                <a:solidFill>
                  <a:srgbClr val="475569"/>
                </a:solidFill>
              </a:rPr>
              <a:t>, </a:t>
            </a:r>
            <a:r>
              <a:rPr lang="fr-FR" sz="900" i="0" err="1">
                <a:solidFill>
                  <a:srgbClr val="475569"/>
                </a:solidFill>
              </a:rPr>
              <a:t>rooms</a:t>
            </a:r>
            <a:r>
              <a:rPr lang="fr-FR" sz="900" b="0" i="0">
                <a:solidFill>
                  <a:srgbClr val="475569"/>
                </a:solidFill>
              </a:rPr>
              <a:t>, </a:t>
            </a:r>
            <a:r>
              <a:rPr lang="fr-FR" sz="900" i="0" err="1">
                <a:solidFill>
                  <a:srgbClr val="475569"/>
                </a:solidFill>
              </a:rPr>
              <a:t>constraints</a:t>
            </a:r>
            <a:endParaRPr lang="fr-FR" sz="900" i="0">
              <a:solidFill>
                <a:srgbClr val="475569"/>
              </a:solidFill>
            </a:endParaRPr>
          </a:p>
        </p:txBody>
      </p:sp>
      <p:sp>
        <p:nvSpPr>
          <p:cNvPr id="38" name="TextBox 37"/>
          <p:cNvSpPr txBox="1"/>
          <p:nvPr/>
        </p:nvSpPr>
        <p:spPr>
          <a:xfrm>
            <a:off x="4686746" y="1600200"/>
            <a:ext cx="1920239" cy="230832"/>
          </a:xfrm>
          <a:prstGeom prst="rect">
            <a:avLst/>
          </a:prstGeom>
          <a:noFill/>
          <a:ln>
            <a:noFill/>
          </a:ln>
        </p:spPr>
        <p:txBody>
          <a:bodyPr wrap="square">
            <a:spAutoFit/>
          </a:bodyPr>
          <a:lstStyle/>
          <a:p>
            <a:pPr algn="l">
              <a:defRPr>
                <a:solidFill>
                  <a:srgbClr val="0F172A"/>
                </a:solidFill>
              </a:defRPr>
            </a:pPr>
            <a:r>
              <a:rPr lang="fr-FR" sz="900" b="0" i="0">
                <a:solidFill>
                  <a:srgbClr val="475569"/>
                </a:solidFill>
              </a:rPr>
              <a:t>timeout, record_callbacks</a:t>
            </a:r>
          </a:p>
        </p:txBody>
      </p:sp>
      <p:sp>
        <p:nvSpPr>
          <p:cNvPr id="39" name="TextBox 38"/>
          <p:cNvSpPr txBox="1"/>
          <p:nvPr/>
        </p:nvSpPr>
        <p:spPr>
          <a:xfrm>
            <a:off x="4686746" y="1856232"/>
            <a:ext cx="1920239" cy="230832"/>
          </a:xfrm>
          <a:prstGeom prst="rect">
            <a:avLst/>
          </a:prstGeom>
          <a:noFill/>
          <a:ln>
            <a:noFill/>
          </a:ln>
        </p:spPr>
        <p:txBody>
          <a:bodyPr wrap="square">
            <a:spAutoFit/>
          </a:bodyPr>
          <a:lstStyle/>
          <a:p>
            <a:pPr algn="l">
              <a:defRPr>
                <a:solidFill>
                  <a:srgbClr val="0F172A"/>
                </a:solidFill>
              </a:defRPr>
            </a:pPr>
            <a:r>
              <a:rPr lang="fr-FR" sz="900" b="0" i="0">
                <a:solidFill>
                  <a:srgbClr val="475569"/>
                </a:solidFill>
              </a:rPr>
              <a:t>→ status, score, callbacks</a:t>
            </a:r>
          </a:p>
        </p:txBody>
      </p:sp>
      <p:sp>
        <p:nvSpPr>
          <p:cNvPr id="40" name="Rectangle 39"/>
          <p:cNvSpPr/>
          <p:nvPr/>
        </p:nvSpPr>
        <p:spPr>
          <a:xfrm>
            <a:off x="4557654" y="2320997"/>
            <a:ext cx="2103120" cy="347472"/>
          </a:xfrm>
          <a:prstGeom prst="rect">
            <a:avLst/>
          </a:prstGeom>
          <a:solidFill>
            <a:srgbClr val="DCFCE7"/>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1" name="TextBox 40"/>
          <p:cNvSpPr txBox="1"/>
          <p:nvPr/>
        </p:nvSpPr>
        <p:spPr>
          <a:xfrm>
            <a:off x="4557654" y="2366717"/>
            <a:ext cx="2103120" cy="261610"/>
          </a:xfrm>
          <a:prstGeom prst="rect">
            <a:avLst/>
          </a:prstGeom>
          <a:noFill/>
          <a:ln>
            <a:noFill/>
          </a:ln>
        </p:spPr>
        <p:txBody>
          <a:bodyPr wrap="square">
            <a:spAutoFit/>
          </a:bodyPr>
          <a:lstStyle/>
          <a:p>
            <a:pPr algn="ctr">
              <a:defRPr>
                <a:solidFill>
                  <a:srgbClr val="0F172A"/>
                </a:solidFill>
              </a:defRPr>
            </a:pPr>
            <a:r>
              <a:rPr lang="fr-FR" sz="1100" b="1" i="0">
                <a:solidFill>
                  <a:srgbClr val="0F172A"/>
                </a:solidFill>
              </a:rPr>
              <a:t>Scenario</a:t>
            </a:r>
          </a:p>
        </p:txBody>
      </p:sp>
      <p:sp>
        <p:nvSpPr>
          <p:cNvPr id="42" name="Rectangle 41"/>
          <p:cNvSpPr/>
          <p:nvPr/>
        </p:nvSpPr>
        <p:spPr>
          <a:xfrm>
            <a:off x="4557654" y="2668469"/>
            <a:ext cx="2103120" cy="512064"/>
          </a:xfrm>
          <a:prstGeom prst="rect">
            <a:avLst/>
          </a:prstGeom>
          <a:solidFill>
            <a:srgbClr val="E6EEF9"/>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3" name="TextBox 42"/>
          <p:cNvSpPr txBox="1"/>
          <p:nvPr/>
        </p:nvSpPr>
        <p:spPr>
          <a:xfrm>
            <a:off x="4649093" y="2705045"/>
            <a:ext cx="1920239" cy="230832"/>
          </a:xfrm>
          <a:prstGeom prst="rect">
            <a:avLst/>
          </a:prstGeom>
          <a:noFill/>
          <a:ln>
            <a:noFill/>
          </a:ln>
        </p:spPr>
        <p:txBody>
          <a:bodyPr wrap="square">
            <a:spAutoFit/>
          </a:bodyPr>
          <a:lstStyle/>
          <a:p>
            <a:pPr algn="l">
              <a:defRPr>
                <a:solidFill>
                  <a:srgbClr val="0F172A"/>
                </a:solidFill>
              </a:defRPr>
            </a:pPr>
            <a:r>
              <a:rPr lang="fr-FR" sz="900" b="0" i="0">
                <a:solidFill>
                  <a:srgbClr val="475569"/>
                </a:solidFill>
              </a:rPr>
              <a:t>teacher_absent()</a:t>
            </a:r>
          </a:p>
        </p:txBody>
      </p:sp>
      <p:sp>
        <p:nvSpPr>
          <p:cNvPr id="44" name="TextBox 43"/>
          <p:cNvSpPr txBox="1"/>
          <p:nvPr/>
        </p:nvSpPr>
        <p:spPr>
          <a:xfrm>
            <a:off x="4649093" y="2961077"/>
            <a:ext cx="1920239" cy="230832"/>
          </a:xfrm>
          <a:prstGeom prst="rect">
            <a:avLst/>
          </a:prstGeom>
          <a:noFill/>
          <a:ln>
            <a:noFill/>
          </a:ln>
        </p:spPr>
        <p:txBody>
          <a:bodyPr wrap="square">
            <a:spAutoFit/>
          </a:bodyPr>
          <a:lstStyle/>
          <a:p>
            <a:pPr algn="l">
              <a:defRPr>
                <a:solidFill>
                  <a:srgbClr val="0F172A"/>
                </a:solidFill>
              </a:defRPr>
            </a:pPr>
            <a:r>
              <a:rPr lang="fr-FR" sz="900" b="0" i="0">
                <a:solidFill>
                  <a:srgbClr val="475569"/>
                </a:solidFill>
              </a:rPr>
              <a:t>room_unavailable()</a:t>
            </a:r>
          </a:p>
        </p:txBody>
      </p:sp>
      <p:sp>
        <p:nvSpPr>
          <p:cNvPr id="45" name="Rectangle 44"/>
          <p:cNvSpPr/>
          <p:nvPr/>
        </p:nvSpPr>
        <p:spPr>
          <a:xfrm>
            <a:off x="6857998" y="3251489"/>
            <a:ext cx="2103120" cy="347472"/>
          </a:xfrm>
          <a:prstGeom prst="rect">
            <a:avLst/>
          </a:prstGeom>
          <a:solidFill>
            <a:srgbClr val="FCEAD6"/>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6" name="TextBox 45"/>
          <p:cNvSpPr txBox="1"/>
          <p:nvPr/>
        </p:nvSpPr>
        <p:spPr>
          <a:xfrm>
            <a:off x="6857998" y="3297208"/>
            <a:ext cx="2103120" cy="261610"/>
          </a:xfrm>
          <a:prstGeom prst="rect">
            <a:avLst/>
          </a:prstGeom>
          <a:noFill/>
          <a:ln>
            <a:noFill/>
          </a:ln>
        </p:spPr>
        <p:txBody>
          <a:bodyPr wrap="square">
            <a:spAutoFit/>
          </a:bodyPr>
          <a:lstStyle/>
          <a:p>
            <a:pPr algn="ctr">
              <a:defRPr>
                <a:solidFill>
                  <a:srgbClr val="0F172A"/>
                </a:solidFill>
              </a:defRPr>
            </a:pPr>
            <a:r>
              <a:rPr lang="fr-FR" sz="1100" b="1" i="0">
                <a:solidFill>
                  <a:srgbClr val="0F172A"/>
                </a:solidFill>
              </a:rPr>
              <a:t>logging() / log.py</a:t>
            </a:r>
          </a:p>
        </p:txBody>
      </p:sp>
      <p:sp>
        <p:nvSpPr>
          <p:cNvPr id="47" name="Rectangle 46"/>
          <p:cNvSpPr/>
          <p:nvPr/>
        </p:nvSpPr>
        <p:spPr>
          <a:xfrm>
            <a:off x="6857998" y="3598961"/>
            <a:ext cx="2103120" cy="512064"/>
          </a:xfrm>
          <a:prstGeom prst="rect">
            <a:avLst/>
          </a:prstGeom>
          <a:solidFill>
            <a:srgbClr val="E6EEF9"/>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8" name="TextBox 47"/>
          <p:cNvSpPr txBox="1"/>
          <p:nvPr/>
        </p:nvSpPr>
        <p:spPr>
          <a:xfrm>
            <a:off x="6949437" y="3635537"/>
            <a:ext cx="1920239" cy="230832"/>
          </a:xfrm>
          <a:prstGeom prst="rect">
            <a:avLst/>
          </a:prstGeom>
          <a:noFill/>
          <a:ln>
            <a:noFill/>
          </a:ln>
        </p:spPr>
        <p:txBody>
          <a:bodyPr wrap="square">
            <a:spAutoFit/>
          </a:bodyPr>
          <a:lstStyle/>
          <a:p>
            <a:pPr algn="l">
              <a:defRPr>
                <a:solidFill>
                  <a:srgbClr val="0F172A"/>
                </a:solidFill>
              </a:defRPr>
            </a:pPr>
            <a:r>
              <a:rPr lang="fr-FR" sz="900" b="0" i="0">
                <a:solidFill>
                  <a:srgbClr val="475569"/>
                </a:solidFill>
              </a:rPr>
              <a:t>status, score, callbacks</a:t>
            </a:r>
          </a:p>
        </p:txBody>
      </p:sp>
      <p:sp>
        <p:nvSpPr>
          <p:cNvPr id="49" name="TextBox 48"/>
          <p:cNvSpPr txBox="1"/>
          <p:nvPr/>
        </p:nvSpPr>
        <p:spPr>
          <a:xfrm>
            <a:off x="6949437" y="3891569"/>
            <a:ext cx="1920239" cy="230832"/>
          </a:xfrm>
          <a:prstGeom prst="rect">
            <a:avLst/>
          </a:prstGeom>
          <a:noFill/>
          <a:ln>
            <a:noFill/>
          </a:ln>
        </p:spPr>
        <p:txBody>
          <a:bodyPr wrap="square">
            <a:spAutoFit/>
          </a:bodyPr>
          <a:lstStyle/>
          <a:p>
            <a:pPr algn="l">
              <a:defRPr>
                <a:solidFill>
                  <a:srgbClr val="0F172A"/>
                </a:solidFill>
              </a:defRPr>
            </a:pPr>
            <a:r>
              <a:rPr lang="fr-FR" sz="900" b="0" i="0">
                <a:solidFill>
                  <a:srgbClr val="475569"/>
                </a:solidFill>
              </a:rPr>
              <a:t>experiment_id</a:t>
            </a:r>
          </a:p>
        </p:txBody>
      </p:sp>
      <p:sp>
        <p:nvSpPr>
          <p:cNvPr id="50" name="Rectangle 49"/>
          <p:cNvSpPr/>
          <p:nvPr/>
        </p:nvSpPr>
        <p:spPr>
          <a:xfrm>
            <a:off x="2780756" y="3813794"/>
            <a:ext cx="3505744" cy="870587"/>
          </a:xfrm>
          <a:prstGeom prst="rect">
            <a:avLst/>
          </a:prstGeom>
          <a:solidFill>
            <a:srgbClr val="EAF1FB"/>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1" name="TextBox 50"/>
          <p:cNvSpPr txBox="1"/>
          <p:nvPr/>
        </p:nvSpPr>
        <p:spPr>
          <a:xfrm>
            <a:off x="2867297" y="3889046"/>
            <a:ext cx="3334734" cy="738664"/>
          </a:xfrm>
          <a:prstGeom prst="rect">
            <a:avLst/>
          </a:prstGeom>
          <a:noFill/>
          <a:ln>
            <a:noFill/>
          </a:ln>
        </p:spPr>
        <p:txBody>
          <a:bodyPr wrap="square">
            <a:spAutoFit/>
          </a:bodyPr>
          <a:lstStyle/>
          <a:p>
            <a:pPr algn="ctr">
              <a:defRPr>
                <a:solidFill>
                  <a:srgbClr val="0F172A"/>
                </a:solidFill>
              </a:defRPr>
            </a:pPr>
            <a:r>
              <a:rPr lang="fr-FR" sz="1400" b="0" i="1">
                <a:solidFill>
                  <a:srgbClr val="FF0000"/>
                </a:solidFill>
              </a:rPr>
              <a:t>Interface commune → on peut ajouter  de nouvelles contraintes sans modifier le solveur</a:t>
            </a:r>
          </a:p>
        </p:txBody>
      </p:sp>
      <p:sp>
        <p:nvSpPr>
          <p:cNvPr id="59" name="Rectangle 58">
            <a:extLst>
              <a:ext uri="{FF2B5EF4-FFF2-40B4-BE49-F238E27FC236}">
                <a16:creationId xmlns:a16="http://schemas.microsoft.com/office/drawing/2014/main" id="{18C7D70F-8B03-4D2B-DCA5-207CC80F12D0}"/>
              </a:ext>
            </a:extLst>
          </p:cNvPr>
          <p:cNvSpPr/>
          <p:nvPr/>
        </p:nvSpPr>
        <p:spPr>
          <a:xfrm>
            <a:off x="7134107" y="955354"/>
            <a:ext cx="1600203" cy="1846272"/>
          </a:xfrm>
          <a:prstGeom prst="rect">
            <a:avLst/>
          </a:prstGeom>
          <a:solidFill>
            <a:srgbClr val="EAF1FB"/>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1" name="TextBox 50">
            <a:extLst>
              <a:ext uri="{FF2B5EF4-FFF2-40B4-BE49-F238E27FC236}">
                <a16:creationId xmlns:a16="http://schemas.microsoft.com/office/drawing/2014/main" id="{01EDFA40-2DE4-38C1-D8EA-F4B58CFA0F2E}"/>
              </a:ext>
            </a:extLst>
          </p:cNvPr>
          <p:cNvSpPr txBox="1"/>
          <p:nvPr/>
        </p:nvSpPr>
        <p:spPr>
          <a:xfrm>
            <a:off x="7204101" y="1028036"/>
            <a:ext cx="1410978" cy="1600438"/>
          </a:xfrm>
          <a:prstGeom prst="rect">
            <a:avLst/>
          </a:prstGeom>
          <a:noFill/>
          <a:ln>
            <a:noFill/>
          </a:ln>
        </p:spPr>
        <p:txBody>
          <a:bodyPr wrap="square">
            <a:spAutoFit/>
          </a:bodyPr>
          <a:lstStyle/>
          <a:p>
            <a:pPr algn="ctr">
              <a:defRPr>
                <a:solidFill>
                  <a:srgbClr val="0F172A"/>
                </a:solidFill>
              </a:defRPr>
            </a:pPr>
            <a:r>
              <a:rPr lang="fr-FR" sz="1400" b="0" i="1">
                <a:solidFill>
                  <a:srgbClr val="FF0000"/>
                </a:solidFill>
              </a:rPr>
              <a:t>Nous avons décidé de travailler en slots abstraits et non en heures réelles pour le mome</a:t>
            </a:r>
            <a:r>
              <a:rPr lang="fr-FR" sz="1400" i="1">
                <a:solidFill>
                  <a:srgbClr val="FF0000"/>
                </a:solidFill>
              </a:rPr>
              <a:t>nt</a:t>
            </a:r>
            <a:endParaRPr lang="fr-FR" sz="1400" b="0" i="1">
              <a:solidFill>
                <a:srgbClr val="FF0000"/>
              </a:solidFill>
            </a:endParaRPr>
          </a:p>
        </p:txBody>
      </p:sp>
      <p:sp>
        <p:nvSpPr>
          <p:cNvPr id="56" name="Espace réservé du numéro de diapositive 55">
            <a:extLst>
              <a:ext uri="{FF2B5EF4-FFF2-40B4-BE49-F238E27FC236}">
                <a16:creationId xmlns:a16="http://schemas.microsoft.com/office/drawing/2014/main" id="{C1316814-D80C-DB11-4BF3-81B685BD3184}"/>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3" name="Oval 1">
            <a:extLst>
              <a:ext uri="{FF2B5EF4-FFF2-40B4-BE49-F238E27FC236}">
                <a16:creationId xmlns:a16="http://schemas.microsoft.com/office/drawing/2014/main" id="{F0E38974-D4F7-DAD2-3396-8999055F3036}"/>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
            <a:extLst>
              <a:ext uri="{FF2B5EF4-FFF2-40B4-BE49-F238E27FC236}">
                <a16:creationId xmlns:a16="http://schemas.microsoft.com/office/drawing/2014/main" id="{B7B106F6-E8D7-61F3-DB23-ECA48720154B}"/>
              </a:ext>
            </a:extLst>
          </p:cNvPr>
          <p:cNvSpPr txBox="1"/>
          <p:nvPr/>
        </p:nvSpPr>
        <p:spPr>
          <a:xfrm>
            <a:off x="22644" y="80113"/>
            <a:ext cx="411911" cy="400110"/>
          </a:xfrm>
          <a:prstGeom prst="rect">
            <a:avLst/>
          </a:prstGeom>
          <a:noFill/>
        </p:spPr>
        <p:txBody>
          <a:bodyPr wrap="square">
            <a:spAutoFit/>
          </a:bodyPr>
          <a:lstStyle/>
          <a:p>
            <a:pPr algn="ctr"/>
            <a:r>
              <a:rPr sz="2000" b="1" i="0">
                <a:solidFill>
                  <a:srgbClr val="FFFFFF"/>
                </a:solidFill>
              </a:rPr>
              <a:t>1</a:t>
            </a:r>
          </a:p>
        </p:txBody>
      </p:sp>
      <p:sp>
        <p:nvSpPr>
          <p:cNvPr id="2" name="TextBox 1"/>
          <p:cNvSpPr txBox="1"/>
          <p:nvPr/>
        </p:nvSpPr>
        <p:spPr>
          <a:xfrm>
            <a:off x="365760" y="182880"/>
            <a:ext cx="8412480" cy="1015663"/>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De la formulation exhaustive à la formulation compacte</a:t>
            </a:r>
          </a:p>
        </p:txBody>
      </p:sp>
      <p:sp>
        <p:nvSpPr>
          <p:cNvPr id="4" name="Rectangle 3"/>
          <p:cNvSpPr/>
          <p:nvPr/>
        </p:nvSpPr>
        <p:spPr>
          <a:xfrm>
            <a:off x="274320" y="1275261"/>
            <a:ext cx="2743200" cy="3246120"/>
          </a:xfrm>
          <a:prstGeom prst="rect">
            <a:avLst/>
          </a:prstGeom>
          <a:solidFill>
            <a:srgbClr val="E8F0FA"/>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 name="Rectangle 4"/>
          <p:cNvSpPr/>
          <p:nvPr/>
        </p:nvSpPr>
        <p:spPr>
          <a:xfrm>
            <a:off x="274320" y="1275261"/>
            <a:ext cx="2743200" cy="329184"/>
          </a:xfrm>
          <a:prstGeom prst="rect">
            <a:avLst/>
          </a:prstGeom>
          <a:solidFill>
            <a:srgbClr val="FDE2E0"/>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 name="TextBox 5"/>
          <p:cNvSpPr txBox="1"/>
          <p:nvPr/>
        </p:nvSpPr>
        <p:spPr>
          <a:xfrm>
            <a:off x="365760" y="1311836"/>
            <a:ext cx="2560320" cy="276999"/>
          </a:xfrm>
          <a:prstGeom prst="rect">
            <a:avLst/>
          </a:prstGeom>
          <a:noFill/>
          <a:ln>
            <a:noFill/>
          </a:ln>
        </p:spPr>
        <p:txBody>
          <a:bodyPr wrap="square">
            <a:spAutoFit/>
          </a:bodyPr>
          <a:lstStyle/>
          <a:p>
            <a:pPr algn="ctr">
              <a:defRPr>
                <a:solidFill>
                  <a:srgbClr val="0F172A"/>
                </a:solidFill>
              </a:defRPr>
            </a:pPr>
            <a:r>
              <a:rPr lang="fr-FR" sz="1200" b="1" i="0">
                <a:solidFill>
                  <a:srgbClr val="0F172A"/>
                </a:solidFill>
              </a:rPr>
              <a:t>Formulation binaire</a:t>
            </a:r>
          </a:p>
        </p:txBody>
      </p:sp>
      <p:sp>
        <p:nvSpPr>
          <p:cNvPr id="7" name="TextBox 6"/>
          <p:cNvSpPr txBox="1"/>
          <p:nvPr/>
        </p:nvSpPr>
        <p:spPr>
          <a:xfrm>
            <a:off x="365760" y="1714173"/>
            <a:ext cx="2560320" cy="276999"/>
          </a:xfrm>
          <a:prstGeom prst="rect">
            <a:avLst/>
          </a:prstGeom>
          <a:noFill/>
          <a:ln>
            <a:solidFill/>
          </a:ln>
        </p:spPr>
        <p:txBody>
          <a:bodyPr wrap="square">
            <a:spAutoFit/>
          </a:bodyPr>
          <a:lstStyle/>
          <a:p>
            <a:pPr algn="ctr">
              <a:defRPr>
                <a:solidFill>
                  <a:srgbClr val="0F172A"/>
                </a:solidFill>
              </a:defRPr>
            </a:pPr>
            <a:r>
              <a:rPr lang="pt-BR" sz="1200" b="1" i="0">
                <a:solidFill>
                  <a:srgbClr val="B91C1C"/>
                </a:solidFill>
              </a:rPr>
              <a:t>X(c,d,s,r)  in  {0,1}</a:t>
            </a:r>
          </a:p>
        </p:txBody>
      </p:sp>
      <p:sp>
        <p:nvSpPr>
          <p:cNvPr id="8" name="TextBox 7"/>
          <p:cNvSpPr txBox="1"/>
          <p:nvPr/>
        </p:nvSpPr>
        <p:spPr>
          <a:xfrm>
            <a:off x="365760" y="2143940"/>
            <a:ext cx="2560320" cy="261610"/>
          </a:xfrm>
          <a:prstGeom prst="rect">
            <a:avLst/>
          </a:prstGeom>
          <a:noFill/>
          <a:ln>
            <a:solidFill/>
          </a:ln>
        </p:spPr>
        <p:txBody>
          <a:bodyPr wrap="square">
            <a:spAutoFit/>
          </a:bodyPr>
          <a:lstStyle/>
          <a:p>
            <a:pPr algn="ctr">
              <a:defRPr>
                <a:solidFill>
                  <a:srgbClr val="0F172A"/>
                </a:solidFill>
              </a:defRPr>
            </a:pPr>
            <a:r>
              <a:rPr lang="es-ES" sz="1100" b="0" i="0">
                <a:solidFill>
                  <a:srgbClr val="475569"/>
                </a:solidFill>
              </a:rPr>
              <a:t>Variables : O(|C|×|T|×|R|)</a:t>
            </a:r>
          </a:p>
        </p:txBody>
      </p:sp>
      <p:sp>
        <p:nvSpPr>
          <p:cNvPr id="9" name="TextBox 8"/>
          <p:cNvSpPr txBox="1"/>
          <p:nvPr/>
        </p:nvSpPr>
        <p:spPr>
          <a:xfrm>
            <a:off x="384048" y="2573709"/>
            <a:ext cx="2523744" cy="430887"/>
          </a:xfrm>
          <a:prstGeom prst="rect">
            <a:avLst/>
          </a:prstGeom>
          <a:noFill/>
          <a:ln>
            <a:solidFill/>
          </a:ln>
        </p:spPr>
        <p:txBody>
          <a:bodyPr wrap="square">
            <a:spAutoFit/>
          </a:bodyPr>
          <a:lstStyle/>
          <a:p>
            <a:pPr algn="ctr">
              <a:defRPr>
                <a:solidFill>
                  <a:srgbClr val="0F172A"/>
                </a:solidFill>
              </a:defRPr>
            </a:pPr>
            <a:r>
              <a:rPr lang="fr-FR" sz="1100" b="0" i="0" dirty="0">
                <a:solidFill>
                  <a:srgbClr val="0F172A"/>
                </a:solidFill>
              </a:rPr>
              <a:t>Explosion combinatoire
</a:t>
            </a:r>
            <a:r>
              <a:rPr lang="fr-FR" sz="1100" dirty="0">
                <a:solidFill>
                  <a:srgbClr val="0F172A"/>
                </a:solidFill>
              </a:rPr>
              <a:t> →</a:t>
            </a:r>
            <a:r>
              <a:rPr lang="fr-FR" sz="1100" b="0" i="0" dirty="0">
                <a:solidFill>
                  <a:srgbClr val="0F172A"/>
                </a:solidFill>
              </a:rPr>
              <a:t> impraticable sur grandes instances</a:t>
            </a:r>
          </a:p>
        </p:txBody>
      </p:sp>
      <p:sp>
        <p:nvSpPr>
          <p:cNvPr id="10" name="Rectangle 9"/>
          <p:cNvSpPr/>
          <p:nvPr/>
        </p:nvSpPr>
        <p:spPr>
          <a:xfrm>
            <a:off x="3246120" y="1275261"/>
            <a:ext cx="2743200" cy="3246120"/>
          </a:xfrm>
          <a:prstGeom prst="rect">
            <a:avLst/>
          </a:prstGeom>
          <a:solidFill>
            <a:srgbClr val="E8F0FA"/>
          </a:solidFill>
          <a:ln w="254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1" name="Rectangle 10"/>
          <p:cNvSpPr/>
          <p:nvPr/>
        </p:nvSpPr>
        <p:spPr>
          <a:xfrm>
            <a:off x="3246120" y="1275261"/>
            <a:ext cx="2743200" cy="329184"/>
          </a:xfrm>
          <a:prstGeom prst="rect">
            <a:avLst/>
          </a:prstGeom>
          <a:solidFill>
            <a:srgbClr val="FCEAD6"/>
          </a:solidFill>
          <a:ln w="25400">
            <a:solidFill>
              <a:srgbClr val="E4692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2" name="TextBox 11"/>
          <p:cNvSpPr txBox="1"/>
          <p:nvPr/>
        </p:nvSpPr>
        <p:spPr>
          <a:xfrm>
            <a:off x="3337560" y="1311836"/>
            <a:ext cx="2560320" cy="276999"/>
          </a:xfrm>
          <a:prstGeom prst="rect">
            <a:avLst/>
          </a:prstGeom>
          <a:noFill/>
          <a:ln>
            <a:noFill/>
          </a:ln>
        </p:spPr>
        <p:txBody>
          <a:bodyPr wrap="square">
            <a:spAutoFit/>
          </a:bodyPr>
          <a:lstStyle/>
          <a:p>
            <a:pPr algn="ctr">
              <a:defRPr>
                <a:solidFill>
                  <a:srgbClr val="0F172A"/>
                </a:solidFill>
              </a:defRPr>
            </a:pPr>
            <a:r>
              <a:rPr lang="fr-FR" sz="1200" b="1" i="0">
                <a:solidFill>
                  <a:srgbClr val="0F172A"/>
                </a:solidFill>
              </a:rPr>
              <a:t>Formulation compacte</a:t>
            </a:r>
          </a:p>
        </p:txBody>
      </p:sp>
      <p:sp>
        <p:nvSpPr>
          <p:cNvPr id="13" name="TextBox 12"/>
          <p:cNvSpPr txBox="1"/>
          <p:nvPr/>
        </p:nvSpPr>
        <p:spPr>
          <a:xfrm>
            <a:off x="3337560" y="1714173"/>
            <a:ext cx="2560320" cy="276999"/>
          </a:xfrm>
          <a:prstGeom prst="rect">
            <a:avLst/>
          </a:prstGeom>
          <a:noFill/>
          <a:ln>
            <a:solidFill/>
          </a:ln>
        </p:spPr>
        <p:txBody>
          <a:bodyPr wrap="square">
            <a:spAutoFit/>
          </a:bodyPr>
          <a:lstStyle/>
          <a:p>
            <a:pPr algn="ctr">
              <a:defRPr>
                <a:solidFill>
                  <a:srgbClr val="0F172A"/>
                </a:solidFill>
              </a:defRPr>
            </a:pPr>
            <a:r>
              <a:rPr lang="en-US" sz="1200" b="1" i="0">
                <a:solidFill>
                  <a:srgbClr val="C2410C"/>
                </a:solidFill>
              </a:rPr>
              <a:t>time(c,i) in T,  room(c,i) in R</a:t>
            </a:r>
          </a:p>
        </p:txBody>
      </p:sp>
      <p:sp>
        <p:nvSpPr>
          <p:cNvPr id="14" name="TextBox 13"/>
          <p:cNvSpPr txBox="1"/>
          <p:nvPr/>
        </p:nvSpPr>
        <p:spPr>
          <a:xfrm>
            <a:off x="3337560" y="2143940"/>
            <a:ext cx="2560320" cy="261610"/>
          </a:xfrm>
          <a:prstGeom prst="rect">
            <a:avLst/>
          </a:prstGeom>
          <a:noFill/>
          <a:ln>
            <a:solidFill/>
          </a:ln>
        </p:spPr>
        <p:txBody>
          <a:bodyPr wrap="square">
            <a:spAutoFit/>
          </a:bodyPr>
          <a:lstStyle/>
          <a:p>
            <a:pPr algn="ctr">
              <a:defRPr>
                <a:solidFill>
                  <a:srgbClr val="0F172A"/>
                </a:solidFill>
              </a:defRPr>
            </a:pPr>
            <a:r>
              <a:rPr lang="fr-FR" sz="1100" b="0" i="0">
                <a:solidFill>
                  <a:srgbClr val="475569"/>
                </a:solidFill>
              </a:rPr>
              <a:t>Variables : O(nb_sessions)</a:t>
            </a:r>
          </a:p>
        </p:txBody>
      </p:sp>
      <p:sp>
        <p:nvSpPr>
          <p:cNvPr id="15" name="TextBox 14"/>
          <p:cNvSpPr txBox="1"/>
          <p:nvPr/>
        </p:nvSpPr>
        <p:spPr>
          <a:xfrm>
            <a:off x="3355848" y="2573709"/>
            <a:ext cx="2523744" cy="430887"/>
          </a:xfrm>
          <a:prstGeom prst="rect">
            <a:avLst/>
          </a:prstGeom>
          <a:noFill/>
          <a:ln>
            <a:solidFill/>
          </a:ln>
        </p:spPr>
        <p:txBody>
          <a:bodyPr wrap="square">
            <a:spAutoFit/>
          </a:bodyPr>
          <a:lstStyle/>
          <a:p>
            <a:pPr algn="ctr">
              <a:defRPr>
                <a:solidFill>
                  <a:srgbClr val="0F172A"/>
                </a:solidFill>
              </a:defRPr>
            </a:pPr>
            <a:r>
              <a:rPr lang="fr-FR" sz="1100" b="0" i="0">
                <a:solidFill>
                  <a:srgbClr val="0F172A"/>
                </a:solidFill>
              </a:rPr>
              <a:t>Réduction drastique
du nombre de variables</a:t>
            </a:r>
          </a:p>
        </p:txBody>
      </p:sp>
      <p:sp>
        <p:nvSpPr>
          <p:cNvPr id="16" name="Rectangle 15"/>
          <p:cNvSpPr/>
          <p:nvPr/>
        </p:nvSpPr>
        <p:spPr>
          <a:xfrm>
            <a:off x="6217920" y="1275261"/>
            <a:ext cx="2743200" cy="3246120"/>
          </a:xfrm>
          <a:prstGeom prst="rect">
            <a:avLst/>
          </a:prstGeom>
          <a:solidFill>
            <a:srgbClr val="E8F0FA"/>
          </a:solidFill>
          <a:ln w="254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7" name="Rectangle 16"/>
          <p:cNvSpPr/>
          <p:nvPr/>
        </p:nvSpPr>
        <p:spPr>
          <a:xfrm>
            <a:off x="6217920" y="1275261"/>
            <a:ext cx="2743200" cy="329184"/>
          </a:xfrm>
          <a:prstGeom prst="rect">
            <a:avLst/>
          </a:prstGeom>
          <a:solidFill>
            <a:srgbClr val="DCFCE7"/>
          </a:solidFill>
          <a:ln w="25400">
            <a:solidFill>
              <a:srgbClr val="36AF6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8" name="TextBox 17"/>
          <p:cNvSpPr txBox="1"/>
          <p:nvPr/>
        </p:nvSpPr>
        <p:spPr>
          <a:xfrm>
            <a:off x="6309359" y="1311836"/>
            <a:ext cx="2560320" cy="276999"/>
          </a:xfrm>
          <a:prstGeom prst="rect">
            <a:avLst/>
          </a:prstGeom>
          <a:noFill/>
          <a:ln>
            <a:noFill/>
          </a:ln>
        </p:spPr>
        <p:txBody>
          <a:bodyPr wrap="square">
            <a:spAutoFit/>
          </a:bodyPr>
          <a:lstStyle/>
          <a:p>
            <a:pPr algn="ctr">
              <a:defRPr>
                <a:solidFill>
                  <a:srgbClr val="0F172A"/>
                </a:solidFill>
              </a:defRPr>
            </a:pPr>
            <a:r>
              <a:rPr lang="fr-FR" sz="1200" b="1" i="0">
                <a:solidFill>
                  <a:srgbClr val="0F172A"/>
                </a:solidFill>
              </a:rPr>
              <a:t>Formulation fusionnée</a:t>
            </a:r>
          </a:p>
        </p:txBody>
      </p:sp>
      <p:sp>
        <p:nvSpPr>
          <p:cNvPr id="19" name="TextBox 18"/>
          <p:cNvSpPr txBox="1"/>
          <p:nvPr/>
        </p:nvSpPr>
        <p:spPr>
          <a:xfrm>
            <a:off x="6309359" y="1714173"/>
            <a:ext cx="2560320" cy="276999"/>
          </a:xfrm>
          <a:prstGeom prst="rect">
            <a:avLst/>
          </a:prstGeom>
          <a:noFill/>
          <a:ln>
            <a:solidFill/>
          </a:ln>
        </p:spPr>
        <p:txBody>
          <a:bodyPr wrap="square">
            <a:spAutoFit/>
          </a:bodyPr>
          <a:lstStyle/>
          <a:p>
            <a:pPr algn="ctr">
              <a:defRPr>
                <a:solidFill>
                  <a:srgbClr val="0F172A"/>
                </a:solidFill>
              </a:defRPr>
            </a:pPr>
            <a:r>
              <a:rPr lang="en-US" sz="1200" b="1" i="0">
                <a:solidFill>
                  <a:srgbClr val="15803D"/>
                </a:solidFill>
              </a:rPr>
              <a:t>slot(c,i) = time × |R| + room</a:t>
            </a:r>
          </a:p>
        </p:txBody>
      </p:sp>
      <p:sp>
        <p:nvSpPr>
          <p:cNvPr id="20" name="TextBox 19"/>
          <p:cNvSpPr txBox="1"/>
          <p:nvPr/>
        </p:nvSpPr>
        <p:spPr>
          <a:xfrm>
            <a:off x="6309359" y="2143940"/>
            <a:ext cx="2560320" cy="261610"/>
          </a:xfrm>
          <a:prstGeom prst="rect">
            <a:avLst/>
          </a:prstGeom>
          <a:noFill/>
          <a:ln>
            <a:solidFill/>
          </a:ln>
        </p:spPr>
        <p:txBody>
          <a:bodyPr wrap="square">
            <a:spAutoFit/>
          </a:bodyPr>
          <a:lstStyle/>
          <a:p>
            <a:pPr algn="ctr">
              <a:defRPr>
                <a:solidFill>
                  <a:srgbClr val="0F172A"/>
                </a:solidFill>
              </a:defRPr>
            </a:pPr>
            <a:r>
              <a:rPr lang="fr-FR" sz="1100" b="0" i="0">
                <a:solidFill>
                  <a:srgbClr val="475569"/>
                </a:solidFill>
              </a:rPr>
              <a:t>Variables : O(nb_sessions)</a:t>
            </a:r>
          </a:p>
        </p:txBody>
      </p:sp>
      <p:sp>
        <p:nvSpPr>
          <p:cNvPr id="21" name="TextBox 20"/>
          <p:cNvSpPr txBox="1"/>
          <p:nvPr/>
        </p:nvSpPr>
        <p:spPr>
          <a:xfrm>
            <a:off x="6327648" y="2573709"/>
            <a:ext cx="2523744" cy="430887"/>
          </a:xfrm>
          <a:prstGeom prst="rect">
            <a:avLst/>
          </a:prstGeom>
          <a:noFill/>
          <a:ln>
            <a:solidFill/>
          </a:ln>
        </p:spPr>
        <p:txBody>
          <a:bodyPr wrap="square">
            <a:spAutoFit/>
          </a:bodyPr>
          <a:lstStyle/>
          <a:p>
            <a:pPr algn="ctr">
              <a:defRPr>
                <a:solidFill>
                  <a:srgbClr val="0F172A"/>
                </a:solidFill>
              </a:defRPr>
            </a:pPr>
            <a:r>
              <a:rPr lang="fr-FR" sz="1100" b="0" i="0" err="1">
                <a:solidFill>
                  <a:srgbClr val="0F172A"/>
                </a:solidFill>
              </a:rPr>
              <a:t>AllDifferent</a:t>
            </a:r>
            <a:r>
              <a:rPr lang="fr-FR" sz="1100" b="0" i="0">
                <a:solidFill>
                  <a:srgbClr val="0F172A"/>
                </a:solidFill>
              </a:rPr>
              <a:t> sur slots
→ propagation CP maximale</a:t>
            </a:r>
          </a:p>
        </p:txBody>
      </p:sp>
      <p:sp>
        <p:nvSpPr>
          <p:cNvPr id="22" name="TextBox 21"/>
          <p:cNvSpPr txBox="1"/>
          <p:nvPr/>
        </p:nvSpPr>
        <p:spPr>
          <a:xfrm>
            <a:off x="2989763" y="2418261"/>
            <a:ext cx="320040" cy="430887"/>
          </a:xfrm>
          <a:prstGeom prst="rect">
            <a:avLst/>
          </a:prstGeom>
          <a:noFill/>
          <a:ln>
            <a:noFill/>
          </a:ln>
        </p:spPr>
        <p:txBody>
          <a:bodyPr wrap="square">
            <a:spAutoFit/>
          </a:bodyPr>
          <a:lstStyle/>
          <a:p>
            <a:pPr algn="ctr">
              <a:defRPr>
                <a:solidFill>
                  <a:srgbClr val="0F172A"/>
                </a:solidFill>
              </a:defRPr>
            </a:pPr>
            <a:r>
              <a:rPr lang="fr-FR" sz="2200" b="1" i="0">
                <a:solidFill>
                  <a:srgbClr val="475569"/>
                </a:solidFill>
              </a:rPr>
              <a:t>→</a:t>
            </a:r>
          </a:p>
        </p:txBody>
      </p:sp>
      <p:sp>
        <p:nvSpPr>
          <p:cNvPr id="24" name="TextBox 23"/>
          <p:cNvSpPr txBox="1"/>
          <p:nvPr/>
        </p:nvSpPr>
        <p:spPr>
          <a:xfrm>
            <a:off x="320040" y="4686300"/>
            <a:ext cx="8503920" cy="307777"/>
          </a:xfrm>
          <a:prstGeom prst="rect">
            <a:avLst/>
          </a:prstGeom>
          <a:noFill/>
          <a:ln>
            <a:solidFill/>
          </a:ln>
        </p:spPr>
        <p:txBody>
          <a:bodyPr wrap="square">
            <a:spAutoFit/>
          </a:bodyPr>
          <a:lstStyle/>
          <a:p>
            <a:pPr algn="ctr">
              <a:defRPr>
                <a:solidFill>
                  <a:srgbClr val="0F172A"/>
                </a:solidFill>
              </a:defRPr>
            </a:pPr>
            <a:r>
              <a:rPr lang="fr-FR" sz="1400" b="1" i="1">
                <a:solidFill>
                  <a:srgbClr val="FF0000"/>
                </a:solidFill>
              </a:rPr>
              <a:t>Passage de ~millions de variables binaires à quelques centaines de variables entières</a:t>
            </a:r>
          </a:p>
        </p:txBody>
      </p:sp>
      <p:sp>
        <p:nvSpPr>
          <p:cNvPr id="26" name="TextBox 21">
            <a:extLst>
              <a:ext uri="{FF2B5EF4-FFF2-40B4-BE49-F238E27FC236}">
                <a16:creationId xmlns:a16="http://schemas.microsoft.com/office/drawing/2014/main" id="{6EA9FFE1-8808-A73D-9316-AB04DFB67A99}"/>
              </a:ext>
            </a:extLst>
          </p:cNvPr>
          <p:cNvSpPr txBox="1"/>
          <p:nvPr/>
        </p:nvSpPr>
        <p:spPr>
          <a:xfrm>
            <a:off x="5967006" y="2431869"/>
            <a:ext cx="320040" cy="430887"/>
          </a:xfrm>
          <a:prstGeom prst="rect">
            <a:avLst/>
          </a:prstGeom>
          <a:noFill/>
          <a:ln>
            <a:noFill/>
          </a:ln>
        </p:spPr>
        <p:txBody>
          <a:bodyPr wrap="square">
            <a:spAutoFit/>
          </a:bodyPr>
          <a:lstStyle/>
          <a:p>
            <a:pPr algn="ctr">
              <a:defRPr>
                <a:solidFill>
                  <a:srgbClr val="0F172A"/>
                </a:solidFill>
              </a:defRPr>
            </a:pPr>
            <a:r>
              <a:rPr lang="fr-FR" sz="2200" b="1" i="0">
                <a:solidFill>
                  <a:srgbClr val="475569"/>
                </a:solidFill>
              </a:rPr>
              <a:t>→</a:t>
            </a:r>
          </a:p>
        </p:txBody>
      </p:sp>
      <p:sp>
        <p:nvSpPr>
          <p:cNvPr id="28" name="Espace réservé du numéro de diapositive 27">
            <a:extLst>
              <a:ext uri="{FF2B5EF4-FFF2-40B4-BE49-F238E27FC236}">
                <a16:creationId xmlns:a16="http://schemas.microsoft.com/office/drawing/2014/main" id="{841F70B7-D98C-583E-6715-1D647CC5B2D7}"/>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4" name="Oval 1">
            <a:extLst>
              <a:ext uri="{FF2B5EF4-FFF2-40B4-BE49-F238E27FC236}">
                <a16:creationId xmlns:a16="http://schemas.microsoft.com/office/drawing/2014/main" id="{61FC1625-46AF-E3F1-0C8A-D9A392ABAF09}"/>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2">
            <a:extLst>
              <a:ext uri="{FF2B5EF4-FFF2-40B4-BE49-F238E27FC236}">
                <a16:creationId xmlns:a16="http://schemas.microsoft.com/office/drawing/2014/main" id="{800F770E-521E-B024-1A5C-0F921DCCCD35}"/>
              </a:ext>
            </a:extLst>
          </p:cNvPr>
          <p:cNvSpPr txBox="1"/>
          <p:nvPr/>
        </p:nvSpPr>
        <p:spPr>
          <a:xfrm>
            <a:off x="22644" y="80113"/>
            <a:ext cx="411911" cy="400110"/>
          </a:xfrm>
          <a:prstGeom prst="rect">
            <a:avLst/>
          </a:prstGeom>
          <a:noFill/>
        </p:spPr>
        <p:txBody>
          <a:bodyPr wrap="square">
            <a:spAutoFit/>
          </a:bodyPr>
          <a:lstStyle/>
          <a:p>
            <a:pPr algn="ctr"/>
            <a:r>
              <a:rPr sz="2000" b="1" i="0">
                <a:solidFill>
                  <a:srgbClr val="FFFFFF"/>
                </a:solidFill>
              </a:rPr>
              <a:t>1</a:t>
            </a:r>
          </a:p>
        </p:txBody>
      </p:sp>
      <p:sp>
        <p:nvSpPr>
          <p:cNvPr id="2" name="TextBox 1"/>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Instances testées — du simple au réaliste</a:t>
            </a:r>
          </a:p>
        </p:txBody>
      </p:sp>
      <p:sp>
        <p:nvSpPr>
          <p:cNvPr id="64" name="Rectangle 63"/>
          <p:cNvSpPr/>
          <p:nvPr/>
        </p:nvSpPr>
        <p:spPr>
          <a:xfrm>
            <a:off x="320040" y="3373482"/>
            <a:ext cx="8503920" cy="1587138"/>
          </a:xfrm>
          <a:prstGeom prst="rect">
            <a:avLst/>
          </a:prstGeom>
          <a:solidFill>
            <a:srgbClr val="EAF1FB"/>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5" name="TextBox 64"/>
          <p:cNvSpPr txBox="1"/>
          <p:nvPr/>
        </p:nvSpPr>
        <p:spPr>
          <a:xfrm>
            <a:off x="457200" y="3446634"/>
            <a:ext cx="8229600" cy="292388"/>
          </a:xfrm>
          <a:prstGeom prst="rect">
            <a:avLst/>
          </a:prstGeom>
          <a:noFill/>
          <a:ln>
            <a:noFill/>
          </a:ln>
        </p:spPr>
        <p:txBody>
          <a:bodyPr wrap="square">
            <a:spAutoFit/>
          </a:bodyPr>
          <a:lstStyle/>
          <a:p>
            <a:pPr algn="l">
              <a:defRPr>
                <a:solidFill>
                  <a:srgbClr val="0F172A"/>
                </a:solidFill>
              </a:defRPr>
            </a:pPr>
            <a:r>
              <a:rPr lang="fr-FR" sz="1300" b="1" i="0">
                <a:solidFill>
                  <a:srgbClr val="0369A1"/>
                </a:solidFill>
              </a:rPr>
              <a:t>Courbe de convergence  ·  real-univ  ·  5 runs  ·  timeout = 1200s</a:t>
            </a:r>
          </a:p>
        </p:txBody>
      </p:sp>
      <p:sp>
        <p:nvSpPr>
          <p:cNvPr id="66" name="TextBox 65"/>
          <p:cNvSpPr txBox="1"/>
          <p:nvPr/>
        </p:nvSpPr>
        <p:spPr>
          <a:xfrm>
            <a:off x="457200" y="3812394"/>
            <a:ext cx="8229600" cy="748923"/>
          </a:xfrm>
          <a:prstGeom prst="rect">
            <a:avLst/>
          </a:prstGeom>
          <a:noFill/>
          <a:ln>
            <a:noFill/>
          </a:ln>
        </p:spPr>
        <p:txBody>
          <a:bodyPr wrap="square">
            <a:spAutoFit/>
          </a:bodyPr>
          <a:lstStyle/>
          <a:p>
            <a:pPr>
              <a:spcAft>
                <a:spcPts val="400"/>
              </a:spcAft>
              <a:defRPr>
                <a:solidFill>
                  <a:srgbClr val="0F172A"/>
                </a:solidFill>
              </a:defRPr>
            </a:pPr>
            <a:r>
              <a:rPr lang="fr-FR" sz="1200">
                <a:solidFill>
                  <a:srgbClr val="0F172A"/>
                </a:solidFill>
              </a:rPr>
              <a:t>  •  Première solution trouvée :  ~6 secondes</a:t>
            </a:r>
          </a:p>
          <a:p>
            <a:pPr>
              <a:spcAft>
                <a:spcPts val="400"/>
              </a:spcAft>
              <a:defRPr>
                <a:solidFill>
                  <a:srgbClr val="0F172A"/>
                </a:solidFill>
              </a:defRPr>
            </a:pPr>
            <a:r>
              <a:rPr lang="fr-FR" sz="1200">
                <a:solidFill>
                  <a:srgbClr val="0F172A"/>
                </a:solidFill>
              </a:rPr>
              <a:t>  • FEASIBLE dans les 5 runs  —  robustesse confirmée </a:t>
            </a:r>
          </a:p>
          <a:p>
            <a:pPr>
              <a:spcAft>
                <a:spcPts val="400"/>
              </a:spcAft>
              <a:defRPr>
                <a:solidFill>
                  <a:srgbClr val="0F172A"/>
                </a:solidFill>
              </a:defRPr>
            </a:pPr>
            <a:r>
              <a:rPr lang="fr-FR" sz="1200">
                <a:solidFill>
                  <a:srgbClr val="0F172A"/>
                </a:solidFill>
              </a:rPr>
              <a:t>  • Score : 423 → 4  en ~115 secondes  (convergence rapide)</a:t>
            </a:r>
          </a:p>
        </p:txBody>
      </p:sp>
      <p:sp>
        <p:nvSpPr>
          <p:cNvPr id="67" name="Rectangle 66"/>
          <p:cNvSpPr/>
          <p:nvPr/>
        </p:nvSpPr>
        <p:spPr>
          <a:xfrm>
            <a:off x="320040" y="864435"/>
            <a:ext cx="1234440" cy="3200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8" name="Table 67"/>
          <p:cNvGraphicFramePr>
            <a:graphicFrameLocks noGrp="1"/>
          </p:cNvGraphicFramePr>
          <p:nvPr>
            <p:extLst>
              <p:ext uri="{D42A27DB-BD31-4B8C-83A1-F6EECF244321}">
                <p14:modId xmlns:p14="http://schemas.microsoft.com/office/powerpoint/2010/main" val="1465885733"/>
              </p:ext>
            </p:extLst>
          </p:nvPr>
        </p:nvGraphicFramePr>
        <p:xfrm>
          <a:off x="411480" y="1125039"/>
          <a:ext cx="7955280" cy="1865376"/>
        </p:xfrm>
        <a:graphic>
          <a:graphicData uri="http://schemas.openxmlformats.org/drawingml/2006/table">
            <a:tbl>
              <a:tblPr firstRow="1" bandRow="1">
                <a:tableStyleId>{5C22544A-7EE6-4342-B048-85BDC9FD1C3A}</a:tableStyleId>
              </a:tblPr>
              <a:tblGrid>
                <a:gridCol w="132588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749808">
                  <a:extLst>
                    <a:ext uri="{9D8B030D-6E8A-4147-A177-3AD203B41FA5}">
                      <a16:colId xmlns:a16="http://schemas.microsoft.com/office/drawing/2014/main" val="20003"/>
                    </a:ext>
                  </a:extLst>
                </a:gridCol>
                <a:gridCol w="987552">
                  <a:extLst>
                    <a:ext uri="{9D8B030D-6E8A-4147-A177-3AD203B41FA5}">
                      <a16:colId xmlns:a16="http://schemas.microsoft.com/office/drawing/2014/main" val="20004"/>
                    </a:ext>
                  </a:extLst>
                </a:gridCol>
                <a:gridCol w="3154680">
                  <a:extLst>
                    <a:ext uri="{9D8B030D-6E8A-4147-A177-3AD203B41FA5}">
                      <a16:colId xmlns:a16="http://schemas.microsoft.com/office/drawing/2014/main" val="20005"/>
                    </a:ext>
                  </a:extLst>
                </a:gridCol>
              </a:tblGrid>
              <a:tr h="384048">
                <a:tc>
                  <a:txBody>
                    <a:bodyPr/>
                    <a:lstStyle/>
                    <a:p>
                      <a:pPr algn="ctr">
                        <a:spcAft>
                          <a:spcPts val="0"/>
                        </a:spcAft>
                      </a:pPr>
                      <a:r>
                        <a:rPr sz="1400" b="1">
                          <a:solidFill>
                            <a:srgbClr val="FFFFFF"/>
                          </a:solidFill>
                          <a:latin typeface="Aptos"/>
                        </a:rPr>
                        <a:t>Instance</a:t>
                      </a:r>
                    </a:p>
                  </a:txBody>
                  <a:tcPr marL="50292" marR="50292" marT="22860" marB="22860" anchor="ctr">
                    <a:solidFill>
                      <a:srgbClr val="0284C7"/>
                    </a:solidFill>
                  </a:tcPr>
                </a:tc>
                <a:tc>
                  <a:txBody>
                    <a:bodyPr/>
                    <a:lstStyle/>
                    <a:p>
                      <a:pPr algn="ctr">
                        <a:spcAft>
                          <a:spcPts val="0"/>
                        </a:spcAft>
                      </a:pPr>
                      <a:r>
                        <a:rPr sz="1400" b="1">
                          <a:solidFill>
                            <a:srgbClr val="FFFFFF"/>
                          </a:solidFill>
                          <a:latin typeface="Aptos"/>
                        </a:rPr>
                        <a:t>Groupes</a:t>
                      </a:r>
                    </a:p>
                  </a:txBody>
                  <a:tcPr marL="50292" marR="50292" marT="22860" marB="22860" anchor="ctr">
                    <a:solidFill>
                      <a:srgbClr val="0284C7"/>
                    </a:solidFill>
                  </a:tcPr>
                </a:tc>
                <a:tc>
                  <a:txBody>
                    <a:bodyPr/>
                    <a:lstStyle/>
                    <a:p>
                      <a:pPr algn="ctr">
                        <a:spcAft>
                          <a:spcPts val="0"/>
                        </a:spcAft>
                      </a:pPr>
                      <a:r>
                        <a:rPr sz="1400" b="1">
                          <a:solidFill>
                            <a:srgbClr val="FFFFFF"/>
                          </a:solidFill>
                          <a:latin typeface="Aptos"/>
                        </a:rPr>
                        <a:t>Sessions</a:t>
                      </a:r>
                    </a:p>
                  </a:txBody>
                  <a:tcPr marL="50292" marR="50292" marT="22860" marB="22860" anchor="ctr">
                    <a:solidFill>
                      <a:srgbClr val="0284C7"/>
                    </a:solidFill>
                  </a:tcPr>
                </a:tc>
                <a:tc>
                  <a:txBody>
                    <a:bodyPr/>
                    <a:lstStyle/>
                    <a:p>
                      <a:pPr algn="ctr">
                        <a:spcAft>
                          <a:spcPts val="0"/>
                        </a:spcAft>
                      </a:pPr>
                      <a:r>
                        <a:rPr sz="1400" b="1">
                          <a:solidFill>
                            <a:srgbClr val="FFFFFF"/>
                          </a:solidFill>
                          <a:latin typeface="Aptos"/>
                        </a:rPr>
                        <a:t>Salles</a:t>
                      </a:r>
                    </a:p>
                  </a:txBody>
                  <a:tcPr marL="50292" marR="50292" marT="22860" marB="22860" anchor="ctr">
                    <a:solidFill>
                      <a:srgbClr val="0284C7"/>
                    </a:solidFill>
                  </a:tcPr>
                </a:tc>
                <a:tc>
                  <a:txBody>
                    <a:bodyPr/>
                    <a:lstStyle/>
                    <a:p>
                      <a:pPr algn="ctr">
                        <a:spcAft>
                          <a:spcPts val="0"/>
                        </a:spcAft>
                      </a:pPr>
                      <a:r>
                        <a:rPr sz="1400" b="1">
                          <a:solidFill>
                            <a:srgbClr val="FFFFFF"/>
                          </a:solidFill>
                          <a:latin typeface="Aptos"/>
                        </a:rPr>
                        <a:t>Timeout</a:t>
                      </a:r>
                    </a:p>
                  </a:txBody>
                  <a:tcPr marL="50292" marR="50292" marT="22860" marB="22860" anchor="ctr">
                    <a:solidFill>
                      <a:srgbClr val="0284C7"/>
                    </a:solidFill>
                  </a:tcPr>
                </a:tc>
                <a:tc>
                  <a:txBody>
                    <a:bodyPr/>
                    <a:lstStyle/>
                    <a:p>
                      <a:pPr algn="ctr">
                        <a:spcAft>
                          <a:spcPts val="0"/>
                        </a:spcAft>
                      </a:pPr>
                      <a:r>
                        <a:rPr sz="1400" b="1" err="1">
                          <a:solidFill>
                            <a:srgbClr val="FFFFFF"/>
                          </a:solidFill>
                          <a:latin typeface="Aptos"/>
                        </a:rPr>
                        <a:t>Statu</a:t>
                      </a:r>
                      <a:r>
                        <a:rPr lang="fr-FR" sz="1400" b="1">
                          <a:solidFill>
                            <a:srgbClr val="FFFFFF"/>
                          </a:solidFill>
                          <a:latin typeface="Aptos"/>
                        </a:rPr>
                        <a:t>t</a:t>
                      </a:r>
                      <a:endParaRPr sz="1400" b="1">
                        <a:solidFill>
                          <a:srgbClr val="FFFFFF"/>
                        </a:solidFill>
                        <a:latin typeface="Aptos"/>
                      </a:endParaRPr>
                    </a:p>
                  </a:txBody>
                  <a:tcPr marL="50292" marR="50292" marT="22860" marB="22860" anchor="ctr">
                    <a:solidFill>
                      <a:srgbClr val="0284C7"/>
                    </a:solidFill>
                  </a:tcPr>
                </a:tc>
                <a:extLst>
                  <a:ext uri="{0D108BD9-81ED-4DB2-BD59-A6C34878D82A}">
                    <a16:rowId xmlns:a16="http://schemas.microsoft.com/office/drawing/2014/main" val="10000"/>
                  </a:ext>
                </a:extLst>
              </a:tr>
              <a:tr h="370332">
                <a:tc>
                  <a:txBody>
                    <a:bodyPr/>
                    <a:lstStyle/>
                    <a:p>
                      <a:pPr algn="l">
                        <a:spcAft>
                          <a:spcPts val="0"/>
                        </a:spcAft>
                      </a:pPr>
                      <a:r>
                        <a:rPr sz="1400" b="1">
                          <a:solidFill>
                            <a:srgbClr val="075985"/>
                          </a:solidFill>
                          <a:latin typeface="Aptos"/>
                        </a:rPr>
                        <a:t>petite</a:t>
                      </a:r>
                    </a:p>
                  </a:txBody>
                  <a:tcPr marL="50292" marR="50292" marT="22860" marB="22860" anchor="ctr">
                    <a:solidFill>
                      <a:srgbClr val="E8F4FD"/>
                    </a:solidFill>
                  </a:tcPr>
                </a:tc>
                <a:tc>
                  <a:txBody>
                    <a:bodyPr/>
                    <a:lstStyle/>
                    <a:p>
                      <a:pPr algn="ctr">
                        <a:spcAft>
                          <a:spcPts val="0"/>
                        </a:spcAft>
                      </a:pPr>
                      <a:r>
                        <a:rPr sz="1400" b="0">
                          <a:solidFill>
                            <a:srgbClr val="0F172A"/>
                          </a:solidFill>
                          <a:latin typeface="Aptos"/>
                        </a:rPr>
                        <a:t>4</a:t>
                      </a:r>
                    </a:p>
                  </a:txBody>
                  <a:tcPr marL="50292" marR="50292" marT="22860" marB="22860" anchor="ctr">
                    <a:solidFill>
                      <a:srgbClr val="F1F7FD"/>
                    </a:solidFill>
                  </a:tcPr>
                </a:tc>
                <a:tc>
                  <a:txBody>
                    <a:bodyPr/>
                    <a:lstStyle/>
                    <a:p>
                      <a:pPr algn="ctr">
                        <a:spcAft>
                          <a:spcPts val="0"/>
                        </a:spcAft>
                      </a:pPr>
                      <a:r>
                        <a:rPr sz="1400" b="0">
                          <a:solidFill>
                            <a:srgbClr val="0F172A"/>
                          </a:solidFill>
                          <a:latin typeface="Aptos"/>
                        </a:rPr>
                        <a:t>~20</a:t>
                      </a:r>
                    </a:p>
                  </a:txBody>
                  <a:tcPr marL="50292" marR="50292" marT="22860" marB="22860" anchor="ctr">
                    <a:solidFill>
                      <a:srgbClr val="F1F7FD"/>
                    </a:solidFill>
                  </a:tcPr>
                </a:tc>
                <a:tc>
                  <a:txBody>
                    <a:bodyPr/>
                    <a:lstStyle/>
                    <a:p>
                      <a:pPr algn="ctr">
                        <a:spcAft>
                          <a:spcPts val="0"/>
                        </a:spcAft>
                      </a:pPr>
                      <a:r>
                        <a:rPr sz="1400" b="0">
                          <a:solidFill>
                            <a:srgbClr val="0F172A"/>
                          </a:solidFill>
                          <a:latin typeface="Aptos"/>
                        </a:rPr>
                        <a:t>5</a:t>
                      </a:r>
                    </a:p>
                  </a:txBody>
                  <a:tcPr marL="50292" marR="50292" marT="22860" marB="22860" anchor="ctr">
                    <a:solidFill>
                      <a:srgbClr val="F1F7FD"/>
                    </a:solidFill>
                  </a:tcPr>
                </a:tc>
                <a:tc>
                  <a:txBody>
                    <a:bodyPr/>
                    <a:lstStyle/>
                    <a:p>
                      <a:pPr algn="ctr">
                        <a:spcAft>
                          <a:spcPts val="0"/>
                        </a:spcAft>
                      </a:pPr>
                      <a:r>
                        <a:rPr sz="1400" b="0">
                          <a:solidFill>
                            <a:srgbClr val="0F172A"/>
                          </a:solidFill>
                          <a:latin typeface="Aptos"/>
                        </a:rPr>
                        <a:t>60 s</a:t>
                      </a:r>
                    </a:p>
                  </a:txBody>
                  <a:tcPr marL="50292" marR="50292" marT="22860" marB="22860" anchor="ctr">
                    <a:solidFill>
                      <a:srgbClr val="F1F7FD"/>
                    </a:solidFill>
                  </a:tcPr>
                </a:tc>
                <a:tc>
                  <a:txBody>
                    <a:bodyPr/>
                    <a:lstStyle/>
                    <a:p>
                      <a:pPr algn="ctr">
                        <a:spcAft>
                          <a:spcPts val="0"/>
                        </a:spcAft>
                      </a:pPr>
                      <a:r>
                        <a:rPr sz="1400" b="1">
                          <a:solidFill>
                            <a:srgbClr val="15803D"/>
                          </a:solidFill>
                          <a:latin typeface="Aptos"/>
                        </a:rPr>
                        <a:t>OPTIMAL</a:t>
                      </a:r>
                    </a:p>
                  </a:txBody>
                  <a:tcPr marL="50292" marR="50292" marT="22860" marB="22860" anchor="ctr">
                    <a:solidFill>
                      <a:srgbClr val="DCFCE7"/>
                    </a:solidFill>
                  </a:tcPr>
                </a:tc>
                <a:extLst>
                  <a:ext uri="{0D108BD9-81ED-4DB2-BD59-A6C34878D82A}">
                    <a16:rowId xmlns:a16="http://schemas.microsoft.com/office/drawing/2014/main" val="10001"/>
                  </a:ext>
                </a:extLst>
              </a:tr>
              <a:tr h="370332">
                <a:tc>
                  <a:txBody>
                    <a:bodyPr/>
                    <a:lstStyle/>
                    <a:p>
                      <a:pPr algn="l">
                        <a:spcAft>
                          <a:spcPts val="0"/>
                        </a:spcAft>
                      </a:pPr>
                      <a:r>
                        <a:rPr sz="1400" b="1">
                          <a:solidFill>
                            <a:srgbClr val="075985"/>
                          </a:solidFill>
                          <a:latin typeface="Aptos"/>
                        </a:rPr>
                        <a:t>moyenne</a:t>
                      </a:r>
                    </a:p>
                  </a:txBody>
                  <a:tcPr marL="50292" marR="50292" marT="22860" marB="22860" anchor="ctr">
                    <a:solidFill>
                      <a:srgbClr val="E8F4FD"/>
                    </a:solidFill>
                  </a:tcPr>
                </a:tc>
                <a:tc>
                  <a:txBody>
                    <a:bodyPr/>
                    <a:lstStyle/>
                    <a:p>
                      <a:pPr algn="ctr">
                        <a:spcAft>
                          <a:spcPts val="0"/>
                        </a:spcAft>
                      </a:pPr>
                      <a:r>
                        <a:rPr sz="1400" b="0">
                          <a:solidFill>
                            <a:srgbClr val="0F172A"/>
                          </a:solidFill>
                          <a:latin typeface="Aptos"/>
                        </a:rPr>
                        <a:t>8</a:t>
                      </a:r>
                    </a:p>
                  </a:txBody>
                  <a:tcPr marL="50292" marR="50292" marT="22860" marB="22860" anchor="ctr">
                    <a:solidFill>
                      <a:srgbClr val="FFFFFF"/>
                    </a:solidFill>
                  </a:tcPr>
                </a:tc>
                <a:tc>
                  <a:txBody>
                    <a:bodyPr/>
                    <a:lstStyle/>
                    <a:p>
                      <a:pPr algn="ctr">
                        <a:spcAft>
                          <a:spcPts val="0"/>
                        </a:spcAft>
                      </a:pPr>
                      <a:r>
                        <a:rPr sz="1400" b="0">
                          <a:solidFill>
                            <a:srgbClr val="0F172A"/>
                          </a:solidFill>
                          <a:latin typeface="Aptos"/>
                        </a:rPr>
                        <a:t>~60</a:t>
                      </a:r>
                    </a:p>
                  </a:txBody>
                  <a:tcPr marL="50292" marR="50292" marT="22860" marB="22860" anchor="ctr">
                    <a:solidFill>
                      <a:srgbClr val="FFFFFF"/>
                    </a:solidFill>
                  </a:tcPr>
                </a:tc>
                <a:tc>
                  <a:txBody>
                    <a:bodyPr/>
                    <a:lstStyle/>
                    <a:p>
                      <a:pPr algn="ctr">
                        <a:spcAft>
                          <a:spcPts val="0"/>
                        </a:spcAft>
                      </a:pPr>
                      <a:r>
                        <a:rPr sz="1400" b="0">
                          <a:solidFill>
                            <a:srgbClr val="0F172A"/>
                          </a:solidFill>
                          <a:latin typeface="Aptos"/>
                        </a:rPr>
                        <a:t>10</a:t>
                      </a:r>
                    </a:p>
                  </a:txBody>
                  <a:tcPr marL="50292" marR="50292" marT="22860" marB="22860" anchor="ctr">
                    <a:solidFill>
                      <a:srgbClr val="FFFFFF"/>
                    </a:solidFill>
                  </a:tcPr>
                </a:tc>
                <a:tc>
                  <a:txBody>
                    <a:bodyPr/>
                    <a:lstStyle/>
                    <a:p>
                      <a:pPr algn="ctr">
                        <a:spcAft>
                          <a:spcPts val="0"/>
                        </a:spcAft>
                      </a:pPr>
                      <a:r>
                        <a:rPr sz="1400" b="0">
                          <a:solidFill>
                            <a:srgbClr val="0F172A"/>
                          </a:solidFill>
                          <a:latin typeface="Aptos"/>
                        </a:rPr>
                        <a:t>60 s</a:t>
                      </a:r>
                    </a:p>
                  </a:txBody>
                  <a:tcPr marL="50292" marR="50292" marT="22860" marB="22860" anchor="ctr">
                    <a:solidFill>
                      <a:srgbClr val="FFFFFF"/>
                    </a:solidFill>
                  </a:tcPr>
                </a:tc>
                <a:tc>
                  <a:txBody>
                    <a:bodyPr/>
                    <a:lstStyle/>
                    <a:p>
                      <a:pPr algn="ctr">
                        <a:spcAft>
                          <a:spcPts val="0"/>
                        </a:spcAft>
                      </a:pPr>
                      <a:r>
                        <a:rPr sz="1400" b="1">
                          <a:solidFill>
                            <a:srgbClr val="075985"/>
                          </a:solidFill>
                          <a:latin typeface="Aptos"/>
                        </a:rPr>
                        <a:t>OPTIMAL / FEASIBLE</a:t>
                      </a:r>
                    </a:p>
                  </a:txBody>
                  <a:tcPr marL="50292" marR="50292" marT="22860" marB="22860" anchor="ctr">
                    <a:solidFill>
                      <a:srgbClr val="E0F2FE"/>
                    </a:solidFill>
                  </a:tcPr>
                </a:tc>
                <a:extLst>
                  <a:ext uri="{0D108BD9-81ED-4DB2-BD59-A6C34878D82A}">
                    <a16:rowId xmlns:a16="http://schemas.microsoft.com/office/drawing/2014/main" val="10002"/>
                  </a:ext>
                </a:extLst>
              </a:tr>
              <a:tr h="370332">
                <a:tc>
                  <a:txBody>
                    <a:bodyPr/>
                    <a:lstStyle/>
                    <a:p>
                      <a:pPr algn="l">
                        <a:spcAft>
                          <a:spcPts val="0"/>
                        </a:spcAft>
                      </a:pPr>
                      <a:r>
                        <a:rPr sz="1400" b="1">
                          <a:solidFill>
                            <a:srgbClr val="075985"/>
                          </a:solidFill>
                          <a:latin typeface="Aptos"/>
                        </a:rPr>
                        <a:t>complexe</a:t>
                      </a:r>
                    </a:p>
                  </a:txBody>
                  <a:tcPr marL="50292" marR="50292" marT="22860" marB="22860" anchor="ctr">
                    <a:solidFill>
                      <a:srgbClr val="E8F4FD"/>
                    </a:solidFill>
                  </a:tcPr>
                </a:tc>
                <a:tc>
                  <a:txBody>
                    <a:bodyPr/>
                    <a:lstStyle/>
                    <a:p>
                      <a:pPr algn="ctr">
                        <a:spcAft>
                          <a:spcPts val="0"/>
                        </a:spcAft>
                      </a:pPr>
                      <a:r>
                        <a:rPr sz="1400" b="0">
                          <a:solidFill>
                            <a:srgbClr val="0F172A"/>
                          </a:solidFill>
                          <a:latin typeface="Aptos"/>
                        </a:rPr>
                        <a:t>12</a:t>
                      </a:r>
                    </a:p>
                  </a:txBody>
                  <a:tcPr marL="50292" marR="50292" marT="22860" marB="22860" anchor="ctr">
                    <a:solidFill>
                      <a:srgbClr val="F1F7FD"/>
                    </a:solidFill>
                  </a:tcPr>
                </a:tc>
                <a:tc>
                  <a:txBody>
                    <a:bodyPr/>
                    <a:lstStyle/>
                    <a:p>
                      <a:pPr algn="ctr">
                        <a:spcAft>
                          <a:spcPts val="0"/>
                        </a:spcAft>
                      </a:pPr>
                      <a:r>
                        <a:rPr sz="1400" b="0">
                          <a:solidFill>
                            <a:srgbClr val="0F172A"/>
                          </a:solidFill>
                          <a:latin typeface="Aptos"/>
                        </a:rPr>
                        <a:t>~100</a:t>
                      </a:r>
                    </a:p>
                  </a:txBody>
                  <a:tcPr marL="50292" marR="50292" marT="22860" marB="22860" anchor="ctr">
                    <a:solidFill>
                      <a:srgbClr val="F1F7FD"/>
                    </a:solidFill>
                  </a:tcPr>
                </a:tc>
                <a:tc>
                  <a:txBody>
                    <a:bodyPr/>
                    <a:lstStyle/>
                    <a:p>
                      <a:pPr algn="ctr">
                        <a:spcAft>
                          <a:spcPts val="0"/>
                        </a:spcAft>
                      </a:pPr>
                      <a:r>
                        <a:rPr sz="1400" b="0">
                          <a:solidFill>
                            <a:srgbClr val="0F172A"/>
                          </a:solidFill>
                          <a:latin typeface="Aptos"/>
                        </a:rPr>
                        <a:t>12</a:t>
                      </a:r>
                    </a:p>
                  </a:txBody>
                  <a:tcPr marL="50292" marR="50292" marT="22860" marB="22860" anchor="ctr">
                    <a:solidFill>
                      <a:srgbClr val="F1F7FD"/>
                    </a:solidFill>
                  </a:tcPr>
                </a:tc>
                <a:tc>
                  <a:txBody>
                    <a:bodyPr/>
                    <a:lstStyle/>
                    <a:p>
                      <a:pPr algn="ctr">
                        <a:spcAft>
                          <a:spcPts val="0"/>
                        </a:spcAft>
                      </a:pPr>
                      <a:r>
                        <a:rPr sz="1400" b="0">
                          <a:solidFill>
                            <a:srgbClr val="0F172A"/>
                          </a:solidFill>
                          <a:latin typeface="Aptos"/>
                        </a:rPr>
                        <a:t>60 s</a:t>
                      </a:r>
                    </a:p>
                  </a:txBody>
                  <a:tcPr marL="50292" marR="50292" marT="22860" marB="22860" anchor="ctr">
                    <a:solidFill>
                      <a:srgbClr val="F1F7FD"/>
                    </a:solidFill>
                  </a:tcPr>
                </a:tc>
                <a:tc>
                  <a:txBody>
                    <a:bodyPr/>
                    <a:lstStyle/>
                    <a:p>
                      <a:pPr algn="ctr">
                        <a:spcAft>
                          <a:spcPts val="0"/>
                        </a:spcAft>
                      </a:pPr>
                      <a:r>
                        <a:rPr sz="1400" b="1">
                          <a:solidFill>
                            <a:srgbClr val="C2410C"/>
                          </a:solidFill>
                          <a:latin typeface="Aptos"/>
                        </a:rPr>
                        <a:t>FEASIBLE</a:t>
                      </a:r>
                    </a:p>
                  </a:txBody>
                  <a:tcPr marL="50292" marR="50292" marT="22860" marB="22860" anchor="ctr">
                    <a:solidFill>
                      <a:srgbClr val="FFEDD5"/>
                    </a:solidFill>
                  </a:tcPr>
                </a:tc>
                <a:extLst>
                  <a:ext uri="{0D108BD9-81ED-4DB2-BD59-A6C34878D82A}">
                    <a16:rowId xmlns:a16="http://schemas.microsoft.com/office/drawing/2014/main" val="10003"/>
                  </a:ext>
                </a:extLst>
              </a:tr>
              <a:tr h="370332">
                <a:tc>
                  <a:txBody>
                    <a:bodyPr/>
                    <a:lstStyle/>
                    <a:p>
                      <a:pPr algn="l">
                        <a:spcAft>
                          <a:spcPts val="0"/>
                        </a:spcAft>
                      </a:pPr>
                      <a:r>
                        <a:rPr sz="1400" b="1">
                          <a:solidFill>
                            <a:srgbClr val="075985"/>
                          </a:solidFill>
                          <a:latin typeface="Aptos"/>
                        </a:rPr>
                        <a:t>real-univ</a:t>
                      </a:r>
                    </a:p>
                  </a:txBody>
                  <a:tcPr marL="50292" marR="50292" marT="22860" marB="22860" anchor="ctr">
                    <a:solidFill>
                      <a:srgbClr val="E8F4FD"/>
                    </a:solidFill>
                  </a:tcPr>
                </a:tc>
                <a:tc>
                  <a:txBody>
                    <a:bodyPr/>
                    <a:lstStyle/>
                    <a:p>
                      <a:pPr algn="ctr">
                        <a:spcAft>
                          <a:spcPts val="0"/>
                        </a:spcAft>
                      </a:pPr>
                      <a:r>
                        <a:rPr sz="1400" b="0">
                          <a:solidFill>
                            <a:srgbClr val="0F172A"/>
                          </a:solidFill>
                          <a:latin typeface="Aptos"/>
                        </a:rPr>
                        <a:t>19</a:t>
                      </a:r>
                    </a:p>
                  </a:txBody>
                  <a:tcPr marL="50292" marR="50292" marT="22860" marB="22860" anchor="ctr">
                    <a:solidFill>
                      <a:srgbClr val="FFFFFF"/>
                    </a:solidFill>
                  </a:tcPr>
                </a:tc>
                <a:tc>
                  <a:txBody>
                    <a:bodyPr/>
                    <a:lstStyle/>
                    <a:p>
                      <a:pPr algn="ctr">
                        <a:spcAft>
                          <a:spcPts val="0"/>
                        </a:spcAft>
                      </a:pPr>
                      <a:r>
                        <a:rPr sz="1400" b="0">
                          <a:solidFill>
                            <a:srgbClr val="0F172A"/>
                          </a:solidFill>
                          <a:latin typeface="Aptos"/>
                        </a:rPr>
                        <a:t>247</a:t>
                      </a:r>
                    </a:p>
                  </a:txBody>
                  <a:tcPr marL="50292" marR="50292" marT="22860" marB="22860" anchor="ctr">
                    <a:solidFill>
                      <a:srgbClr val="FFFFFF"/>
                    </a:solidFill>
                  </a:tcPr>
                </a:tc>
                <a:tc>
                  <a:txBody>
                    <a:bodyPr/>
                    <a:lstStyle/>
                    <a:p>
                      <a:pPr algn="ctr">
                        <a:spcAft>
                          <a:spcPts val="0"/>
                        </a:spcAft>
                      </a:pPr>
                      <a:r>
                        <a:rPr sz="1400" b="0">
                          <a:solidFill>
                            <a:srgbClr val="0F172A"/>
                          </a:solidFill>
                          <a:latin typeface="Aptos"/>
                        </a:rPr>
                        <a:t>17</a:t>
                      </a:r>
                    </a:p>
                  </a:txBody>
                  <a:tcPr marL="50292" marR="50292" marT="22860" marB="22860" anchor="ctr">
                    <a:solidFill>
                      <a:srgbClr val="FFFFFF"/>
                    </a:solidFill>
                  </a:tcPr>
                </a:tc>
                <a:tc>
                  <a:txBody>
                    <a:bodyPr/>
                    <a:lstStyle/>
                    <a:p>
                      <a:pPr algn="ctr">
                        <a:spcAft>
                          <a:spcPts val="0"/>
                        </a:spcAft>
                      </a:pPr>
                      <a:r>
                        <a:rPr sz="1400" b="0">
                          <a:solidFill>
                            <a:srgbClr val="0F172A"/>
                          </a:solidFill>
                          <a:latin typeface="Aptos"/>
                        </a:rPr>
                        <a:t>1 200 s</a:t>
                      </a:r>
                    </a:p>
                  </a:txBody>
                  <a:tcPr marL="50292" marR="50292" marT="22860" marB="22860" anchor="ctr">
                    <a:solidFill>
                      <a:srgbClr val="FFFFFF"/>
                    </a:solidFill>
                  </a:tcPr>
                </a:tc>
                <a:tc>
                  <a:txBody>
                    <a:bodyPr/>
                    <a:lstStyle/>
                    <a:p>
                      <a:pPr algn="ctr">
                        <a:spcAft>
                          <a:spcPts val="0"/>
                        </a:spcAft>
                      </a:pPr>
                      <a:r>
                        <a:rPr sz="1400" b="1">
                          <a:solidFill>
                            <a:srgbClr val="C2410C"/>
                          </a:solidFill>
                          <a:latin typeface="Aptos"/>
                        </a:rPr>
                        <a:t>FEASIBLE</a:t>
                      </a:r>
                    </a:p>
                  </a:txBody>
                  <a:tcPr marL="50292" marR="50292" marT="22860" marB="22860" anchor="ctr">
                    <a:solidFill>
                      <a:srgbClr val="FFEDD5"/>
                    </a:solidFill>
                  </a:tcPr>
                </a:tc>
                <a:extLst>
                  <a:ext uri="{0D108BD9-81ED-4DB2-BD59-A6C34878D82A}">
                    <a16:rowId xmlns:a16="http://schemas.microsoft.com/office/drawing/2014/main" val="10004"/>
                  </a:ext>
                </a:extLst>
              </a:tr>
            </a:tbl>
          </a:graphicData>
        </a:graphic>
      </p:graphicFrame>
      <p:sp>
        <p:nvSpPr>
          <p:cNvPr id="7" name="Espace réservé du numéro de diapositive 6">
            <a:extLst>
              <a:ext uri="{FF2B5EF4-FFF2-40B4-BE49-F238E27FC236}">
                <a16:creationId xmlns:a16="http://schemas.microsoft.com/office/drawing/2014/main" id="{26503A41-5F0B-D928-D31B-0264ABC31040}"/>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10</a:t>
            </a:fld>
            <a:endParaRPr lang="en-US"/>
          </a:p>
        </p:txBody>
      </p:sp>
      <p:pic>
        <p:nvPicPr>
          <p:cNvPr id="5" name="Image 4">
            <a:extLst>
              <a:ext uri="{FF2B5EF4-FFF2-40B4-BE49-F238E27FC236}">
                <a16:creationId xmlns:a16="http://schemas.microsoft.com/office/drawing/2014/main" id="{E19B3E6C-FD53-1502-0F03-9353590823D6}"/>
              </a:ext>
            </a:extLst>
          </p:cNvPr>
          <p:cNvPicPr>
            <a:picLocks noChangeAspect="1"/>
          </p:cNvPicPr>
          <p:nvPr/>
        </p:nvPicPr>
        <p:blipFill>
          <a:blip r:embed="rId3"/>
          <a:stretch>
            <a:fillRect/>
          </a:stretch>
        </p:blipFill>
        <p:spPr>
          <a:xfrm>
            <a:off x="5732549" y="3446634"/>
            <a:ext cx="2954251" cy="142173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6" name="Oval 1">
            <a:extLst>
              <a:ext uri="{FF2B5EF4-FFF2-40B4-BE49-F238E27FC236}">
                <a16:creationId xmlns:a16="http://schemas.microsoft.com/office/drawing/2014/main" id="{634AD58F-26B3-1D3D-5CC8-2273B2B14EF8}"/>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
            <a:extLst>
              <a:ext uri="{FF2B5EF4-FFF2-40B4-BE49-F238E27FC236}">
                <a16:creationId xmlns:a16="http://schemas.microsoft.com/office/drawing/2014/main" id="{64B2BD0A-A224-A741-6DD0-0A7B84EB2396}"/>
              </a:ext>
            </a:extLst>
          </p:cNvPr>
          <p:cNvSpPr txBox="1"/>
          <p:nvPr/>
        </p:nvSpPr>
        <p:spPr>
          <a:xfrm>
            <a:off x="22644" y="80113"/>
            <a:ext cx="411911" cy="400110"/>
          </a:xfrm>
          <a:prstGeom prst="rect">
            <a:avLst/>
          </a:prstGeom>
          <a:noFill/>
        </p:spPr>
        <p:txBody>
          <a:bodyPr wrap="square">
            <a:spAutoFit/>
          </a:bodyPr>
          <a:lstStyle/>
          <a:p>
            <a:pPr algn="ctr"/>
            <a:r>
              <a:rPr sz="2000" b="1" i="0">
                <a:solidFill>
                  <a:srgbClr val="FFFFFF"/>
                </a:solidFill>
              </a:rPr>
              <a:t>1</a:t>
            </a:r>
          </a:p>
        </p:txBody>
      </p:sp>
      <p:sp>
        <p:nvSpPr>
          <p:cNvPr id="2" name="TextBox 1"/>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Gestion des imprévus en temps réel</a:t>
            </a:r>
          </a:p>
        </p:txBody>
      </p:sp>
      <p:sp>
        <p:nvSpPr>
          <p:cNvPr id="3" name="Rectangle 2"/>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 name="Rectangle 3"/>
          <p:cNvSpPr/>
          <p:nvPr/>
        </p:nvSpPr>
        <p:spPr>
          <a:xfrm>
            <a:off x="274320" y="1005840"/>
            <a:ext cx="3931920" cy="265176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 name="Rectangle 4"/>
          <p:cNvSpPr/>
          <p:nvPr/>
        </p:nvSpPr>
        <p:spPr>
          <a:xfrm>
            <a:off x="274320" y="1005840"/>
            <a:ext cx="64008" cy="2651760"/>
          </a:xfrm>
          <a:prstGeom prst="rect">
            <a:avLst/>
          </a:prstGeom>
          <a:solidFill>
            <a:srgbClr val="FDE2E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 name="TextBox 5"/>
          <p:cNvSpPr txBox="1"/>
          <p:nvPr/>
        </p:nvSpPr>
        <p:spPr>
          <a:xfrm>
            <a:off x="457200" y="1078992"/>
            <a:ext cx="3657600" cy="320040"/>
          </a:xfrm>
          <a:prstGeom prst="rect">
            <a:avLst/>
          </a:prstGeom>
          <a:noFill/>
          <a:ln>
            <a:solidFill/>
          </a:ln>
        </p:spPr>
        <p:txBody>
          <a:bodyPr wrap="square">
            <a:spAutoFit/>
          </a:bodyPr>
          <a:lstStyle/>
          <a:p>
            <a:pPr algn="l">
              <a:defRPr>
                <a:solidFill>
                  <a:srgbClr val="0F172A"/>
                </a:solidFill>
              </a:defRPr>
            </a:pPr>
            <a:r>
              <a:rPr lang="fr-FR" sz="1400" b="1" i="0">
                <a:solidFill>
                  <a:srgbClr val="B91C1C"/>
                </a:solidFill>
              </a:rPr>
              <a:t>Le problème</a:t>
            </a:r>
          </a:p>
        </p:txBody>
      </p:sp>
      <p:sp>
        <p:nvSpPr>
          <p:cNvPr id="7" name="TextBox 6"/>
          <p:cNvSpPr txBox="1"/>
          <p:nvPr/>
        </p:nvSpPr>
        <p:spPr>
          <a:xfrm>
            <a:off x="457200" y="1463040"/>
            <a:ext cx="3611880" cy="984885"/>
          </a:xfrm>
          <a:prstGeom prst="rect">
            <a:avLst/>
          </a:prstGeom>
          <a:noFill/>
          <a:ln>
            <a:noFill/>
          </a:ln>
        </p:spPr>
        <p:txBody>
          <a:bodyPr wrap="square">
            <a:spAutoFit/>
          </a:bodyPr>
          <a:lstStyle/>
          <a:p>
            <a:pPr>
              <a:spcAft>
                <a:spcPts val="400"/>
              </a:spcAft>
              <a:defRPr>
                <a:solidFill>
                  <a:srgbClr val="0F172A"/>
                </a:solidFill>
              </a:defRPr>
            </a:pPr>
            <a:r>
              <a:rPr lang="fr-FR" sz="1200" dirty="0">
                <a:solidFill>
                  <a:srgbClr val="0F172A"/>
                </a:solidFill>
              </a:rPr>
              <a:t>  •  Un professeur est absent demain matin</a:t>
            </a:r>
          </a:p>
          <a:p>
            <a:pPr>
              <a:spcAft>
                <a:spcPts val="400"/>
              </a:spcAft>
              <a:defRPr>
                <a:solidFill>
                  <a:srgbClr val="0F172A"/>
                </a:solidFill>
              </a:defRPr>
            </a:pPr>
            <a:r>
              <a:rPr lang="fr-FR" sz="1200" dirty="0">
                <a:solidFill>
                  <a:srgbClr val="0F172A"/>
                </a:solidFill>
              </a:rPr>
              <a:t>  •  Une salle est indisponible ce jour-là</a:t>
            </a:r>
          </a:p>
          <a:p>
            <a:pPr>
              <a:spcAft>
                <a:spcPts val="400"/>
              </a:spcAft>
              <a:defRPr>
                <a:solidFill>
                  <a:srgbClr val="0F172A"/>
                </a:solidFill>
              </a:defRPr>
            </a:pPr>
            <a:r>
              <a:rPr lang="fr-FR" sz="1200" dirty="0">
                <a:solidFill>
                  <a:srgbClr val="0F172A"/>
                </a:solidFill>
              </a:rPr>
              <a:t>    → Recalcul complet = trop lent (&gt;60s)</a:t>
            </a:r>
          </a:p>
          <a:p>
            <a:pPr>
              <a:spcAft>
                <a:spcPts val="400"/>
              </a:spcAft>
              <a:defRPr>
                <a:solidFill>
                  <a:srgbClr val="0F172A"/>
                </a:solidFill>
              </a:defRPr>
            </a:pPr>
            <a:r>
              <a:rPr lang="fr-FR" sz="1200" dirty="0">
                <a:solidFill>
                  <a:srgbClr val="0F172A"/>
                </a:solidFill>
              </a:rPr>
              <a:t>    → Annuler les cours n'est pas acceptable</a:t>
            </a:r>
          </a:p>
        </p:txBody>
      </p:sp>
      <p:sp>
        <p:nvSpPr>
          <p:cNvPr id="8" name="Rectangle 7"/>
          <p:cNvSpPr/>
          <p:nvPr/>
        </p:nvSpPr>
        <p:spPr>
          <a:xfrm>
            <a:off x="4663440" y="1005840"/>
            <a:ext cx="4160520" cy="265176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 name="Rectangle 8"/>
          <p:cNvSpPr/>
          <p:nvPr/>
        </p:nvSpPr>
        <p:spPr>
          <a:xfrm>
            <a:off x="4663440" y="1005840"/>
            <a:ext cx="64008" cy="2651760"/>
          </a:xfrm>
          <a:prstGeom prst="rect">
            <a:avLst/>
          </a:prstGeom>
          <a:solidFill>
            <a:srgbClr val="DCFCE7"/>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0" name="TextBox 9"/>
          <p:cNvSpPr txBox="1"/>
          <p:nvPr/>
        </p:nvSpPr>
        <p:spPr>
          <a:xfrm>
            <a:off x="4846320" y="1078992"/>
            <a:ext cx="3840480" cy="320040"/>
          </a:xfrm>
          <a:prstGeom prst="rect">
            <a:avLst/>
          </a:prstGeom>
          <a:noFill/>
          <a:ln>
            <a:solidFill/>
          </a:ln>
        </p:spPr>
        <p:txBody>
          <a:bodyPr wrap="square">
            <a:spAutoFit/>
          </a:bodyPr>
          <a:lstStyle/>
          <a:p>
            <a:pPr algn="l">
              <a:defRPr>
                <a:solidFill>
                  <a:srgbClr val="0F172A"/>
                </a:solidFill>
              </a:defRPr>
            </a:pPr>
            <a:r>
              <a:rPr lang="fr-FR" sz="1400" b="1" i="0">
                <a:solidFill>
                  <a:srgbClr val="15803D"/>
                </a:solidFill>
              </a:rPr>
              <a:t>Notre approche : re-scheduling partiel</a:t>
            </a:r>
          </a:p>
        </p:txBody>
      </p:sp>
      <p:sp>
        <p:nvSpPr>
          <p:cNvPr id="11" name="Rectangle 10"/>
          <p:cNvSpPr/>
          <p:nvPr/>
        </p:nvSpPr>
        <p:spPr>
          <a:xfrm>
            <a:off x="4846320" y="1508760"/>
            <a:ext cx="292608" cy="292608"/>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2" name="TextBox 11"/>
          <p:cNvSpPr txBox="1"/>
          <p:nvPr/>
        </p:nvSpPr>
        <p:spPr>
          <a:xfrm>
            <a:off x="4846320" y="1517904"/>
            <a:ext cx="292608" cy="261610"/>
          </a:xfrm>
          <a:prstGeom prst="rect">
            <a:avLst/>
          </a:prstGeom>
          <a:noFill/>
          <a:ln>
            <a:noFill/>
          </a:ln>
        </p:spPr>
        <p:txBody>
          <a:bodyPr wrap="square">
            <a:spAutoFit/>
          </a:bodyPr>
          <a:lstStyle/>
          <a:p>
            <a:pPr algn="ctr">
              <a:defRPr>
                <a:solidFill>
                  <a:srgbClr val="0F172A"/>
                </a:solidFill>
              </a:defRPr>
            </a:pPr>
            <a:r>
              <a:rPr lang="fr-FR" sz="1100" b="1" i="0">
                <a:solidFill>
                  <a:srgbClr val="0F172A"/>
                </a:solidFill>
              </a:rPr>
              <a:t>1</a:t>
            </a:r>
          </a:p>
        </p:txBody>
      </p:sp>
      <p:sp>
        <p:nvSpPr>
          <p:cNvPr id="13" name="TextBox 12"/>
          <p:cNvSpPr txBox="1"/>
          <p:nvPr/>
        </p:nvSpPr>
        <p:spPr>
          <a:xfrm>
            <a:off x="5230368" y="1508760"/>
            <a:ext cx="3429000" cy="261610"/>
          </a:xfrm>
          <a:prstGeom prst="rect">
            <a:avLst/>
          </a:prstGeom>
          <a:noFill/>
          <a:ln>
            <a:solidFill/>
          </a:ln>
        </p:spPr>
        <p:txBody>
          <a:bodyPr wrap="square">
            <a:spAutoFit/>
          </a:bodyPr>
          <a:lstStyle/>
          <a:p>
            <a:pPr algn="l">
              <a:defRPr>
                <a:solidFill>
                  <a:srgbClr val="0F172A"/>
                </a:solidFill>
              </a:defRPr>
            </a:pPr>
            <a:r>
              <a:rPr lang="fr-FR" sz="1100" b="0" i="0">
                <a:solidFill>
                  <a:srgbClr val="0F172A"/>
                </a:solidFill>
              </a:rPr>
              <a:t>Charger l'EDT existant depuis le JSON</a:t>
            </a:r>
          </a:p>
        </p:txBody>
      </p:sp>
      <p:sp>
        <p:nvSpPr>
          <p:cNvPr id="14" name="Rectangle 13"/>
          <p:cNvSpPr/>
          <p:nvPr/>
        </p:nvSpPr>
        <p:spPr>
          <a:xfrm>
            <a:off x="4846320" y="2057400"/>
            <a:ext cx="292608" cy="292608"/>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5" name="TextBox 14"/>
          <p:cNvSpPr txBox="1"/>
          <p:nvPr/>
        </p:nvSpPr>
        <p:spPr>
          <a:xfrm>
            <a:off x="4846320" y="2074292"/>
            <a:ext cx="292608" cy="261610"/>
          </a:xfrm>
          <a:prstGeom prst="rect">
            <a:avLst/>
          </a:prstGeom>
          <a:noFill/>
          <a:ln>
            <a:noFill/>
          </a:ln>
        </p:spPr>
        <p:txBody>
          <a:bodyPr wrap="square">
            <a:spAutoFit/>
          </a:bodyPr>
          <a:lstStyle/>
          <a:p>
            <a:pPr algn="ctr">
              <a:defRPr>
                <a:solidFill>
                  <a:srgbClr val="0F172A"/>
                </a:solidFill>
              </a:defRPr>
            </a:pPr>
            <a:r>
              <a:rPr lang="fr-FR" sz="1100" b="1" i="0">
                <a:solidFill>
                  <a:srgbClr val="0F172A"/>
                </a:solidFill>
              </a:rPr>
              <a:t>2</a:t>
            </a:r>
          </a:p>
        </p:txBody>
      </p:sp>
      <p:sp>
        <p:nvSpPr>
          <p:cNvPr id="16" name="TextBox 15"/>
          <p:cNvSpPr txBox="1"/>
          <p:nvPr/>
        </p:nvSpPr>
        <p:spPr>
          <a:xfrm>
            <a:off x="5230368" y="2057400"/>
            <a:ext cx="3429000" cy="261610"/>
          </a:xfrm>
          <a:prstGeom prst="rect">
            <a:avLst/>
          </a:prstGeom>
          <a:noFill/>
          <a:ln>
            <a:solidFill/>
          </a:ln>
        </p:spPr>
        <p:txBody>
          <a:bodyPr wrap="square">
            <a:spAutoFit/>
          </a:bodyPr>
          <a:lstStyle/>
          <a:p>
            <a:pPr algn="l">
              <a:defRPr>
                <a:solidFill>
                  <a:srgbClr val="0F172A"/>
                </a:solidFill>
              </a:defRPr>
            </a:pPr>
            <a:r>
              <a:rPr lang="fr-FR" sz="1100" b="0" i="0">
                <a:solidFill>
                  <a:srgbClr val="0F172A"/>
                </a:solidFill>
              </a:rPr>
              <a:t>Identifier les cours impactés</a:t>
            </a:r>
          </a:p>
        </p:txBody>
      </p:sp>
      <p:sp>
        <p:nvSpPr>
          <p:cNvPr id="17" name="Rectangle 16"/>
          <p:cNvSpPr/>
          <p:nvPr/>
        </p:nvSpPr>
        <p:spPr>
          <a:xfrm>
            <a:off x="4846320" y="2606039"/>
            <a:ext cx="292608" cy="292608"/>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8" name="TextBox 17"/>
          <p:cNvSpPr txBox="1"/>
          <p:nvPr/>
        </p:nvSpPr>
        <p:spPr>
          <a:xfrm>
            <a:off x="4846320" y="2615183"/>
            <a:ext cx="292608" cy="261610"/>
          </a:xfrm>
          <a:prstGeom prst="rect">
            <a:avLst/>
          </a:prstGeom>
          <a:noFill/>
          <a:ln>
            <a:noFill/>
          </a:ln>
        </p:spPr>
        <p:txBody>
          <a:bodyPr wrap="square">
            <a:spAutoFit/>
          </a:bodyPr>
          <a:lstStyle/>
          <a:p>
            <a:pPr algn="ctr">
              <a:defRPr>
                <a:solidFill>
                  <a:srgbClr val="0F172A"/>
                </a:solidFill>
              </a:defRPr>
            </a:pPr>
            <a:r>
              <a:rPr lang="fr-FR" sz="1100" b="1" i="0">
                <a:solidFill>
                  <a:srgbClr val="0F172A"/>
                </a:solidFill>
              </a:rPr>
              <a:t>3</a:t>
            </a:r>
          </a:p>
        </p:txBody>
      </p:sp>
      <p:sp>
        <p:nvSpPr>
          <p:cNvPr id="19" name="TextBox 18"/>
          <p:cNvSpPr txBox="1"/>
          <p:nvPr/>
        </p:nvSpPr>
        <p:spPr>
          <a:xfrm>
            <a:off x="5230368" y="2606039"/>
            <a:ext cx="3429000" cy="430887"/>
          </a:xfrm>
          <a:prstGeom prst="rect">
            <a:avLst/>
          </a:prstGeom>
          <a:noFill/>
          <a:ln>
            <a:solidFill/>
          </a:ln>
        </p:spPr>
        <p:txBody>
          <a:bodyPr wrap="square">
            <a:spAutoFit/>
          </a:bodyPr>
          <a:lstStyle/>
          <a:p>
            <a:pPr algn="l">
              <a:defRPr>
                <a:solidFill>
                  <a:srgbClr val="0F172A"/>
                </a:solidFill>
              </a:defRPr>
            </a:pPr>
            <a:r>
              <a:rPr lang="fr-FR" sz="1100" b="0" i="0">
                <a:solidFill>
                  <a:srgbClr val="0F172A"/>
                </a:solidFill>
              </a:rPr>
              <a:t>Replacer uniquement ces cours
    (solveur rapide sur sous-problème)</a:t>
            </a:r>
          </a:p>
        </p:txBody>
      </p:sp>
      <p:sp>
        <p:nvSpPr>
          <p:cNvPr id="20" name="Rectangle 19"/>
          <p:cNvSpPr/>
          <p:nvPr/>
        </p:nvSpPr>
        <p:spPr>
          <a:xfrm>
            <a:off x="4846320" y="3154679"/>
            <a:ext cx="292608" cy="292608"/>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21" name="TextBox 20"/>
          <p:cNvSpPr txBox="1"/>
          <p:nvPr/>
        </p:nvSpPr>
        <p:spPr>
          <a:xfrm>
            <a:off x="4846320" y="3163823"/>
            <a:ext cx="292608" cy="261610"/>
          </a:xfrm>
          <a:prstGeom prst="rect">
            <a:avLst/>
          </a:prstGeom>
          <a:noFill/>
          <a:ln>
            <a:noFill/>
          </a:ln>
        </p:spPr>
        <p:txBody>
          <a:bodyPr wrap="square">
            <a:spAutoFit/>
          </a:bodyPr>
          <a:lstStyle/>
          <a:p>
            <a:pPr algn="ctr">
              <a:defRPr>
                <a:solidFill>
                  <a:srgbClr val="0F172A"/>
                </a:solidFill>
              </a:defRPr>
            </a:pPr>
            <a:r>
              <a:rPr lang="fr-FR" sz="1100" b="1" i="0">
                <a:solidFill>
                  <a:srgbClr val="0F172A"/>
                </a:solidFill>
              </a:rPr>
              <a:t>4</a:t>
            </a:r>
          </a:p>
        </p:txBody>
      </p:sp>
      <p:sp>
        <p:nvSpPr>
          <p:cNvPr id="22" name="TextBox 21"/>
          <p:cNvSpPr txBox="1"/>
          <p:nvPr/>
        </p:nvSpPr>
        <p:spPr>
          <a:xfrm>
            <a:off x="5230368" y="3154679"/>
            <a:ext cx="3429000" cy="261610"/>
          </a:xfrm>
          <a:prstGeom prst="rect">
            <a:avLst/>
          </a:prstGeom>
          <a:noFill/>
          <a:ln>
            <a:solidFill/>
          </a:ln>
        </p:spPr>
        <p:txBody>
          <a:bodyPr wrap="square">
            <a:spAutoFit/>
          </a:bodyPr>
          <a:lstStyle/>
          <a:p>
            <a:pPr algn="l">
              <a:defRPr>
                <a:solidFill>
                  <a:srgbClr val="0F172A"/>
                </a:solidFill>
              </a:defRPr>
            </a:pPr>
            <a:r>
              <a:rPr lang="fr-FR" sz="1100" b="0" i="0">
                <a:solidFill>
                  <a:srgbClr val="0F172A"/>
                </a:solidFill>
              </a:rPr>
              <a:t>Sauvegarder le nouvel EDT + log</a:t>
            </a:r>
          </a:p>
        </p:txBody>
      </p:sp>
      <p:sp>
        <p:nvSpPr>
          <p:cNvPr id="23" name="Rectangle 22"/>
          <p:cNvSpPr/>
          <p:nvPr/>
        </p:nvSpPr>
        <p:spPr>
          <a:xfrm>
            <a:off x="274320" y="3822191"/>
            <a:ext cx="8595360" cy="749808"/>
          </a:xfrm>
          <a:prstGeom prst="rect">
            <a:avLst/>
          </a:prstGeom>
          <a:solidFill>
            <a:srgbClr val="E6F6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24" name="TextBox 23"/>
          <p:cNvSpPr txBox="1"/>
          <p:nvPr/>
        </p:nvSpPr>
        <p:spPr>
          <a:xfrm>
            <a:off x="457200" y="3934204"/>
            <a:ext cx="8229600" cy="523220"/>
          </a:xfrm>
          <a:prstGeom prst="rect">
            <a:avLst/>
          </a:prstGeom>
          <a:noFill/>
          <a:ln>
            <a:noFill/>
          </a:ln>
        </p:spPr>
        <p:txBody>
          <a:bodyPr wrap="square">
            <a:spAutoFit/>
          </a:bodyPr>
          <a:lstStyle/>
          <a:p>
            <a:pPr algn="ctr">
              <a:defRPr>
                <a:solidFill>
                  <a:srgbClr val="0F172A"/>
                </a:solidFill>
              </a:defRPr>
            </a:pPr>
            <a:r>
              <a:rPr lang="fr-FR" sz="1400" b="1" i="1">
                <a:solidFill>
                  <a:srgbClr val="FF0000"/>
                </a:solidFill>
              </a:rPr>
              <a:t>Avantage CP-SAT : les contraintes soft sont réutilisées à l'identique
→ la qualité de l'EDT est préservée après le re-</a:t>
            </a:r>
            <a:r>
              <a:rPr lang="fr-FR" sz="1400" b="1" i="1" err="1">
                <a:solidFill>
                  <a:srgbClr val="FF0000"/>
                </a:solidFill>
              </a:rPr>
              <a:t>scheduling</a:t>
            </a:r>
            <a:endParaRPr lang="fr-FR" sz="1400" b="1" i="1">
              <a:solidFill>
                <a:srgbClr val="FF0000"/>
              </a:solidFill>
            </a:endParaRPr>
          </a:p>
        </p:txBody>
      </p:sp>
      <p:sp>
        <p:nvSpPr>
          <p:cNvPr id="29" name="Espace réservé du numéro de diapositive 28">
            <a:extLst>
              <a:ext uri="{FF2B5EF4-FFF2-40B4-BE49-F238E27FC236}">
                <a16:creationId xmlns:a16="http://schemas.microsoft.com/office/drawing/2014/main" id="{11B18FE0-D1C6-E58B-B20F-D88C7D6068F0}"/>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3" name="Oval 1">
            <a:extLst>
              <a:ext uri="{FF2B5EF4-FFF2-40B4-BE49-F238E27FC236}">
                <a16:creationId xmlns:a16="http://schemas.microsoft.com/office/drawing/2014/main" id="{6CE7E6AE-99FD-4540-0F68-E866AC393588}"/>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
            <a:extLst>
              <a:ext uri="{FF2B5EF4-FFF2-40B4-BE49-F238E27FC236}">
                <a16:creationId xmlns:a16="http://schemas.microsoft.com/office/drawing/2014/main" id="{770B5CE2-E7FF-D8AE-F8AE-17FFB1D0EE7E}"/>
              </a:ext>
            </a:extLst>
          </p:cNvPr>
          <p:cNvSpPr txBox="1"/>
          <p:nvPr/>
        </p:nvSpPr>
        <p:spPr>
          <a:xfrm>
            <a:off x="22644" y="80113"/>
            <a:ext cx="411911" cy="400110"/>
          </a:xfrm>
          <a:prstGeom prst="rect">
            <a:avLst/>
          </a:prstGeom>
          <a:noFill/>
        </p:spPr>
        <p:txBody>
          <a:bodyPr wrap="square">
            <a:spAutoFit/>
          </a:bodyPr>
          <a:lstStyle/>
          <a:p>
            <a:pPr algn="ctr"/>
            <a:r>
              <a:rPr sz="2000" b="1" i="0">
                <a:solidFill>
                  <a:srgbClr val="FFFFFF"/>
                </a:solidFill>
              </a:rPr>
              <a:t>1</a:t>
            </a:r>
          </a:p>
        </p:txBody>
      </p:sp>
      <p:sp>
        <p:nvSpPr>
          <p:cNvPr id="2" name="TextBox 1"/>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Suivi expérimental et analyse</a:t>
            </a:r>
          </a:p>
        </p:txBody>
      </p:sp>
      <p:sp>
        <p:nvSpPr>
          <p:cNvPr id="3" name="Rectangle 2"/>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 name="Rectangle 3"/>
          <p:cNvSpPr/>
          <p:nvPr/>
        </p:nvSpPr>
        <p:spPr>
          <a:xfrm>
            <a:off x="274320" y="1005840"/>
            <a:ext cx="3977639" cy="324612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 name="Rectangle 4"/>
          <p:cNvSpPr/>
          <p:nvPr/>
        </p:nvSpPr>
        <p:spPr>
          <a:xfrm>
            <a:off x="274320" y="1005840"/>
            <a:ext cx="64008" cy="3246120"/>
          </a:xfrm>
          <a:prstGeom prst="rect">
            <a:avLst/>
          </a:prstGeom>
          <a:solidFill>
            <a:srgbClr val="FCEAD6"/>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 name="TextBox 5"/>
          <p:cNvSpPr txBox="1"/>
          <p:nvPr/>
        </p:nvSpPr>
        <p:spPr>
          <a:xfrm>
            <a:off x="457200" y="1078992"/>
            <a:ext cx="3749039" cy="320040"/>
          </a:xfrm>
          <a:prstGeom prst="rect">
            <a:avLst/>
          </a:prstGeom>
          <a:noFill/>
          <a:ln>
            <a:solidFill/>
          </a:ln>
        </p:spPr>
        <p:txBody>
          <a:bodyPr wrap="square">
            <a:spAutoFit/>
          </a:bodyPr>
          <a:lstStyle/>
          <a:p>
            <a:pPr algn="l">
              <a:defRPr>
                <a:solidFill>
                  <a:srgbClr val="0F172A"/>
                </a:solidFill>
              </a:defRPr>
            </a:pPr>
            <a:r>
              <a:rPr lang="fr-FR" sz="1400" b="1" i="0">
                <a:solidFill>
                  <a:srgbClr val="C2410C"/>
                </a:solidFill>
              </a:rPr>
              <a:t>Log structuré (JSONL)</a:t>
            </a:r>
          </a:p>
        </p:txBody>
      </p:sp>
      <p:sp>
        <p:nvSpPr>
          <p:cNvPr id="7" name="TextBox 6"/>
          <p:cNvSpPr txBox="1"/>
          <p:nvPr/>
        </p:nvSpPr>
        <p:spPr>
          <a:xfrm>
            <a:off x="457200" y="1463040"/>
            <a:ext cx="3657600" cy="1220847"/>
          </a:xfrm>
          <a:prstGeom prst="rect">
            <a:avLst/>
          </a:prstGeom>
          <a:noFill/>
          <a:ln>
            <a:noFill/>
          </a:ln>
        </p:spPr>
        <p:txBody>
          <a:bodyPr wrap="square">
            <a:spAutoFit/>
          </a:bodyPr>
          <a:lstStyle/>
          <a:p>
            <a:pPr>
              <a:spcAft>
                <a:spcPts val="400"/>
              </a:spcAft>
              <a:defRPr>
                <a:solidFill>
                  <a:srgbClr val="0F172A"/>
                </a:solidFill>
              </a:defRPr>
            </a:pPr>
            <a:r>
              <a:rPr lang="fr-FR" sz="1200">
                <a:solidFill>
                  <a:srgbClr val="0F172A"/>
                </a:solidFill>
              </a:rPr>
              <a:t>  •  Instance, contraintes actives, status, score</a:t>
            </a:r>
          </a:p>
          <a:p>
            <a:pPr>
              <a:spcAft>
                <a:spcPts val="400"/>
              </a:spcAft>
              <a:defRPr>
                <a:solidFill>
                  <a:srgbClr val="0F172A"/>
                </a:solidFill>
              </a:defRPr>
            </a:pPr>
            <a:r>
              <a:rPr lang="fr-FR" sz="1200">
                <a:solidFill>
                  <a:srgbClr val="0F172A"/>
                </a:solidFill>
              </a:rPr>
              <a:t>  •  Durée réelle vs timeout configuré</a:t>
            </a:r>
          </a:p>
          <a:p>
            <a:pPr>
              <a:spcAft>
                <a:spcPts val="400"/>
              </a:spcAft>
              <a:defRPr>
                <a:solidFill>
                  <a:srgbClr val="0F172A"/>
                </a:solidFill>
              </a:defRPr>
            </a:pPr>
            <a:r>
              <a:rPr lang="fr-FR" sz="1200">
                <a:solidFill>
                  <a:srgbClr val="0F172A"/>
                </a:solidFill>
              </a:rPr>
              <a:t>  •  experiment_id → regroupe les runs</a:t>
            </a:r>
          </a:p>
          <a:p>
            <a:pPr>
              <a:spcAft>
                <a:spcPts val="400"/>
              </a:spcAft>
              <a:defRPr>
                <a:solidFill>
                  <a:srgbClr val="0F172A"/>
                </a:solidFill>
              </a:defRPr>
            </a:pPr>
            <a:r>
              <a:rPr lang="fr-FR" sz="1200">
                <a:solidFill>
                  <a:srgbClr val="0F172A"/>
                </a:solidFill>
              </a:rPr>
              <a:t>  •  callbacks : liste (wall_time, score)</a:t>
            </a:r>
          </a:p>
          <a:p>
            <a:pPr>
              <a:spcAft>
                <a:spcPts val="400"/>
              </a:spcAft>
              <a:defRPr>
                <a:solidFill>
                  <a:srgbClr val="0F172A"/>
                </a:solidFill>
              </a:defRPr>
            </a:pPr>
            <a:r>
              <a:rPr lang="fr-FR" sz="1200">
                <a:solidFill>
                  <a:srgbClr val="0F172A"/>
                </a:solidFill>
              </a:rPr>
              <a:t>  •  nb_days, lunch_slots, nb_slots_per_day</a:t>
            </a:r>
          </a:p>
        </p:txBody>
      </p:sp>
      <p:sp>
        <p:nvSpPr>
          <p:cNvPr id="8" name="Rectangle 7"/>
          <p:cNvSpPr/>
          <p:nvPr/>
        </p:nvSpPr>
        <p:spPr>
          <a:xfrm>
            <a:off x="4617720" y="1005840"/>
            <a:ext cx="4206240" cy="324612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 name="Rectangle 8"/>
          <p:cNvSpPr/>
          <p:nvPr/>
        </p:nvSpPr>
        <p:spPr>
          <a:xfrm>
            <a:off x="4617720" y="1005840"/>
            <a:ext cx="64008" cy="3246120"/>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0" name="TextBox 9"/>
          <p:cNvSpPr txBox="1"/>
          <p:nvPr/>
        </p:nvSpPr>
        <p:spPr>
          <a:xfrm>
            <a:off x="4800600" y="1078992"/>
            <a:ext cx="3931920" cy="320040"/>
          </a:xfrm>
          <a:prstGeom prst="rect">
            <a:avLst/>
          </a:prstGeom>
          <a:noFill/>
          <a:ln>
            <a:solidFill/>
          </a:ln>
        </p:spPr>
        <p:txBody>
          <a:bodyPr wrap="square">
            <a:spAutoFit/>
          </a:bodyPr>
          <a:lstStyle/>
          <a:p>
            <a:pPr algn="l">
              <a:defRPr>
                <a:solidFill>
                  <a:srgbClr val="0F172A"/>
                </a:solidFill>
              </a:defRPr>
            </a:pPr>
            <a:r>
              <a:rPr lang="fr-FR" sz="1400" b="1" i="0">
                <a:solidFill>
                  <a:srgbClr val="0369A1"/>
                </a:solidFill>
              </a:rPr>
              <a:t>Fonctions d'analyse</a:t>
            </a:r>
          </a:p>
        </p:txBody>
      </p:sp>
      <p:sp>
        <p:nvSpPr>
          <p:cNvPr id="11" name="TextBox 10"/>
          <p:cNvSpPr txBox="1"/>
          <p:nvPr/>
        </p:nvSpPr>
        <p:spPr>
          <a:xfrm>
            <a:off x="4800600" y="1508760"/>
            <a:ext cx="3931920" cy="261610"/>
          </a:xfrm>
          <a:prstGeom prst="rect">
            <a:avLst/>
          </a:prstGeom>
          <a:noFill/>
          <a:ln>
            <a:solidFill/>
          </a:ln>
        </p:spPr>
        <p:txBody>
          <a:bodyPr wrap="square">
            <a:spAutoFit/>
          </a:bodyPr>
          <a:lstStyle/>
          <a:p>
            <a:pPr algn="l">
              <a:defRPr>
                <a:solidFill>
                  <a:srgbClr val="0F172A"/>
                </a:solidFill>
              </a:defRPr>
            </a:pPr>
            <a:r>
              <a:rPr lang="fr-FR" sz="1100" b="1" i="0">
                <a:solidFill>
                  <a:srgbClr val="0369A1"/>
                </a:solidFill>
              </a:rPr>
              <a:t>timeout_analysis()</a:t>
            </a:r>
          </a:p>
        </p:txBody>
      </p:sp>
      <p:sp>
        <p:nvSpPr>
          <p:cNvPr id="12" name="TextBox 11"/>
          <p:cNvSpPr txBox="1"/>
          <p:nvPr/>
        </p:nvSpPr>
        <p:spPr>
          <a:xfrm>
            <a:off x="4800600" y="1764792"/>
            <a:ext cx="3931920" cy="256032"/>
          </a:xfrm>
          <a:prstGeom prst="rect">
            <a:avLst/>
          </a:prstGeom>
          <a:noFill/>
          <a:ln>
            <a:noFill/>
          </a:ln>
        </p:spPr>
        <p:txBody>
          <a:bodyPr wrap="square">
            <a:spAutoFit/>
          </a:bodyPr>
          <a:lstStyle/>
          <a:p>
            <a:pPr algn="l">
              <a:defRPr>
                <a:solidFill>
                  <a:srgbClr val="0F172A"/>
                </a:solidFill>
              </a:defRPr>
            </a:pPr>
            <a:r>
              <a:rPr lang="fr-FR" sz="1000" b="0" i="0">
                <a:solidFill>
                  <a:srgbClr val="475569"/>
                </a:solidFill>
              </a:rPr>
              <a:t>	Saturation du timeout par </a:t>
            </a:r>
            <a:r>
              <a:rPr lang="fr-FR" sz="1000" b="0" i="0" err="1">
                <a:solidFill>
                  <a:srgbClr val="475569"/>
                </a:solidFill>
              </a:rPr>
              <a:t>status</a:t>
            </a:r>
            <a:endParaRPr lang="fr-FR" sz="1000" b="0" i="0">
              <a:solidFill>
                <a:srgbClr val="475569"/>
              </a:solidFill>
            </a:endParaRPr>
          </a:p>
        </p:txBody>
      </p:sp>
      <p:sp>
        <p:nvSpPr>
          <p:cNvPr id="13" name="TextBox 12"/>
          <p:cNvSpPr txBox="1"/>
          <p:nvPr/>
        </p:nvSpPr>
        <p:spPr>
          <a:xfrm>
            <a:off x="4800600" y="2039112"/>
            <a:ext cx="3931920" cy="261610"/>
          </a:xfrm>
          <a:prstGeom prst="rect">
            <a:avLst/>
          </a:prstGeom>
          <a:noFill/>
          <a:ln>
            <a:solidFill/>
          </a:ln>
        </p:spPr>
        <p:txBody>
          <a:bodyPr wrap="square">
            <a:spAutoFit/>
          </a:bodyPr>
          <a:lstStyle/>
          <a:p>
            <a:pPr algn="l">
              <a:defRPr>
                <a:solidFill>
                  <a:srgbClr val="0F172A"/>
                </a:solidFill>
              </a:defRPr>
            </a:pPr>
            <a:r>
              <a:rPr lang="fr-FR" sz="1100" b="1" i="0">
                <a:solidFill>
                  <a:srgbClr val="0369A1"/>
                </a:solidFill>
              </a:rPr>
              <a:t>constraint_marginal_cost()</a:t>
            </a:r>
          </a:p>
        </p:txBody>
      </p:sp>
      <p:sp>
        <p:nvSpPr>
          <p:cNvPr id="14" name="TextBox 13"/>
          <p:cNvSpPr txBox="1"/>
          <p:nvPr/>
        </p:nvSpPr>
        <p:spPr>
          <a:xfrm>
            <a:off x="4800600" y="2295144"/>
            <a:ext cx="3931920" cy="256032"/>
          </a:xfrm>
          <a:prstGeom prst="rect">
            <a:avLst/>
          </a:prstGeom>
          <a:noFill/>
          <a:ln>
            <a:noFill/>
          </a:ln>
        </p:spPr>
        <p:txBody>
          <a:bodyPr wrap="square">
            <a:spAutoFit/>
          </a:bodyPr>
          <a:lstStyle/>
          <a:p>
            <a:pPr algn="l">
              <a:defRPr>
                <a:solidFill>
                  <a:srgbClr val="0F172A"/>
                </a:solidFill>
              </a:defRPr>
            </a:pPr>
            <a:r>
              <a:rPr lang="fr-FR" sz="1000" b="0" i="0">
                <a:solidFill>
                  <a:srgbClr val="475569"/>
                </a:solidFill>
              </a:rPr>
              <a:t>	Coût de chaque contrainte</a:t>
            </a:r>
          </a:p>
        </p:txBody>
      </p:sp>
      <p:sp>
        <p:nvSpPr>
          <p:cNvPr id="15" name="TextBox 14"/>
          <p:cNvSpPr txBox="1"/>
          <p:nvPr/>
        </p:nvSpPr>
        <p:spPr>
          <a:xfrm>
            <a:off x="4800600" y="2569463"/>
            <a:ext cx="3931920" cy="261610"/>
          </a:xfrm>
          <a:prstGeom prst="rect">
            <a:avLst/>
          </a:prstGeom>
          <a:noFill/>
          <a:ln>
            <a:solidFill/>
          </a:ln>
        </p:spPr>
        <p:txBody>
          <a:bodyPr wrap="square">
            <a:spAutoFit/>
          </a:bodyPr>
          <a:lstStyle/>
          <a:p>
            <a:pPr algn="l">
              <a:defRPr>
                <a:solidFill>
                  <a:srgbClr val="0F172A"/>
                </a:solidFill>
              </a:defRPr>
            </a:pPr>
            <a:r>
              <a:rPr lang="fr-FR" sz="1100" b="1" i="0">
                <a:solidFill>
                  <a:srgbClr val="0369A1"/>
                </a:solidFill>
              </a:rPr>
              <a:t>instance_complexity_vs_runtime()</a:t>
            </a:r>
          </a:p>
        </p:txBody>
      </p:sp>
      <p:sp>
        <p:nvSpPr>
          <p:cNvPr id="16" name="TextBox 15"/>
          <p:cNvSpPr txBox="1"/>
          <p:nvPr/>
        </p:nvSpPr>
        <p:spPr>
          <a:xfrm>
            <a:off x="4800600" y="2825496"/>
            <a:ext cx="3931920" cy="256032"/>
          </a:xfrm>
          <a:prstGeom prst="rect">
            <a:avLst/>
          </a:prstGeom>
          <a:noFill/>
          <a:ln>
            <a:noFill/>
          </a:ln>
        </p:spPr>
        <p:txBody>
          <a:bodyPr wrap="square">
            <a:spAutoFit/>
          </a:bodyPr>
          <a:lstStyle/>
          <a:p>
            <a:pPr algn="l">
              <a:defRPr>
                <a:solidFill>
                  <a:srgbClr val="0F172A"/>
                </a:solidFill>
              </a:defRPr>
            </a:pPr>
            <a:r>
              <a:rPr lang="fr-FR" sz="1000" b="0" i="0">
                <a:solidFill>
                  <a:srgbClr val="475569"/>
                </a:solidFill>
              </a:rPr>
              <a:t>	Taille de l'instance vs temps</a:t>
            </a:r>
          </a:p>
        </p:txBody>
      </p:sp>
      <p:sp>
        <p:nvSpPr>
          <p:cNvPr id="17" name="TextBox 16"/>
          <p:cNvSpPr txBox="1"/>
          <p:nvPr/>
        </p:nvSpPr>
        <p:spPr>
          <a:xfrm>
            <a:off x="4800600" y="3099815"/>
            <a:ext cx="3931920" cy="261610"/>
          </a:xfrm>
          <a:prstGeom prst="rect">
            <a:avLst/>
          </a:prstGeom>
          <a:noFill/>
          <a:ln>
            <a:solidFill/>
          </a:ln>
        </p:spPr>
        <p:txBody>
          <a:bodyPr wrap="square">
            <a:spAutoFit/>
          </a:bodyPr>
          <a:lstStyle/>
          <a:p>
            <a:pPr algn="l">
              <a:defRPr>
                <a:solidFill>
                  <a:srgbClr val="0F172A"/>
                </a:solidFill>
              </a:defRPr>
            </a:pPr>
            <a:r>
              <a:rPr lang="fr-FR" sz="1100" b="1" i="0">
                <a:solidFill>
                  <a:srgbClr val="0369A1"/>
                </a:solidFill>
              </a:rPr>
              <a:t>plot_cp_experiment()</a:t>
            </a:r>
          </a:p>
        </p:txBody>
      </p:sp>
      <p:sp>
        <p:nvSpPr>
          <p:cNvPr id="18" name="TextBox 17"/>
          <p:cNvSpPr txBox="1"/>
          <p:nvPr/>
        </p:nvSpPr>
        <p:spPr>
          <a:xfrm>
            <a:off x="4800600" y="3355848"/>
            <a:ext cx="3931920" cy="256032"/>
          </a:xfrm>
          <a:prstGeom prst="rect">
            <a:avLst/>
          </a:prstGeom>
          <a:noFill/>
          <a:ln>
            <a:noFill/>
          </a:ln>
        </p:spPr>
        <p:txBody>
          <a:bodyPr wrap="square">
            <a:spAutoFit/>
          </a:bodyPr>
          <a:lstStyle/>
          <a:p>
            <a:pPr algn="l">
              <a:defRPr>
                <a:solidFill>
                  <a:srgbClr val="0F172A"/>
                </a:solidFill>
              </a:defRPr>
            </a:pPr>
            <a:r>
              <a:rPr lang="fr-FR" sz="1000" b="0" i="0">
                <a:solidFill>
                  <a:srgbClr val="475569"/>
                </a:solidFill>
              </a:rPr>
              <a:t>	Courbes de convergence (n runs)</a:t>
            </a:r>
          </a:p>
        </p:txBody>
      </p:sp>
      <p:sp>
        <p:nvSpPr>
          <p:cNvPr id="19" name="TextBox 18"/>
          <p:cNvSpPr txBox="1"/>
          <p:nvPr/>
        </p:nvSpPr>
        <p:spPr>
          <a:xfrm>
            <a:off x="4800600" y="3630168"/>
            <a:ext cx="3931920" cy="261610"/>
          </a:xfrm>
          <a:prstGeom prst="rect">
            <a:avLst/>
          </a:prstGeom>
          <a:noFill/>
          <a:ln>
            <a:solidFill/>
          </a:ln>
        </p:spPr>
        <p:txBody>
          <a:bodyPr wrap="square">
            <a:spAutoFit/>
          </a:bodyPr>
          <a:lstStyle/>
          <a:p>
            <a:pPr algn="l">
              <a:defRPr>
                <a:solidFill>
                  <a:srgbClr val="0F172A"/>
                </a:solidFill>
              </a:defRPr>
            </a:pPr>
            <a:r>
              <a:rPr lang="fr-FR" sz="1100" b="1" i="0">
                <a:solidFill>
                  <a:srgbClr val="0369A1"/>
                </a:solidFill>
              </a:rPr>
              <a:t>list_cp_experiments()</a:t>
            </a:r>
          </a:p>
        </p:txBody>
      </p:sp>
      <p:sp>
        <p:nvSpPr>
          <p:cNvPr id="20" name="TextBox 19"/>
          <p:cNvSpPr txBox="1"/>
          <p:nvPr/>
        </p:nvSpPr>
        <p:spPr>
          <a:xfrm>
            <a:off x="4800600" y="3886200"/>
            <a:ext cx="3931920" cy="256032"/>
          </a:xfrm>
          <a:prstGeom prst="rect">
            <a:avLst/>
          </a:prstGeom>
          <a:noFill/>
          <a:ln>
            <a:noFill/>
          </a:ln>
        </p:spPr>
        <p:txBody>
          <a:bodyPr wrap="square">
            <a:spAutoFit/>
          </a:bodyPr>
          <a:lstStyle/>
          <a:p>
            <a:pPr algn="l">
              <a:defRPr>
                <a:solidFill>
                  <a:srgbClr val="0F172A"/>
                </a:solidFill>
              </a:defRPr>
            </a:pPr>
            <a:r>
              <a:rPr lang="fr-FR" sz="1000" b="0" i="0">
                <a:solidFill>
                  <a:srgbClr val="475569"/>
                </a:solidFill>
              </a:rPr>
              <a:t>	Inventaire des runs enregistrés</a:t>
            </a:r>
          </a:p>
        </p:txBody>
      </p:sp>
      <p:sp>
        <p:nvSpPr>
          <p:cNvPr id="21" name="TextBox 20"/>
          <p:cNvSpPr txBox="1"/>
          <p:nvPr/>
        </p:nvSpPr>
        <p:spPr>
          <a:xfrm>
            <a:off x="320040" y="4462272"/>
            <a:ext cx="8503920" cy="276999"/>
          </a:xfrm>
          <a:prstGeom prst="rect">
            <a:avLst/>
          </a:prstGeom>
          <a:noFill/>
          <a:ln>
            <a:solidFill/>
          </a:ln>
        </p:spPr>
        <p:txBody>
          <a:bodyPr wrap="square">
            <a:spAutoFit/>
          </a:bodyPr>
          <a:lstStyle/>
          <a:p>
            <a:pPr algn="ctr">
              <a:defRPr>
                <a:solidFill>
                  <a:srgbClr val="0F172A"/>
                </a:solidFill>
              </a:defRPr>
            </a:pPr>
            <a:r>
              <a:rPr lang="fr-FR" sz="1200" b="1">
                <a:solidFill>
                  <a:srgbClr val="FF0000"/>
                </a:solidFill>
              </a:rPr>
              <a:t>Objectif : comprendre les goulots d’étranglement et guider les choix de modélisation</a:t>
            </a:r>
          </a:p>
        </p:txBody>
      </p:sp>
      <p:sp>
        <p:nvSpPr>
          <p:cNvPr id="26" name="Espace réservé du numéro de diapositive 25">
            <a:extLst>
              <a:ext uri="{FF2B5EF4-FFF2-40B4-BE49-F238E27FC236}">
                <a16:creationId xmlns:a16="http://schemas.microsoft.com/office/drawing/2014/main" id="{FE95F408-F9D1-F89C-676A-5064029D4AD5}"/>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1F479-0D0D-664A-EEC9-C43A770BFE76}"/>
            </a:ext>
          </a:extLst>
        </p:cNvPr>
        <p:cNvGrpSpPr/>
        <p:nvPr/>
      </p:nvGrpSpPr>
      <p:grpSpPr>
        <a:xfrm>
          <a:off x="0" y="0"/>
          <a:ext cx="0" cy="0"/>
          <a:chOff x="0" y="0"/>
          <a:chExt cx="0" cy="0"/>
        </a:xfrm>
      </p:grpSpPr>
      <p:sp>
        <p:nvSpPr>
          <p:cNvPr id="13" name="Oval 1">
            <a:extLst>
              <a:ext uri="{FF2B5EF4-FFF2-40B4-BE49-F238E27FC236}">
                <a16:creationId xmlns:a16="http://schemas.microsoft.com/office/drawing/2014/main" id="{2FBB2D97-381C-6371-C476-940494B0A223}"/>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2">
            <a:extLst>
              <a:ext uri="{FF2B5EF4-FFF2-40B4-BE49-F238E27FC236}">
                <a16:creationId xmlns:a16="http://schemas.microsoft.com/office/drawing/2014/main" id="{04D29DD0-4F55-23BB-2D39-0EE79207C428}"/>
              </a:ext>
            </a:extLst>
          </p:cNvPr>
          <p:cNvSpPr txBox="1"/>
          <p:nvPr/>
        </p:nvSpPr>
        <p:spPr>
          <a:xfrm>
            <a:off x="22644" y="80113"/>
            <a:ext cx="411911" cy="400110"/>
          </a:xfrm>
          <a:prstGeom prst="rect">
            <a:avLst/>
          </a:prstGeom>
          <a:noFill/>
        </p:spPr>
        <p:txBody>
          <a:bodyPr wrap="square">
            <a:spAutoFit/>
          </a:bodyPr>
          <a:lstStyle/>
          <a:p>
            <a:pPr algn="ctr"/>
            <a:r>
              <a:rPr sz="2000" b="1" i="0">
                <a:solidFill>
                  <a:srgbClr val="FFFFFF"/>
                </a:solidFill>
              </a:rPr>
              <a:t>1</a:t>
            </a:r>
          </a:p>
        </p:txBody>
      </p:sp>
      <p:sp>
        <p:nvSpPr>
          <p:cNvPr id="2" name="TextBox 1">
            <a:extLst>
              <a:ext uri="{FF2B5EF4-FFF2-40B4-BE49-F238E27FC236}">
                <a16:creationId xmlns:a16="http://schemas.microsoft.com/office/drawing/2014/main" id="{7377FBD9-6198-7A10-7541-D03494900B18}"/>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Mode semestriel - Principe</a:t>
            </a:r>
          </a:p>
        </p:txBody>
      </p:sp>
      <p:sp>
        <p:nvSpPr>
          <p:cNvPr id="3" name="Rectangle 2">
            <a:extLst>
              <a:ext uri="{FF2B5EF4-FFF2-40B4-BE49-F238E27FC236}">
                <a16:creationId xmlns:a16="http://schemas.microsoft.com/office/drawing/2014/main" id="{4DC04D2E-C199-2AD3-C214-A9D6762EE922}"/>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 name="Rectangle 3">
            <a:extLst>
              <a:ext uri="{FF2B5EF4-FFF2-40B4-BE49-F238E27FC236}">
                <a16:creationId xmlns:a16="http://schemas.microsoft.com/office/drawing/2014/main" id="{494B5F20-89EB-EAC3-DC73-5AB0736CD0F7}"/>
              </a:ext>
            </a:extLst>
          </p:cNvPr>
          <p:cNvSpPr/>
          <p:nvPr/>
        </p:nvSpPr>
        <p:spPr>
          <a:xfrm>
            <a:off x="274320" y="1005840"/>
            <a:ext cx="3977639" cy="324612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 name="Rectangle 4">
            <a:extLst>
              <a:ext uri="{FF2B5EF4-FFF2-40B4-BE49-F238E27FC236}">
                <a16:creationId xmlns:a16="http://schemas.microsoft.com/office/drawing/2014/main" id="{9662D592-C2AB-2FFF-DEA4-CC793D4143FB}"/>
              </a:ext>
            </a:extLst>
          </p:cNvPr>
          <p:cNvSpPr/>
          <p:nvPr/>
        </p:nvSpPr>
        <p:spPr>
          <a:xfrm>
            <a:off x="274320" y="1005840"/>
            <a:ext cx="64008" cy="3246120"/>
          </a:xfrm>
          <a:prstGeom prst="rect">
            <a:avLst/>
          </a:prstGeom>
          <a:solidFill>
            <a:srgbClr val="FCEAD6"/>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 name="TextBox 5">
            <a:extLst>
              <a:ext uri="{FF2B5EF4-FFF2-40B4-BE49-F238E27FC236}">
                <a16:creationId xmlns:a16="http://schemas.microsoft.com/office/drawing/2014/main" id="{88C53D4A-5553-7087-8A06-B6D314DFAAAE}"/>
              </a:ext>
            </a:extLst>
          </p:cNvPr>
          <p:cNvSpPr txBox="1"/>
          <p:nvPr/>
        </p:nvSpPr>
        <p:spPr>
          <a:xfrm>
            <a:off x="457200" y="1078992"/>
            <a:ext cx="3749039" cy="320040"/>
          </a:xfrm>
          <a:prstGeom prst="rect">
            <a:avLst/>
          </a:prstGeom>
          <a:noFill/>
          <a:ln>
            <a:solidFill/>
          </a:ln>
        </p:spPr>
        <p:txBody>
          <a:bodyPr wrap="square">
            <a:spAutoFit/>
          </a:bodyPr>
          <a:lstStyle/>
          <a:p>
            <a:pPr algn="l">
              <a:defRPr>
                <a:solidFill>
                  <a:srgbClr val="0F172A"/>
                </a:solidFill>
              </a:defRPr>
            </a:pPr>
            <a:r>
              <a:rPr lang="fr-FR" sz="1400" b="1">
                <a:solidFill>
                  <a:srgbClr val="C2410C"/>
                </a:solidFill>
              </a:rPr>
              <a:t>Une architecture à 2 niveaux</a:t>
            </a:r>
            <a:endParaRPr lang="fr-FR" sz="1400" b="1" i="0">
              <a:solidFill>
                <a:srgbClr val="C2410C"/>
              </a:solidFill>
            </a:endParaRPr>
          </a:p>
        </p:txBody>
      </p:sp>
      <p:sp>
        <p:nvSpPr>
          <p:cNvPr id="8" name="Rectangle 7">
            <a:extLst>
              <a:ext uri="{FF2B5EF4-FFF2-40B4-BE49-F238E27FC236}">
                <a16:creationId xmlns:a16="http://schemas.microsoft.com/office/drawing/2014/main" id="{C30CBEBC-C675-94E7-505F-4CF809E977CD}"/>
              </a:ext>
            </a:extLst>
          </p:cNvPr>
          <p:cNvSpPr/>
          <p:nvPr/>
        </p:nvSpPr>
        <p:spPr>
          <a:xfrm>
            <a:off x="4617720" y="1005840"/>
            <a:ext cx="4206240" cy="324612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 name="Rectangle 8">
            <a:extLst>
              <a:ext uri="{FF2B5EF4-FFF2-40B4-BE49-F238E27FC236}">
                <a16:creationId xmlns:a16="http://schemas.microsoft.com/office/drawing/2014/main" id="{1C71CD47-EC07-9F2E-2037-E458312F1567}"/>
              </a:ext>
            </a:extLst>
          </p:cNvPr>
          <p:cNvSpPr/>
          <p:nvPr/>
        </p:nvSpPr>
        <p:spPr>
          <a:xfrm>
            <a:off x="4617720" y="1005840"/>
            <a:ext cx="64008" cy="3246120"/>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0" name="TextBox 9">
            <a:extLst>
              <a:ext uri="{FF2B5EF4-FFF2-40B4-BE49-F238E27FC236}">
                <a16:creationId xmlns:a16="http://schemas.microsoft.com/office/drawing/2014/main" id="{CD2D549C-D09C-7245-856B-A2092F641E53}"/>
              </a:ext>
            </a:extLst>
          </p:cNvPr>
          <p:cNvSpPr txBox="1"/>
          <p:nvPr/>
        </p:nvSpPr>
        <p:spPr>
          <a:xfrm>
            <a:off x="4800600" y="1078992"/>
            <a:ext cx="3931920" cy="320040"/>
          </a:xfrm>
          <a:prstGeom prst="rect">
            <a:avLst/>
          </a:prstGeom>
          <a:noFill/>
          <a:ln>
            <a:solidFill/>
          </a:ln>
        </p:spPr>
        <p:txBody>
          <a:bodyPr wrap="square">
            <a:spAutoFit/>
          </a:bodyPr>
          <a:lstStyle/>
          <a:p>
            <a:pPr algn="l">
              <a:defRPr>
                <a:solidFill>
                  <a:srgbClr val="0F172A"/>
                </a:solidFill>
              </a:defRPr>
            </a:pPr>
            <a:r>
              <a:rPr lang="fr-FR" sz="1400" b="1" i="0">
                <a:solidFill>
                  <a:srgbClr val="0369A1"/>
                </a:solidFill>
              </a:rPr>
              <a:t>Fonctionnalités clés</a:t>
            </a:r>
          </a:p>
        </p:txBody>
      </p:sp>
      <p:sp>
        <p:nvSpPr>
          <p:cNvPr id="11" name="TextBox 10">
            <a:extLst>
              <a:ext uri="{FF2B5EF4-FFF2-40B4-BE49-F238E27FC236}">
                <a16:creationId xmlns:a16="http://schemas.microsoft.com/office/drawing/2014/main" id="{95BDE41A-B77E-71A0-EE01-AD79F11FBA5C}"/>
              </a:ext>
            </a:extLst>
          </p:cNvPr>
          <p:cNvSpPr txBox="1"/>
          <p:nvPr/>
        </p:nvSpPr>
        <p:spPr>
          <a:xfrm>
            <a:off x="4800600" y="1508760"/>
            <a:ext cx="3003894" cy="261610"/>
          </a:xfrm>
          <a:prstGeom prst="rect">
            <a:avLst/>
          </a:prstGeom>
          <a:noFill/>
          <a:ln>
            <a:solidFill/>
          </a:ln>
        </p:spPr>
        <p:txBody>
          <a:bodyPr wrap="square">
            <a:spAutoFit/>
          </a:bodyPr>
          <a:lstStyle/>
          <a:p>
            <a:pPr algn="l">
              <a:defRPr>
                <a:solidFill>
                  <a:srgbClr val="0F172A"/>
                </a:solidFill>
              </a:defRPr>
            </a:pPr>
            <a:r>
              <a:rPr lang="fr-FR" sz="1100" b="1">
                <a:solidFill>
                  <a:srgbClr val="0369A1"/>
                </a:solidFill>
              </a:rPr>
              <a:t>Ordre des sessions</a:t>
            </a:r>
            <a:endParaRPr lang="fr-FR" sz="1100" b="1" i="0">
              <a:solidFill>
                <a:srgbClr val="0369A1"/>
              </a:solidFill>
            </a:endParaRPr>
          </a:p>
        </p:txBody>
      </p:sp>
      <p:sp>
        <p:nvSpPr>
          <p:cNvPr id="12" name="TextBox 11">
            <a:extLst>
              <a:ext uri="{FF2B5EF4-FFF2-40B4-BE49-F238E27FC236}">
                <a16:creationId xmlns:a16="http://schemas.microsoft.com/office/drawing/2014/main" id="{5068C604-F312-B226-4FE2-54F8EACF7C9E}"/>
              </a:ext>
            </a:extLst>
          </p:cNvPr>
          <p:cNvSpPr txBox="1"/>
          <p:nvPr/>
        </p:nvSpPr>
        <p:spPr>
          <a:xfrm>
            <a:off x="4800600" y="1764792"/>
            <a:ext cx="3931920" cy="400110"/>
          </a:xfrm>
          <a:prstGeom prst="rect">
            <a:avLst/>
          </a:prstGeom>
          <a:noFill/>
          <a:ln>
            <a:noFill/>
          </a:ln>
        </p:spPr>
        <p:txBody>
          <a:bodyPr wrap="square">
            <a:spAutoFit/>
          </a:bodyPr>
          <a:lstStyle/>
          <a:p>
            <a:pPr algn="l">
              <a:defRPr>
                <a:solidFill>
                  <a:srgbClr val="0F172A"/>
                </a:solidFill>
              </a:defRPr>
            </a:pPr>
            <a:r>
              <a:rPr lang="fr-FR" sz="1000" b="0" i="0">
                <a:solidFill>
                  <a:srgbClr val="475569"/>
                </a:solidFill>
              </a:rPr>
              <a:t>	Le prof définit l’ordre des cours (ex: CM-CM-CM-TD-TP-CM-TD-TD) et on pénalise les inversions lors de la résolution</a:t>
            </a:r>
          </a:p>
        </p:txBody>
      </p:sp>
      <p:sp>
        <p:nvSpPr>
          <p:cNvPr id="21" name="TextBox 20">
            <a:extLst>
              <a:ext uri="{FF2B5EF4-FFF2-40B4-BE49-F238E27FC236}">
                <a16:creationId xmlns:a16="http://schemas.microsoft.com/office/drawing/2014/main" id="{AC48F9ED-2A08-3267-36EB-B379F5544385}"/>
              </a:ext>
            </a:extLst>
          </p:cNvPr>
          <p:cNvSpPr txBox="1"/>
          <p:nvPr/>
        </p:nvSpPr>
        <p:spPr>
          <a:xfrm>
            <a:off x="320040" y="4462272"/>
            <a:ext cx="8503920" cy="276999"/>
          </a:xfrm>
          <a:prstGeom prst="rect">
            <a:avLst/>
          </a:prstGeom>
          <a:noFill/>
          <a:ln>
            <a:solidFill/>
          </a:ln>
        </p:spPr>
        <p:txBody>
          <a:bodyPr wrap="square">
            <a:spAutoFit/>
          </a:bodyPr>
          <a:lstStyle/>
          <a:p>
            <a:pPr algn="ctr">
              <a:defRPr>
                <a:solidFill>
                  <a:srgbClr val="0F172A"/>
                </a:solidFill>
              </a:defRPr>
            </a:pPr>
            <a:r>
              <a:rPr lang="fr-FR" sz="1200" b="1">
                <a:solidFill>
                  <a:srgbClr val="FF0000"/>
                </a:solidFill>
              </a:rPr>
              <a:t>Objectif : créer le meilleur emploi du temps possible sur un semestre complet</a:t>
            </a:r>
          </a:p>
        </p:txBody>
      </p:sp>
      <p:sp>
        <p:nvSpPr>
          <p:cNvPr id="23" name="TextBox 9">
            <a:extLst>
              <a:ext uri="{FF2B5EF4-FFF2-40B4-BE49-F238E27FC236}">
                <a16:creationId xmlns:a16="http://schemas.microsoft.com/office/drawing/2014/main" id="{A4044E8B-F8C6-6858-D1A4-6D3EE4911FF9}"/>
              </a:ext>
            </a:extLst>
          </p:cNvPr>
          <p:cNvSpPr txBox="1"/>
          <p:nvPr/>
        </p:nvSpPr>
        <p:spPr>
          <a:xfrm>
            <a:off x="457200" y="1551431"/>
            <a:ext cx="3388659" cy="307777"/>
          </a:xfrm>
          <a:prstGeom prst="rect">
            <a:avLst/>
          </a:prstGeom>
          <a:noFill/>
          <a:ln>
            <a:solidFill/>
          </a:ln>
        </p:spPr>
        <p:txBody>
          <a:bodyPr wrap="square">
            <a:spAutoFit/>
          </a:bodyPr>
          <a:lstStyle/>
          <a:p>
            <a:pPr algn="l">
              <a:defRPr>
                <a:solidFill>
                  <a:srgbClr val="0F172A"/>
                </a:solidFill>
              </a:defRPr>
            </a:pPr>
            <a:r>
              <a:rPr lang="fr-FR" sz="1400" b="1" i="0">
                <a:solidFill>
                  <a:srgbClr val="0369A1"/>
                </a:solidFill>
              </a:rPr>
              <a:t>Niveau 1 – </a:t>
            </a:r>
            <a:r>
              <a:rPr lang="fr-FR" sz="1400" b="1" i="0" err="1">
                <a:solidFill>
                  <a:srgbClr val="0369A1"/>
                </a:solidFill>
              </a:rPr>
              <a:t>week_solve</a:t>
            </a:r>
            <a:r>
              <a:rPr lang="fr-FR" sz="1400" b="1" i="0">
                <a:solidFill>
                  <a:srgbClr val="0369A1"/>
                </a:solidFill>
              </a:rPr>
              <a:t>()</a:t>
            </a:r>
          </a:p>
        </p:txBody>
      </p:sp>
      <p:sp>
        <p:nvSpPr>
          <p:cNvPr id="27" name="TextBox 6">
            <a:extLst>
              <a:ext uri="{FF2B5EF4-FFF2-40B4-BE49-F238E27FC236}">
                <a16:creationId xmlns:a16="http://schemas.microsoft.com/office/drawing/2014/main" id="{B228C195-2EA3-B11E-76B6-C6673C9B69B3}"/>
              </a:ext>
            </a:extLst>
          </p:cNvPr>
          <p:cNvSpPr txBox="1"/>
          <p:nvPr/>
        </p:nvSpPr>
        <p:spPr>
          <a:xfrm>
            <a:off x="411480" y="1879091"/>
            <a:ext cx="3840479" cy="1092607"/>
          </a:xfrm>
          <a:prstGeom prst="rect">
            <a:avLst/>
          </a:prstGeom>
          <a:noFill/>
        </p:spPr>
        <p:txBody>
          <a:bodyPr wrap="square">
            <a:spAutoFit/>
          </a:bodyPr>
          <a:lstStyle/>
          <a:p>
            <a:r>
              <a:rPr sz="1050">
                <a:solidFill>
                  <a:srgbClr val="1E293B"/>
                </a:solidFill>
              </a:rPr>
              <a:t>▸  </a:t>
            </a:r>
            <a:r>
              <a:rPr sz="1050" err="1">
                <a:solidFill>
                  <a:srgbClr val="1E293B"/>
                </a:solidFill>
              </a:rPr>
              <a:t>Décide</a:t>
            </a:r>
            <a:r>
              <a:rPr sz="1050">
                <a:solidFill>
                  <a:srgbClr val="1E293B"/>
                </a:solidFill>
              </a:rPr>
              <a:t> dans quelle </a:t>
            </a:r>
            <a:r>
              <a:rPr sz="1050" err="1">
                <a:solidFill>
                  <a:srgbClr val="1E293B"/>
                </a:solidFill>
              </a:rPr>
              <a:t>semaine</a:t>
            </a:r>
            <a:r>
              <a:rPr sz="1050">
                <a:solidFill>
                  <a:srgbClr val="1E293B"/>
                </a:solidFill>
              </a:rPr>
              <a:t> </a:t>
            </a:r>
            <a:r>
              <a:rPr sz="1050" err="1">
                <a:solidFill>
                  <a:srgbClr val="1E293B"/>
                </a:solidFill>
              </a:rPr>
              <a:t>tombe</a:t>
            </a:r>
            <a:r>
              <a:rPr sz="1050">
                <a:solidFill>
                  <a:srgbClr val="1E293B"/>
                </a:solidFill>
              </a:rPr>
              <a:t> </a:t>
            </a:r>
            <a:r>
              <a:rPr sz="1050" err="1">
                <a:solidFill>
                  <a:srgbClr val="1E293B"/>
                </a:solidFill>
              </a:rPr>
              <a:t>chaque</a:t>
            </a:r>
            <a:r>
              <a:rPr sz="1050">
                <a:solidFill>
                  <a:srgbClr val="1E293B"/>
                </a:solidFill>
              </a:rPr>
              <a:t> session</a:t>
            </a:r>
          </a:p>
          <a:p>
            <a:pPr>
              <a:spcBef>
                <a:spcPts val="500"/>
              </a:spcBef>
            </a:pPr>
            <a:r>
              <a:rPr sz="1050">
                <a:solidFill>
                  <a:srgbClr val="1E293B"/>
                </a:solidFill>
              </a:rPr>
              <a:t>▸  Hard : max sessions/</a:t>
            </a:r>
            <a:r>
              <a:rPr sz="1050" err="1">
                <a:solidFill>
                  <a:srgbClr val="1E293B"/>
                </a:solidFill>
              </a:rPr>
              <a:t>groupe</a:t>
            </a:r>
            <a:r>
              <a:rPr sz="1050">
                <a:solidFill>
                  <a:srgbClr val="1E293B"/>
                </a:solidFill>
              </a:rPr>
              <a:t>/</a:t>
            </a:r>
            <a:r>
              <a:rPr sz="1050" err="1">
                <a:solidFill>
                  <a:srgbClr val="1E293B"/>
                </a:solidFill>
              </a:rPr>
              <a:t>semaine</a:t>
            </a:r>
            <a:r>
              <a:rPr sz="1050">
                <a:solidFill>
                  <a:srgbClr val="1E293B"/>
                </a:solidFill>
              </a:rPr>
              <a:t>, max sessions/prof/</a:t>
            </a:r>
            <a:r>
              <a:rPr sz="1050" err="1">
                <a:solidFill>
                  <a:srgbClr val="1E293B"/>
                </a:solidFill>
              </a:rPr>
              <a:t>semaine</a:t>
            </a:r>
            <a:endParaRPr sz="1050">
              <a:solidFill>
                <a:srgbClr val="1E293B"/>
              </a:solidFill>
            </a:endParaRPr>
          </a:p>
          <a:p>
            <a:pPr>
              <a:spcBef>
                <a:spcPts val="500"/>
              </a:spcBef>
            </a:pPr>
            <a:r>
              <a:rPr sz="1050">
                <a:solidFill>
                  <a:srgbClr val="1E293B"/>
                </a:solidFill>
              </a:rPr>
              <a:t>▸  Soft : </a:t>
            </a:r>
            <a:r>
              <a:rPr sz="1050" err="1">
                <a:solidFill>
                  <a:srgbClr val="1E293B"/>
                </a:solidFill>
              </a:rPr>
              <a:t>répartition</a:t>
            </a:r>
            <a:r>
              <a:rPr sz="1050">
                <a:solidFill>
                  <a:srgbClr val="1E293B"/>
                </a:solidFill>
              </a:rPr>
              <a:t> </a:t>
            </a:r>
            <a:r>
              <a:rPr sz="1050" err="1">
                <a:solidFill>
                  <a:srgbClr val="1E293B"/>
                </a:solidFill>
              </a:rPr>
              <a:t>équilibrée</a:t>
            </a:r>
            <a:r>
              <a:rPr sz="1050">
                <a:solidFill>
                  <a:srgbClr val="1E293B"/>
                </a:solidFill>
              </a:rPr>
              <a:t> sur le </a:t>
            </a:r>
            <a:r>
              <a:rPr sz="1050" err="1">
                <a:solidFill>
                  <a:srgbClr val="1E293B"/>
                </a:solidFill>
              </a:rPr>
              <a:t>semestre</a:t>
            </a:r>
            <a:endParaRPr sz="1050">
              <a:solidFill>
                <a:srgbClr val="1E293B"/>
              </a:solidFill>
            </a:endParaRPr>
          </a:p>
          <a:p>
            <a:pPr>
              <a:spcBef>
                <a:spcPts val="500"/>
              </a:spcBef>
            </a:pPr>
            <a:r>
              <a:rPr sz="1050">
                <a:solidFill>
                  <a:srgbClr val="1E293B"/>
                </a:solidFill>
              </a:rPr>
              <a:t>▸  </a:t>
            </a:r>
            <a:r>
              <a:rPr sz="1050" err="1">
                <a:solidFill>
                  <a:srgbClr val="1E293B"/>
                </a:solidFill>
              </a:rPr>
              <a:t>Statut</a:t>
            </a:r>
            <a:r>
              <a:rPr sz="1050">
                <a:solidFill>
                  <a:srgbClr val="1E293B"/>
                </a:solidFill>
              </a:rPr>
              <a:t> : OPTIMAL </a:t>
            </a:r>
            <a:r>
              <a:rPr sz="1050" err="1">
                <a:solidFill>
                  <a:srgbClr val="1E293B"/>
                </a:solidFill>
              </a:rPr>
              <a:t>ou</a:t>
            </a:r>
            <a:r>
              <a:rPr sz="1050">
                <a:solidFill>
                  <a:srgbClr val="1E293B"/>
                </a:solidFill>
              </a:rPr>
              <a:t> FEASIBLE</a:t>
            </a:r>
          </a:p>
        </p:txBody>
      </p:sp>
      <p:sp>
        <p:nvSpPr>
          <p:cNvPr id="29" name="TextBox 9">
            <a:extLst>
              <a:ext uri="{FF2B5EF4-FFF2-40B4-BE49-F238E27FC236}">
                <a16:creationId xmlns:a16="http://schemas.microsoft.com/office/drawing/2014/main" id="{991B0096-12D8-006C-FD27-07BD28C0F3D7}"/>
              </a:ext>
            </a:extLst>
          </p:cNvPr>
          <p:cNvSpPr txBox="1"/>
          <p:nvPr/>
        </p:nvSpPr>
        <p:spPr>
          <a:xfrm>
            <a:off x="466164" y="3102342"/>
            <a:ext cx="3379696" cy="307777"/>
          </a:xfrm>
          <a:prstGeom prst="rect">
            <a:avLst/>
          </a:prstGeom>
          <a:noFill/>
          <a:ln>
            <a:solidFill/>
          </a:ln>
        </p:spPr>
        <p:txBody>
          <a:bodyPr wrap="square">
            <a:spAutoFit/>
          </a:bodyPr>
          <a:lstStyle/>
          <a:p>
            <a:pPr algn="l">
              <a:defRPr>
                <a:solidFill>
                  <a:srgbClr val="0F172A"/>
                </a:solidFill>
              </a:defRPr>
            </a:pPr>
            <a:r>
              <a:rPr lang="fr-FR" sz="1400" b="1" i="0">
                <a:solidFill>
                  <a:srgbClr val="0369A1"/>
                </a:solidFill>
              </a:rPr>
              <a:t>Niveau 2 – solve()</a:t>
            </a:r>
          </a:p>
        </p:txBody>
      </p:sp>
      <p:sp>
        <p:nvSpPr>
          <p:cNvPr id="37" name="TextBox 10">
            <a:extLst>
              <a:ext uri="{FF2B5EF4-FFF2-40B4-BE49-F238E27FC236}">
                <a16:creationId xmlns:a16="http://schemas.microsoft.com/office/drawing/2014/main" id="{D0C1AB81-AEE9-4CEB-49FA-873AF92AFEE2}"/>
              </a:ext>
            </a:extLst>
          </p:cNvPr>
          <p:cNvSpPr txBox="1"/>
          <p:nvPr/>
        </p:nvSpPr>
        <p:spPr>
          <a:xfrm>
            <a:off x="457200" y="3438860"/>
            <a:ext cx="4754880" cy="1115568"/>
          </a:xfrm>
          <a:prstGeom prst="rect">
            <a:avLst/>
          </a:prstGeom>
          <a:noFill/>
        </p:spPr>
        <p:txBody>
          <a:bodyPr wrap="square">
            <a:spAutoFit/>
          </a:bodyPr>
          <a:lstStyle/>
          <a:p>
            <a:r>
              <a:rPr sz="1050">
                <a:solidFill>
                  <a:srgbClr val="1E293B"/>
                </a:solidFill>
              </a:rPr>
              <a:t>▸  Pour </a:t>
            </a:r>
            <a:r>
              <a:rPr sz="1050" err="1">
                <a:solidFill>
                  <a:srgbClr val="1E293B"/>
                </a:solidFill>
              </a:rPr>
              <a:t>chaque</a:t>
            </a:r>
            <a:r>
              <a:rPr sz="1050">
                <a:solidFill>
                  <a:srgbClr val="1E293B"/>
                </a:solidFill>
              </a:rPr>
              <a:t> </a:t>
            </a:r>
            <a:r>
              <a:rPr sz="1050" err="1">
                <a:solidFill>
                  <a:srgbClr val="1E293B"/>
                </a:solidFill>
              </a:rPr>
              <a:t>semaine</a:t>
            </a:r>
            <a:r>
              <a:rPr sz="1050">
                <a:solidFill>
                  <a:srgbClr val="1E293B"/>
                </a:solidFill>
              </a:rPr>
              <a:t> : place les sessions dans la grille </a:t>
            </a:r>
            <a:r>
              <a:rPr sz="1050" err="1">
                <a:solidFill>
                  <a:srgbClr val="1E293B"/>
                </a:solidFill>
              </a:rPr>
              <a:t>horaire</a:t>
            </a:r>
            <a:endParaRPr sz="1050">
              <a:solidFill>
                <a:srgbClr val="1E293B"/>
              </a:solidFill>
            </a:endParaRPr>
          </a:p>
          <a:p>
            <a:pPr>
              <a:spcBef>
                <a:spcPts val="500"/>
              </a:spcBef>
            </a:pPr>
            <a:r>
              <a:rPr sz="1050">
                <a:solidFill>
                  <a:srgbClr val="1E293B"/>
                </a:solidFill>
              </a:rPr>
              <a:t>▸  </a:t>
            </a:r>
            <a:r>
              <a:rPr sz="1050" err="1">
                <a:solidFill>
                  <a:srgbClr val="1E293B"/>
                </a:solidFill>
              </a:rPr>
              <a:t>Réutilise</a:t>
            </a:r>
            <a:r>
              <a:rPr sz="1050">
                <a:solidFill>
                  <a:srgbClr val="1E293B"/>
                </a:solidFill>
              </a:rPr>
              <a:t> le </a:t>
            </a:r>
            <a:r>
              <a:rPr sz="1050" err="1">
                <a:solidFill>
                  <a:srgbClr val="1E293B"/>
                </a:solidFill>
              </a:rPr>
              <a:t>solveur</a:t>
            </a:r>
            <a:r>
              <a:rPr sz="1050">
                <a:solidFill>
                  <a:srgbClr val="1E293B"/>
                </a:solidFill>
              </a:rPr>
              <a:t> CP-SAT avec </a:t>
            </a:r>
            <a:r>
              <a:rPr sz="1050" err="1">
                <a:solidFill>
                  <a:srgbClr val="1E293B"/>
                </a:solidFill>
              </a:rPr>
              <a:t>toutes</a:t>
            </a:r>
            <a:r>
              <a:rPr sz="1050">
                <a:solidFill>
                  <a:srgbClr val="1E293B"/>
                </a:solidFill>
              </a:rPr>
              <a:t> les </a:t>
            </a:r>
            <a:r>
              <a:rPr sz="1050" err="1">
                <a:solidFill>
                  <a:srgbClr val="1E293B"/>
                </a:solidFill>
              </a:rPr>
              <a:t>contraintes</a:t>
            </a:r>
            <a:endParaRPr sz="1050">
              <a:solidFill>
                <a:srgbClr val="1E293B"/>
              </a:solidFill>
            </a:endParaRPr>
          </a:p>
          <a:p>
            <a:pPr>
              <a:spcBef>
                <a:spcPts val="500"/>
              </a:spcBef>
            </a:pPr>
            <a:r>
              <a:rPr sz="1050">
                <a:solidFill>
                  <a:srgbClr val="1E293B"/>
                </a:solidFill>
              </a:rPr>
              <a:t>▸  Fallback greedy </a:t>
            </a:r>
            <a:r>
              <a:rPr sz="1050" err="1">
                <a:solidFill>
                  <a:srgbClr val="1E293B"/>
                </a:solidFill>
              </a:rPr>
              <a:t>si</a:t>
            </a:r>
            <a:r>
              <a:rPr sz="1050">
                <a:solidFill>
                  <a:srgbClr val="1E293B"/>
                </a:solidFill>
              </a:rPr>
              <a:t> INFEASIBLE </a:t>
            </a:r>
            <a:r>
              <a:rPr sz="1050" err="1">
                <a:solidFill>
                  <a:srgbClr val="1E293B"/>
                </a:solidFill>
              </a:rPr>
              <a:t>ou</a:t>
            </a:r>
            <a:r>
              <a:rPr sz="1050">
                <a:solidFill>
                  <a:srgbClr val="1E293B"/>
                </a:solidFill>
              </a:rPr>
              <a:t> UNKNOWN</a:t>
            </a:r>
          </a:p>
        </p:txBody>
      </p:sp>
      <p:sp>
        <p:nvSpPr>
          <p:cNvPr id="41" name="TextBox 10">
            <a:extLst>
              <a:ext uri="{FF2B5EF4-FFF2-40B4-BE49-F238E27FC236}">
                <a16:creationId xmlns:a16="http://schemas.microsoft.com/office/drawing/2014/main" id="{0C71BB5C-9666-C173-E7D8-BE37F25329B8}"/>
              </a:ext>
            </a:extLst>
          </p:cNvPr>
          <p:cNvSpPr txBox="1"/>
          <p:nvPr/>
        </p:nvSpPr>
        <p:spPr>
          <a:xfrm>
            <a:off x="4800600" y="2208011"/>
            <a:ext cx="3003894" cy="261610"/>
          </a:xfrm>
          <a:prstGeom prst="rect">
            <a:avLst/>
          </a:prstGeom>
          <a:noFill/>
          <a:ln>
            <a:solidFill/>
          </a:ln>
        </p:spPr>
        <p:txBody>
          <a:bodyPr wrap="square">
            <a:spAutoFit/>
          </a:bodyPr>
          <a:lstStyle/>
          <a:p>
            <a:pPr algn="l">
              <a:defRPr>
                <a:solidFill>
                  <a:srgbClr val="0F172A"/>
                </a:solidFill>
              </a:defRPr>
            </a:pPr>
            <a:r>
              <a:rPr lang="fr-FR" sz="1100" b="1">
                <a:solidFill>
                  <a:srgbClr val="0369A1"/>
                </a:solidFill>
              </a:rPr>
              <a:t>Préférence temporelle</a:t>
            </a:r>
            <a:endParaRPr lang="fr-FR" sz="1100" b="1" i="0">
              <a:solidFill>
                <a:srgbClr val="0369A1"/>
              </a:solidFill>
            </a:endParaRPr>
          </a:p>
        </p:txBody>
      </p:sp>
      <p:sp>
        <p:nvSpPr>
          <p:cNvPr id="43" name="TextBox 11">
            <a:extLst>
              <a:ext uri="{FF2B5EF4-FFF2-40B4-BE49-F238E27FC236}">
                <a16:creationId xmlns:a16="http://schemas.microsoft.com/office/drawing/2014/main" id="{49C6569E-3363-41B9-EB67-2FEBC549DACB}"/>
              </a:ext>
            </a:extLst>
          </p:cNvPr>
          <p:cNvSpPr txBox="1"/>
          <p:nvPr/>
        </p:nvSpPr>
        <p:spPr>
          <a:xfrm>
            <a:off x="4800600" y="2464043"/>
            <a:ext cx="3931920" cy="400110"/>
          </a:xfrm>
          <a:prstGeom prst="rect">
            <a:avLst/>
          </a:prstGeom>
          <a:noFill/>
          <a:ln>
            <a:noFill/>
          </a:ln>
        </p:spPr>
        <p:txBody>
          <a:bodyPr wrap="square">
            <a:spAutoFit/>
          </a:bodyPr>
          <a:lstStyle/>
          <a:p>
            <a:pPr algn="l">
              <a:defRPr>
                <a:solidFill>
                  <a:srgbClr val="0F172A"/>
                </a:solidFill>
              </a:defRPr>
            </a:pPr>
            <a:r>
              <a:rPr lang="fr-FR" sz="1000" b="0" i="0">
                <a:solidFill>
                  <a:srgbClr val="475569"/>
                </a:solidFill>
              </a:rPr>
              <a:t>	Le prof peut donner le positionnement préféré de ses cours dans le semestre (</a:t>
            </a:r>
            <a:r>
              <a:rPr lang="fr-FR" sz="1000" b="0" i="0" err="1">
                <a:solidFill>
                  <a:srgbClr val="475569"/>
                </a:solidFill>
              </a:rPr>
              <a:t>early</a:t>
            </a:r>
            <a:r>
              <a:rPr lang="fr-FR" sz="1000" b="0" i="0">
                <a:solidFill>
                  <a:srgbClr val="475569"/>
                </a:solidFill>
              </a:rPr>
              <a:t>/middle/</a:t>
            </a:r>
            <a:r>
              <a:rPr lang="fr-FR" sz="1000" b="0" i="0" err="1">
                <a:solidFill>
                  <a:srgbClr val="475569"/>
                </a:solidFill>
              </a:rPr>
              <a:t>late</a:t>
            </a:r>
            <a:r>
              <a:rPr lang="fr-FR" sz="1000" b="0" i="0">
                <a:solidFill>
                  <a:srgbClr val="475569"/>
                </a:solidFill>
              </a:rPr>
              <a:t>)</a:t>
            </a:r>
          </a:p>
        </p:txBody>
      </p:sp>
      <p:sp>
        <p:nvSpPr>
          <p:cNvPr id="45" name="TextBox 10">
            <a:extLst>
              <a:ext uri="{FF2B5EF4-FFF2-40B4-BE49-F238E27FC236}">
                <a16:creationId xmlns:a16="http://schemas.microsoft.com/office/drawing/2014/main" id="{96B778AA-5B40-D36E-DC63-AA376C7E4353}"/>
              </a:ext>
            </a:extLst>
          </p:cNvPr>
          <p:cNvSpPr txBox="1"/>
          <p:nvPr/>
        </p:nvSpPr>
        <p:spPr>
          <a:xfrm>
            <a:off x="4809565" y="2889325"/>
            <a:ext cx="3003894" cy="261610"/>
          </a:xfrm>
          <a:prstGeom prst="rect">
            <a:avLst/>
          </a:prstGeom>
          <a:noFill/>
          <a:ln>
            <a:solidFill/>
          </a:ln>
        </p:spPr>
        <p:txBody>
          <a:bodyPr wrap="square">
            <a:spAutoFit/>
          </a:bodyPr>
          <a:lstStyle/>
          <a:p>
            <a:pPr algn="l">
              <a:defRPr>
                <a:solidFill>
                  <a:srgbClr val="0F172A"/>
                </a:solidFill>
              </a:defRPr>
            </a:pPr>
            <a:r>
              <a:rPr lang="fr-FR" sz="1100" b="1" err="1">
                <a:solidFill>
                  <a:srgbClr val="0369A1"/>
                </a:solidFill>
              </a:rPr>
              <a:t>Fallback</a:t>
            </a:r>
            <a:r>
              <a:rPr lang="fr-FR" sz="1100" b="1">
                <a:solidFill>
                  <a:srgbClr val="0369A1"/>
                </a:solidFill>
              </a:rPr>
              <a:t> </a:t>
            </a:r>
            <a:r>
              <a:rPr lang="fr-FR" sz="1100" b="1" err="1">
                <a:solidFill>
                  <a:srgbClr val="0369A1"/>
                </a:solidFill>
              </a:rPr>
              <a:t>greedy</a:t>
            </a:r>
            <a:endParaRPr lang="fr-FR" sz="1100" b="1" i="0">
              <a:solidFill>
                <a:srgbClr val="0369A1"/>
              </a:solidFill>
            </a:endParaRPr>
          </a:p>
        </p:txBody>
      </p:sp>
      <p:sp>
        <p:nvSpPr>
          <p:cNvPr id="47" name="TextBox 11">
            <a:extLst>
              <a:ext uri="{FF2B5EF4-FFF2-40B4-BE49-F238E27FC236}">
                <a16:creationId xmlns:a16="http://schemas.microsoft.com/office/drawing/2014/main" id="{926BE965-96C3-3133-4DA6-CE2521F16397}"/>
              </a:ext>
            </a:extLst>
          </p:cNvPr>
          <p:cNvSpPr txBox="1"/>
          <p:nvPr/>
        </p:nvSpPr>
        <p:spPr>
          <a:xfrm>
            <a:off x="4809565" y="3145357"/>
            <a:ext cx="3931920" cy="400110"/>
          </a:xfrm>
          <a:prstGeom prst="rect">
            <a:avLst/>
          </a:prstGeom>
          <a:noFill/>
          <a:ln>
            <a:noFill/>
          </a:ln>
        </p:spPr>
        <p:txBody>
          <a:bodyPr wrap="square">
            <a:spAutoFit/>
          </a:bodyPr>
          <a:lstStyle/>
          <a:p>
            <a:pPr algn="l">
              <a:defRPr>
                <a:solidFill>
                  <a:srgbClr val="0F172A"/>
                </a:solidFill>
              </a:defRPr>
            </a:pPr>
            <a:r>
              <a:rPr lang="fr-FR" sz="1000" b="0" i="0">
                <a:solidFill>
                  <a:srgbClr val="475569"/>
                </a:solidFill>
              </a:rPr>
              <a:t>	Si le solveur ne parvient pas à trouver de solution, le </a:t>
            </a:r>
            <a:r>
              <a:rPr lang="fr-FR" sz="1000" b="0" i="0" err="1">
                <a:solidFill>
                  <a:srgbClr val="475569"/>
                </a:solidFill>
              </a:rPr>
              <a:t>greedy</a:t>
            </a:r>
            <a:r>
              <a:rPr lang="fr-FR" sz="1000" b="0" i="0">
                <a:solidFill>
                  <a:srgbClr val="475569"/>
                </a:solidFill>
              </a:rPr>
              <a:t> garanti un placement (aucune semaine vide)</a:t>
            </a:r>
          </a:p>
        </p:txBody>
      </p:sp>
      <p:sp>
        <p:nvSpPr>
          <p:cNvPr id="49" name="TextBox 10">
            <a:extLst>
              <a:ext uri="{FF2B5EF4-FFF2-40B4-BE49-F238E27FC236}">
                <a16:creationId xmlns:a16="http://schemas.microsoft.com/office/drawing/2014/main" id="{5ADAC1AB-F5DB-1FAC-E489-EB705E63A3E4}"/>
              </a:ext>
            </a:extLst>
          </p:cNvPr>
          <p:cNvSpPr txBox="1"/>
          <p:nvPr/>
        </p:nvSpPr>
        <p:spPr>
          <a:xfrm>
            <a:off x="4818527" y="3561686"/>
            <a:ext cx="3003894" cy="261610"/>
          </a:xfrm>
          <a:prstGeom prst="rect">
            <a:avLst/>
          </a:prstGeom>
          <a:noFill/>
          <a:ln>
            <a:solidFill/>
          </a:ln>
        </p:spPr>
        <p:txBody>
          <a:bodyPr wrap="square">
            <a:spAutoFit/>
          </a:bodyPr>
          <a:lstStyle/>
          <a:p>
            <a:pPr algn="l">
              <a:defRPr>
                <a:solidFill>
                  <a:srgbClr val="0F172A"/>
                </a:solidFill>
              </a:defRPr>
            </a:pPr>
            <a:r>
              <a:rPr lang="fr-FR" sz="1100" b="1">
                <a:solidFill>
                  <a:srgbClr val="0369A1"/>
                </a:solidFill>
              </a:rPr>
              <a:t>Log </a:t>
            </a:r>
            <a:r>
              <a:rPr lang="fr-FR" sz="1100" b="1" err="1">
                <a:solidFill>
                  <a:srgbClr val="0369A1"/>
                </a:solidFill>
              </a:rPr>
              <a:t>nb_unplaced</a:t>
            </a:r>
            <a:endParaRPr lang="fr-FR" sz="1100" b="1" i="0">
              <a:solidFill>
                <a:srgbClr val="0369A1"/>
              </a:solidFill>
            </a:endParaRPr>
          </a:p>
        </p:txBody>
      </p:sp>
      <p:sp>
        <p:nvSpPr>
          <p:cNvPr id="51" name="TextBox 11">
            <a:extLst>
              <a:ext uri="{FF2B5EF4-FFF2-40B4-BE49-F238E27FC236}">
                <a16:creationId xmlns:a16="http://schemas.microsoft.com/office/drawing/2014/main" id="{17F57135-08BD-A951-29BF-471EFAE20DAD}"/>
              </a:ext>
            </a:extLst>
          </p:cNvPr>
          <p:cNvSpPr txBox="1"/>
          <p:nvPr/>
        </p:nvSpPr>
        <p:spPr>
          <a:xfrm>
            <a:off x="4818527" y="3817718"/>
            <a:ext cx="3931920" cy="246221"/>
          </a:xfrm>
          <a:prstGeom prst="rect">
            <a:avLst/>
          </a:prstGeom>
          <a:noFill/>
          <a:ln>
            <a:noFill/>
          </a:ln>
        </p:spPr>
        <p:txBody>
          <a:bodyPr wrap="square">
            <a:spAutoFit/>
          </a:bodyPr>
          <a:lstStyle/>
          <a:p>
            <a:pPr algn="l">
              <a:defRPr>
                <a:solidFill>
                  <a:srgbClr val="0F172A"/>
                </a:solidFill>
              </a:defRPr>
            </a:pPr>
            <a:r>
              <a:rPr lang="fr-FR" sz="1000" b="0" i="0">
                <a:solidFill>
                  <a:srgbClr val="475569"/>
                </a:solidFill>
              </a:rPr>
              <a:t>	Bilan des sessions non placées dans le log</a:t>
            </a:r>
          </a:p>
        </p:txBody>
      </p:sp>
      <p:sp>
        <p:nvSpPr>
          <p:cNvPr id="16" name="Espace réservé du numéro de diapositive 15">
            <a:extLst>
              <a:ext uri="{FF2B5EF4-FFF2-40B4-BE49-F238E27FC236}">
                <a16:creationId xmlns:a16="http://schemas.microsoft.com/office/drawing/2014/main" id="{28F95FB2-7A97-D3D4-56A9-1D847BC8DAA7}"/>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13</a:t>
            </a:fld>
            <a:endParaRPr lang="en-US"/>
          </a:p>
        </p:txBody>
      </p:sp>
    </p:spTree>
    <p:extLst>
      <p:ext uri="{BB962C8B-B14F-4D97-AF65-F5344CB8AC3E}">
        <p14:creationId xmlns:p14="http://schemas.microsoft.com/office/powerpoint/2010/main" val="35102835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7163B-23CB-D6A4-8D9E-B3CA614966AC}"/>
            </a:ext>
          </a:extLst>
        </p:cNvPr>
        <p:cNvGrpSpPr/>
        <p:nvPr/>
      </p:nvGrpSpPr>
      <p:grpSpPr>
        <a:xfrm>
          <a:off x="0" y="0"/>
          <a:ext cx="0" cy="0"/>
          <a:chOff x="0" y="0"/>
          <a:chExt cx="0" cy="0"/>
        </a:xfrm>
      </p:grpSpPr>
      <p:sp>
        <p:nvSpPr>
          <p:cNvPr id="15" name="Oval 1">
            <a:extLst>
              <a:ext uri="{FF2B5EF4-FFF2-40B4-BE49-F238E27FC236}">
                <a16:creationId xmlns:a16="http://schemas.microsoft.com/office/drawing/2014/main" id="{3704A344-673F-F07F-0196-343EAF580D1C}"/>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2">
            <a:extLst>
              <a:ext uri="{FF2B5EF4-FFF2-40B4-BE49-F238E27FC236}">
                <a16:creationId xmlns:a16="http://schemas.microsoft.com/office/drawing/2014/main" id="{B3222D04-2E3E-F7FE-73C9-34BE99F1099F}"/>
              </a:ext>
            </a:extLst>
          </p:cNvPr>
          <p:cNvSpPr txBox="1"/>
          <p:nvPr/>
        </p:nvSpPr>
        <p:spPr>
          <a:xfrm>
            <a:off x="22644" y="80113"/>
            <a:ext cx="411911" cy="400110"/>
          </a:xfrm>
          <a:prstGeom prst="rect">
            <a:avLst/>
          </a:prstGeom>
          <a:noFill/>
        </p:spPr>
        <p:txBody>
          <a:bodyPr wrap="square">
            <a:spAutoFit/>
          </a:bodyPr>
          <a:lstStyle/>
          <a:p>
            <a:pPr algn="ctr"/>
            <a:r>
              <a:rPr lang="fr-FR" sz="2000" b="1" i="0" dirty="0">
                <a:solidFill>
                  <a:srgbClr val="FFFFFF"/>
                </a:solidFill>
              </a:rPr>
              <a:t>1</a:t>
            </a:r>
            <a:endParaRPr sz="2000" b="1" i="0" dirty="0">
              <a:solidFill>
                <a:srgbClr val="FFFFFF"/>
              </a:solidFill>
            </a:endParaRPr>
          </a:p>
        </p:txBody>
      </p:sp>
      <p:sp>
        <p:nvSpPr>
          <p:cNvPr id="2" name="TextBox 1">
            <a:extLst>
              <a:ext uri="{FF2B5EF4-FFF2-40B4-BE49-F238E27FC236}">
                <a16:creationId xmlns:a16="http://schemas.microsoft.com/office/drawing/2014/main" id="{4B747037-7A7F-AA19-B678-418931DAA0BE}"/>
              </a:ext>
            </a:extLst>
          </p:cNvPr>
          <p:cNvSpPr txBox="1"/>
          <p:nvPr/>
        </p:nvSpPr>
        <p:spPr>
          <a:xfrm>
            <a:off x="365760" y="182880"/>
            <a:ext cx="8412480" cy="553998"/>
          </a:xfrm>
          <a:prstGeom prst="rect">
            <a:avLst/>
          </a:prstGeom>
          <a:noFill/>
          <a:ln>
            <a:solidFill/>
          </a:ln>
        </p:spPr>
        <p:txBody>
          <a:bodyPr wrap="square">
            <a:spAutoFit/>
          </a:bodyPr>
          <a:lstStyle/>
          <a:p>
            <a:r>
              <a:rPr lang="fr-FR" sz="3000" b="1">
                <a:solidFill>
                  <a:srgbClr val="0F172A"/>
                </a:solidFill>
              </a:rPr>
              <a:t>Algorithme Greedy — Filet de sécurité</a:t>
            </a:r>
          </a:p>
        </p:txBody>
      </p:sp>
      <p:sp>
        <p:nvSpPr>
          <p:cNvPr id="3" name="Rectangle 2">
            <a:extLst>
              <a:ext uri="{FF2B5EF4-FFF2-40B4-BE49-F238E27FC236}">
                <a16:creationId xmlns:a16="http://schemas.microsoft.com/office/drawing/2014/main" id="{C3267148-2676-CAA9-AC6D-F97104AC76B7}"/>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 name="Rectangle 3">
            <a:extLst>
              <a:ext uri="{FF2B5EF4-FFF2-40B4-BE49-F238E27FC236}">
                <a16:creationId xmlns:a16="http://schemas.microsoft.com/office/drawing/2014/main" id="{4AB5CADD-CE61-8C22-511C-3EC09D6A4900}"/>
              </a:ext>
            </a:extLst>
          </p:cNvPr>
          <p:cNvSpPr/>
          <p:nvPr/>
        </p:nvSpPr>
        <p:spPr>
          <a:xfrm>
            <a:off x="274320" y="1005840"/>
            <a:ext cx="3977639" cy="324612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 name="Rectangle 4">
            <a:extLst>
              <a:ext uri="{FF2B5EF4-FFF2-40B4-BE49-F238E27FC236}">
                <a16:creationId xmlns:a16="http://schemas.microsoft.com/office/drawing/2014/main" id="{865191ED-AD1E-02CA-CBA1-417A190C0502}"/>
              </a:ext>
            </a:extLst>
          </p:cNvPr>
          <p:cNvSpPr/>
          <p:nvPr/>
        </p:nvSpPr>
        <p:spPr>
          <a:xfrm>
            <a:off x="274320" y="1005840"/>
            <a:ext cx="64008" cy="3246120"/>
          </a:xfrm>
          <a:prstGeom prst="rect">
            <a:avLst/>
          </a:prstGeom>
          <a:solidFill>
            <a:schemeClr val="accent4">
              <a:lumMod val="40000"/>
              <a:lumOff val="60000"/>
            </a:schemeClr>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 name="TextBox 5">
            <a:extLst>
              <a:ext uri="{FF2B5EF4-FFF2-40B4-BE49-F238E27FC236}">
                <a16:creationId xmlns:a16="http://schemas.microsoft.com/office/drawing/2014/main" id="{D1FAE477-CF64-7638-D21E-5DE1E14A91A5}"/>
              </a:ext>
            </a:extLst>
          </p:cNvPr>
          <p:cNvSpPr txBox="1"/>
          <p:nvPr/>
        </p:nvSpPr>
        <p:spPr>
          <a:xfrm>
            <a:off x="457200" y="1078992"/>
            <a:ext cx="3749039" cy="320040"/>
          </a:xfrm>
          <a:prstGeom prst="rect">
            <a:avLst/>
          </a:prstGeom>
          <a:noFill/>
          <a:ln>
            <a:solidFill/>
          </a:ln>
        </p:spPr>
        <p:txBody>
          <a:bodyPr wrap="square">
            <a:spAutoFit/>
          </a:bodyPr>
          <a:lstStyle/>
          <a:p>
            <a:pPr algn="l">
              <a:defRPr>
                <a:solidFill>
                  <a:srgbClr val="0F172A"/>
                </a:solidFill>
              </a:defRPr>
            </a:pPr>
            <a:r>
              <a:rPr lang="fr-FR" sz="1400" b="1" i="0">
                <a:solidFill>
                  <a:schemeClr val="accent4">
                    <a:lumMod val="75000"/>
                  </a:schemeClr>
                </a:solidFill>
              </a:rPr>
              <a:t>Principe</a:t>
            </a:r>
          </a:p>
        </p:txBody>
      </p:sp>
      <p:sp>
        <p:nvSpPr>
          <p:cNvPr id="7" name="TextBox 6">
            <a:extLst>
              <a:ext uri="{FF2B5EF4-FFF2-40B4-BE49-F238E27FC236}">
                <a16:creationId xmlns:a16="http://schemas.microsoft.com/office/drawing/2014/main" id="{E94290D4-35FF-5FA0-76C9-43CD0D59F22D}"/>
              </a:ext>
            </a:extLst>
          </p:cNvPr>
          <p:cNvSpPr txBox="1"/>
          <p:nvPr/>
        </p:nvSpPr>
        <p:spPr>
          <a:xfrm>
            <a:off x="388619" y="2796914"/>
            <a:ext cx="3749039" cy="1220847"/>
          </a:xfrm>
          <a:prstGeom prst="rect">
            <a:avLst/>
          </a:prstGeom>
          <a:noFill/>
          <a:ln>
            <a:noFill/>
          </a:ln>
        </p:spPr>
        <p:txBody>
          <a:bodyPr wrap="square">
            <a:spAutoFit/>
          </a:bodyPr>
          <a:lstStyle/>
          <a:p>
            <a:pPr>
              <a:spcAft>
                <a:spcPts val="400"/>
              </a:spcAft>
              <a:defRPr>
                <a:solidFill>
                  <a:srgbClr val="0F172A"/>
                </a:solidFill>
              </a:defRPr>
            </a:pPr>
            <a:r>
              <a:rPr lang="fr-FR" sz="1200" b="1">
                <a:solidFill>
                  <a:schemeClr val="accent4">
                    <a:lumMod val="75000"/>
                  </a:schemeClr>
                </a:solidFill>
              </a:rPr>
              <a:t>Placement valide :</a:t>
            </a:r>
            <a:endParaRPr lang="fr-FR" sz="1200">
              <a:solidFill>
                <a:schemeClr val="accent4">
                  <a:lumMod val="75000"/>
                </a:schemeClr>
              </a:solidFill>
            </a:endParaRPr>
          </a:p>
          <a:p>
            <a:pPr>
              <a:spcAft>
                <a:spcPts val="400"/>
              </a:spcAft>
              <a:defRPr>
                <a:solidFill>
                  <a:srgbClr val="0F172A"/>
                </a:solidFill>
              </a:defRPr>
            </a:pPr>
            <a:r>
              <a:rPr lang="fr-FR" sz="1200">
                <a:solidFill>
                  <a:schemeClr val="accent4">
                    <a:lumMod val="75000"/>
                  </a:schemeClr>
                </a:solidFill>
              </a:rPr>
              <a:t>•  Pas de conflit prof/salle/groupe</a:t>
            </a:r>
          </a:p>
          <a:p>
            <a:pPr>
              <a:spcAft>
                <a:spcPts val="400"/>
              </a:spcAft>
              <a:defRPr>
                <a:solidFill>
                  <a:srgbClr val="0F172A"/>
                </a:solidFill>
              </a:defRPr>
            </a:pPr>
            <a:r>
              <a:rPr lang="fr-FR" sz="1200">
                <a:solidFill>
                  <a:schemeClr val="accent4">
                    <a:lumMod val="75000"/>
                  </a:schemeClr>
                </a:solidFill>
              </a:rPr>
              <a:t>•  Capacité de la salle supérieure à l’effectif du groupe</a:t>
            </a:r>
          </a:p>
          <a:p>
            <a:pPr>
              <a:spcAft>
                <a:spcPts val="400"/>
              </a:spcAft>
              <a:defRPr>
                <a:solidFill>
                  <a:srgbClr val="0F172A"/>
                </a:solidFill>
              </a:defRPr>
            </a:pPr>
            <a:r>
              <a:rPr lang="fr-FR" sz="1200">
                <a:solidFill>
                  <a:schemeClr val="accent4">
                    <a:lumMod val="75000"/>
                  </a:schemeClr>
                </a:solidFill>
              </a:rPr>
              <a:t>•  Pause déjeuner garantie</a:t>
            </a:r>
          </a:p>
          <a:p>
            <a:pPr>
              <a:spcAft>
                <a:spcPts val="400"/>
              </a:spcAft>
              <a:defRPr>
                <a:solidFill>
                  <a:srgbClr val="0F172A"/>
                </a:solidFill>
              </a:defRPr>
            </a:pPr>
            <a:r>
              <a:rPr lang="fr-FR" sz="1200">
                <a:solidFill>
                  <a:schemeClr val="accent4">
                    <a:lumMod val="75000"/>
                  </a:schemeClr>
                </a:solidFill>
              </a:rPr>
              <a:t>•  Type de salle associé au type de session</a:t>
            </a:r>
          </a:p>
        </p:txBody>
      </p:sp>
      <p:sp>
        <p:nvSpPr>
          <p:cNvPr id="8" name="Rectangle 7">
            <a:extLst>
              <a:ext uri="{FF2B5EF4-FFF2-40B4-BE49-F238E27FC236}">
                <a16:creationId xmlns:a16="http://schemas.microsoft.com/office/drawing/2014/main" id="{4E27C2D4-F59A-1083-E5A7-5E520F722A82}"/>
              </a:ext>
            </a:extLst>
          </p:cNvPr>
          <p:cNvSpPr/>
          <p:nvPr/>
        </p:nvSpPr>
        <p:spPr>
          <a:xfrm>
            <a:off x="4617720" y="1005840"/>
            <a:ext cx="4206240" cy="324612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 name="Rectangle 8">
            <a:extLst>
              <a:ext uri="{FF2B5EF4-FFF2-40B4-BE49-F238E27FC236}">
                <a16:creationId xmlns:a16="http://schemas.microsoft.com/office/drawing/2014/main" id="{98692CA2-40D8-F3D8-E940-AB67B2406E8A}"/>
              </a:ext>
            </a:extLst>
          </p:cNvPr>
          <p:cNvSpPr/>
          <p:nvPr/>
        </p:nvSpPr>
        <p:spPr>
          <a:xfrm>
            <a:off x="4617720" y="1005840"/>
            <a:ext cx="64008" cy="3246120"/>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0" name="TextBox 9">
            <a:extLst>
              <a:ext uri="{FF2B5EF4-FFF2-40B4-BE49-F238E27FC236}">
                <a16:creationId xmlns:a16="http://schemas.microsoft.com/office/drawing/2014/main" id="{6B556D28-8470-7CF0-3850-E2228E06AD8E}"/>
              </a:ext>
            </a:extLst>
          </p:cNvPr>
          <p:cNvSpPr txBox="1"/>
          <p:nvPr/>
        </p:nvSpPr>
        <p:spPr>
          <a:xfrm>
            <a:off x="4800600" y="1078992"/>
            <a:ext cx="3931920" cy="320040"/>
          </a:xfrm>
          <a:prstGeom prst="rect">
            <a:avLst/>
          </a:prstGeom>
          <a:noFill/>
          <a:ln>
            <a:solidFill/>
          </a:ln>
        </p:spPr>
        <p:txBody>
          <a:bodyPr wrap="square">
            <a:spAutoFit/>
          </a:bodyPr>
          <a:lstStyle/>
          <a:p>
            <a:pPr algn="l">
              <a:defRPr>
                <a:solidFill>
                  <a:srgbClr val="0F172A"/>
                </a:solidFill>
              </a:defRPr>
            </a:pPr>
            <a:r>
              <a:rPr lang="fr-FR" sz="1400" b="1" i="0">
                <a:solidFill>
                  <a:srgbClr val="0369A1"/>
                </a:solidFill>
              </a:rPr>
              <a:t>Propriétés clés</a:t>
            </a:r>
          </a:p>
        </p:txBody>
      </p:sp>
      <p:sp>
        <p:nvSpPr>
          <p:cNvPr id="11" name="TextBox 10">
            <a:extLst>
              <a:ext uri="{FF2B5EF4-FFF2-40B4-BE49-F238E27FC236}">
                <a16:creationId xmlns:a16="http://schemas.microsoft.com/office/drawing/2014/main" id="{2BF5B610-FF94-45AC-DF93-75E361B9B7E3}"/>
              </a:ext>
            </a:extLst>
          </p:cNvPr>
          <p:cNvSpPr txBox="1"/>
          <p:nvPr/>
        </p:nvSpPr>
        <p:spPr>
          <a:xfrm>
            <a:off x="4800600" y="1463040"/>
            <a:ext cx="3931920" cy="1354217"/>
          </a:xfrm>
          <a:prstGeom prst="rect">
            <a:avLst/>
          </a:prstGeom>
          <a:noFill/>
          <a:ln>
            <a:noFill/>
          </a:ln>
        </p:spPr>
        <p:txBody>
          <a:bodyPr wrap="square">
            <a:spAutoFit/>
          </a:bodyPr>
          <a:lstStyle/>
          <a:p>
            <a:pPr>
              <a:spcAft>
                <a:spcPts val="400"/>
              </a:spcAft>
              <a:defRPr>
                <a:solidFill>
                  <a:srgbClr val="0F172A"/>
                </a:solidFill>
              </a:defRPr>
            </a:pPr>
            <a:r>
              <a:rPr lang="fr-FR" sz="1200">
                <a:solidFill>
                  <a:srgbClr val="0369A1"/>
                </a:solidFill>
              </a:rPr>
              <a:t>• Uniquement appelé si CP-SAT ne trouve pas de solution</a:t>
            </a:r>
          </a:p>
          <a:p>
            <a:pPr>
              <a:spcAft>
                <a:spcPts val="400"/>
              </a:spcAft>
              <a:defRPr>
                <a:solidFill>
                  <a:srgbClr val="0F172A"/>
                </a:solidFill>
              </a:defRPr>
            </a:pPr>
            <a:r>
              <a:rPr lang="fr-FR" sz="1200">
                <a:solidFill>
                  <a:srgbClr val="0369A1"/>
                </a:solidFill>
              </a:rPr>
              <a:t>• </a:t>
            </a:r>
            <a:r>
              <a:rPr lang="fr-FR" sz="1200" b="1">
                <a:solidFill>
                  <a:srgbClr val="16A34A"/>
                </a:solidFill>
              </a:rPr>
              <a:t>Extrêmement rapide </a:t>
            </a:r>
            <a:r>
              <a:rPr lang="fr-FR" sz="1200">
                <a:solidFill>
                  <a:srgbClr val="0369A1"/>
                </a:solidFill>
              </a:rPr>
              <a:t>: </a:t>
            </a:r>
            <a:r>
              <a:rPr lang="fr-FR" sz="1200">
                <a:solidFill>
                  <a:srgbClr val="16A34A"/>
                </a:solidFill>
              </a:rPr>
              <a:t>O(</a:t>
            </a:r>
            <a:r>
              <a:rPr lang="fr-FR" sz="1200" err="1">
                <a:solidFill>
                  <a:srgbClr val="16A34A"/>
                </a:solidFill>
              </a:rPr>
              <a:t>n_cours</a:t>
            </a:r>
            <a:r>
              <a:rPr lang="fr-FR" sz="1200">
                <a:solidFill>
                  <a:srgbClr val="16A34A"/>
                </a:solidFill>
              </a:rPr>
              <a:t>  ×  </a:t>
            </a:r>
            <a:r>
              <a:rPr lang="fr-FR" sz="1200" err="1">
                <a:solidFill>
                  <a:srgbClr val="16A34A"/>
                </a:solidFill>
              </a:rPr>
              <a:t>n_créneaux</a:t>
            </a:r>
            <a:r>
              <a:rPr lang="fr-FR" sz="1200">
                <a:solidFill>
                  <a:srgbClr val="16A34A"/>
                </a:solidFill>
              </a:rPr>
              <a:t>  ×  </a:t>
            </a:r>
            <a:r>
              <a:rPr lang="fr-FR" sz="1200" err="1">
                <a:solidFill>
                  <a:srgbClr val="16A34A"/>
                </a:solidFill>
              </a:rPr>
              <a:t>n_salles</a:t>
            </a:r>
            <a:r>
              <a:rPr lang="fr-FR" sz="1200">
                <a:solidFill>
                  <a:srgbClr val="16A34A"/>
                </a:solidFill>
              </a:rPr>
              <a:t>) → Solution en quelques millisecondes</a:t>
            </a:r>
          </a:p>
          <a:p>
            <a:pPr>
              <a:spcAft>
                <a:spcPts val="400"/>
              </a:spcAft>
              <a:defRPr>
                <a:solidFill>
                  <a:srgbClr val="0F172A"/>
                </a:solidFill>
              </a:defRPr>
            </a:pPr>
            <a:r>
              <a:rPr lang="fr-FR" sz="1200">
                <a:solidFill>
                  <a:srgbClr val="0369A1"/>
                </a:solidFill>
              </a:rPr>
              <a:t> • </a:t>
            </a:r>
            <a:r>
              <a:rPr lang="fr-FR" sz="1200" b="1">
                <a:solidFill>
                  <a:srgbClr val="FF0000"/>
                </a:solidFill>
              </a:rPr>
              <a:t>Placement partiel </a:t>
            </a:r>
            <a:r>
              <a:rPr lang="fr-FR" sz="1200">
                <a:solidFill>
                  <a:srgbClr val="0369A1"/>
                </a:solidFill>
              </a:rPr>
              <a:t>: </a:t>
            </a:r>
            <a:r>
              <a:rPr lang="fr-FR" sz="1200">
                <a:solidFill>
                  <a:srgbClr val="FF0000"/>
                </a:solidFill>
              </a:rPr>
              <a:t>peut ne pas réussir à placer tous les cours</a:t>
            </a:r>
          </a:p>
          <a:p>
            <a:pPr>
              <a:spcAft>
                <a:spcPts val="400"/>
              </a:spcAft>
              <a:defRPr>
                <a:solidFill>
                  <a:srgbClr val="0F172A"/>
                </a:solidFill>
              </a:defRPr>
            </a:pPr>
            <a:r>
              <a:rPr lang="fr-FR" sz="1200">
                <a:solidFill>
                  <a:srgbClr val="0369A1"/>
                </a:solidFill>
              </a:rPr>
              <a:t>• </a:t>
            </a:r>
            <a:r>
              <a:rPr lang="fr-FR" sz="1200" b="1">
                <a:solidFill>
                  <a:srgbClr val="FF0000"/>
                </a:solidFill>
              </a:rPr>
              <a:t>Ne respecte que les contraintes dures</a:t>
            </a:r>
          </a:p>
        </p:txBody>
      </p:sp>
      <p:sp>
        <p:nvSpPr>
          <p:cNvPr id="18" name="Espace réservé du numéro de diapositive 17">
            <a:extLst>
              <a:ext uri="{FF2B5EF4-FFF2-40B4-BE49-F238E27FC236}">
                <a16:creationId xmlns:a16="http://schemas.microsoft.com/office/drawing/2014/main" id="{F4A6A305-267F-44C5-6A48-89BEB3249F84}"/>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14</a:t>
            </a:fld>
            <a:endParaRPr lang="en-US"/>
          </a:p>
        </p:txBody>
      </p:sp>
      <p:sp>
        <p:nvSpPr>
          <p:cNvPr id="16" name="Rectangle 15">
            <a:extLst>
              <a:ext uri="{FF2B5EF4-FFF2-40B4-BE49-F238E27FC236}">
                <a16:creationId xmlns:a16="http://schemas.microsoft.com/office/drawing/2014/main" id="{432A20B9-520C-33AB-FF5E-0A6DAD970DFB}"/>
              </a:ext>
            </a:extLst>
          </p:cNvPr>
          <p:cNvSpPr/>
          <p:nvPr/>
        </p:nvSpPr>
        <p:spPr>
          <a:xfrm>
            <a:off x="320040" y="4471416"/>
            <a:ext cx="8503920" cy="301752"/>
          </a:xfrm>
          <a:prstGeom prst="rect">
            <a:avLst/>
          </a:prstGeom>
          <a:solidFill>
            <a:srgbClr val="FFFFFF"/>
          </a:solidFill>
          <a:ln w="8890">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80">
            <a:extLst>
              <a:ext uri="{FF2B5EF4-FFF2-40B4-BE49-F238E27FC236}">
                <a16:creationId xmlns:a16="http://schemas.microsoft.com/office/drawing/2014/main" id="{9F5D9DA4-FDC9-0933-5F2E-10AC963C6285}"/>
              </a:ext>
            </a:extLst>
          </p:cNvPr>
          <p:cNvSpPr txBox="1"/>
          <p:nvPr/>
        </p:nvSpPr>
        <p:spPr>
          <a:xfrm>
            <a:off x="493776" y="4517136"/>
            <a:ext cx="8156448" cy="210312"/>
          </a:xfrm>
          <a:prstGeom prst="rect">
            <a:avLst/>
          </a:prstGeom>
          <a:noFill/>
        </p:spPr>
        <p:txBody>
          <a:bodyPr wrap="square" lIns="18288" tIns="0" rIns="18288" bIns="0" anchor="ctr">
            <a:noAutofit/>
          </a:bodyPr>
          <a:lstStyle/>
          <a:p>
            <a:pPr algn="ctr">
              <a:lnSpc>
                <a:spcPct val="100000"/>
              </a:lnSpc>
              <a:spcAft>
                <a:spcPts val="0"/>
              </a:spcAft>
            </a:pPr>
            <a:r>
              <a:rPr lang="fr-FR" sz="1100" b="1">
                <a:solidFill>
                  <a:srgbClr val="FF0000"/>
                </a:solidFill>
              </a:rPr>
              <a:t>Un algorithme rapide mais qui ne recherche aucune optimalité</a:t>
            </a:r>
            <a:endParaRPr sz="1100" b="1">
              <a:solidFill>
                <a:srgbClr val="FF0000"/>
              </a:solidFill>
            </a:endParaRPr>
          </a:p>
        </p:txBody>
      </p:sp>
      <p:sp>
        <p:nvSpPr>
          <p:cNvPr id="22" name="TextBox 6">
            <a:extLst>
              <a:ext uri="{FF2B5EF4-FFF2-40B4-BE49-F238E27FC236}">
                <a16:creationId xmlns:a16="http://schemas.microsoft.com/office/drawing/2014/main" id="{BF6982E0-F033-5D24-D2EE-EB0C9F521A67}"/>
              </a:ext>
            </a:extLst>
          </p:cNvPr>
          <p:cNvSpPr txBox="1"/>
          <p:nvPr/>
        </p:nvSpPr>
        <p:spPr>
          <a:xfrm>
            <a:off x="388619" y="1559168"/>
            <a:ext cx="3749039" cy="984885"/>
          </a:xfrm>
          <a:prstGeom prst="rect">
            <a:avLst/>
          </a:prstGeom>
          <a:noFill/>
          <a:ln>
            <a:noFill/>
          </a:ln>
        </p:spPr>
        <p:txBody>
          <a:bodyPr wrap="square">
            <a:spAutoFit/>
          </a:bodyPr>
          <a:lstStyle/>
          <a:p>
            <a:pPr>
              <a:spcAft>
                <a:spcPts val="400"/>
              </a:spcAft>
              <a:defRPr>
                <a:solidFill>
                  <a:srgbClr val="0F172A"/>
                </a:solidFill>
              </a:defRPr>
            </a:pPr>
            <a:r>
              <a:rPr lang="fr-FR" sz="1200" b="1" dirty="0">
                <a:solidFill>
                  <a:schemeClr val="accent4">
                    <a:lumMod val="75000"/>
                  </a:schemeClr>
                </a:solidFill>
              </a:rPr>
              <a:t>Déroulement :</a:t>
            </a:r>
            <a:endParaRPr lang="fr-FR" sz="1200" dirty="0">
              <a:solidFill>
                <a:schemeClr val="accent4">
                  <a:lumMod val="75000"/>
                </a:schemeClr>
              </a:solidFill>
            </a:endParaRPr>
          </a:p>
          <a:p>
            <a:pPr>
              <a:spcAft>
                <a:spcPts val="400"/>
              </a:spcAft>
              <a:defRPr>
                <a:solidFill>
                  <a:srgbClr val="0F172A"/>
                </a:solidFill>
              </a:defRPr>
            </a:pPr>
            <a:r>
              <a:rPr lang="fr-FR" sz="1200" dirty="0">
                <a:solidFill>
                  <a:schemeClr val="accent4">
                    <a:lumMod val="75000"/>
                  </a:schemeClr>
                </a:solidFill>
              </a:rPr>
              <a:t>•  Parcourt les cours à replacer un à un</a:t>
            </a:r>
          </a:p>
          <a:p>
            <a:pPr>
              <a:spcAft>
                <a:spcPts val="400"/>
              </a:spcAft>
              <a:defRPr>
                <a:solidFill>
                  <a:srgbClr val="0F172A"/>
                </a:solidFill>
              </a:defRPr>
            </a:pPr>
            <a:r>
              <a:rPr lang="fr-FR" sz="1200" dirty="0">
                <a:solidFill>
                  <a:schemeClr val="accent4">
                    <a:lumMod val="75000"/>
                  </a:schemeClr>
                </a:solidFill>
              </a:rPr>
              <a:t>•  Pour chaque cours, teste la validité des créneaux</a:t>
            </a:r>
          </a:p>
          <a:p>
            <a:pPr>
              <a:spcAft>
                <a:spcPts val="400"/>
              </a:spcAft>
              <a:defRPr>
                <a:solidFill>
                  <a:srgbClr val="0F172A"/>
                </a:solidFill>
              </a:defRPr>
            </a:pPr>
            <a:r>
              <a:rPr lang="fr-FR" sz="1200" dirty="0">
                <a:solidFill>
                  <a:schemeClr val="accent4">
                    <a:lumMod val="75000"/>
                  </a:schemeClr>
                </a:solidFill>
              </a:rPr>
              <a:t>•  Place un cours au premier créneau valide trouvé</a:t>
            </a:r>
          </a:p>
        </p:txBody>
      </p:sp>
    </p:spTree>
    <p:extLst>
      <p:ext uri="{BB962C8B-B14F-4D97-AF65-F5344CB8AC3E}">
        <p14:creationId xmlns:p14="http://schemas.microsoft.com/office/powerpoint/2010/main" val="37978110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286AB-8E5E-04C3-1728-FCD75F61140F}"/>
            </a:ext>
          </a:extLst>
        </p:cNvPr>
        <p:cNvGrpSpPr/>
        <p:nvPr/>
      </p:nvGrpSpPr>
      <p:grpSpPr>
        <a:xfrm>
          <a:off x="0" y="0"/>
          <a:ext cx="0" cy="0"/>
          <a:chOff x="0" y="0"/>
          <a:chExt cx="0" cy="0"/>
        </a:xfrm>
      </p:grpSpPr>
      <p:sp>
        <p:nvSpPr>
          <p:cNvPr id="39" name="Oval 1">
            <a:extLst>
              <a:ext uri="{FF2B5EF4-FFF2-40B4-BE49-F238E27FC236}">
                <a16:creationId xmlns:a16="http://schemas.microsoft.com/office/drawing/2014/main" id="{5DF58026-B679-B2C3-86BB-421038AD0A3E}"/>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2">
            <a:extLst>
              <a:ext uri="{FF2B5EF4-FFF2-40B4-BE49-F238E27FC236}">
                <a16:creationId xmlns:a16="http://schemas.microsoft.com/office/drawing/2014/main" id="{173E5429-EF84-3675-4532-1836E03F344C}"/>
              </a:ext>
            </a:extLst>
          </p:cNvPr>
          <p:cNvSpPr txBox="1"/>
          <p:nvPr/>
        </p:nvSpPr>
        <p:spPr>
          <a:xfrm>
            <a:off x="22644" y="80113"/>
            <a:ext cx="411911" cy="400110"/>
          </a:xfrm>
          <a:prstGeom prst="rect">
            <a:avLst/>
          </a:prstGeom>
          <a:noFill/>
        </p:spPr>
        <p:txBody>
          <a:bodyPr wrap="square">
            <a:spAutoFit/>
          </a:bodyPr>
          <a:lstStyle/>
          <a:p>
            <a:pPr algn="ctr"/>
            <a:r>
              <a:rPr sz="2000" b="1" i="0">
                <a:solidFill>
                  <a:srgbClr val="FFFFFF"/>
                </a:solidFill>
              </a:rPr>
              <a:t>1</a:t>
            </a:r>
          </a:p>
        </p:txBody>
      </p:sp>
      <p:sp>
        <p:nvSpPr>
          <p:cNvPr id="2" name="TextBox 1">
            <a:extLst>
              <a:ext uri="{FF2B5EF4-FFF2-40B4-BE49-F238E27FC236}">
                <a16:creationId xmlns:a16="http://schemas.microsoft.com/office/drawing/2014/main" id="{34A4E923-0610-CBE4-4AD8-06C4FC06630E}"/>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Mode semestriel - Workflow</a:t>
            </a:r>
          </a:p>
        </p:txBody>
      </p:sp>
      <p:sp>
        <p:nvSpPr>
          <p:cNvPr id="3" name="Rectangle 2">
            <a:extLst>
              <a:ext uri="{FF2B5EF4-FFF2-40B4-BE49-F238E27FC236}">
                <a16:creationId xmlns:a16="http://schemas.microsoft.com/office/drawing/2014/main" id="{31E5B253-22A8-2FA0-6AA7-347AFF5FF5DD}"/>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 name="TextBox 3"/>
          <p:cNvSpPr txBox="1">
            <a:spLocks/>
          </p:cNvSpPr>
          <p:nvPr/>
        </p:nvSpPr>
        <p:spPr>
          <a:xfrm>
            <a:off x="502920" y="932688"/>
            <a:ext cx="1417320" cy="237744"/>
          </a:xfrm>
          <a:prstGeom prst="rect">
            <a:avLst/>
          </a:prstGeom>
          <a:solidFill>
            <a:srgbClr val="F8FAFC"/>
          </a:solidFill>
          <a:ln>
            <a:noFill/>
          </a:ln>
        </p:spPr>
        <p:txBody>
          <a:bodyPr wrap="square" lIns="50292" tIns="22860" rIns="50292" bIns="22860" anchor="ctr">
            <a:noAutofit/>
          </a:bodyPr>
          <a:lstStyle/>
          <a:p>
            <a:pPr algn="l">
              <a:spcAft>
                <a:spcPts val="0"/>
              </a:spcAft>
            </a:pPr>
            <a:r>
              <a:rPr lang="fr-FR" sz="1400" b="1">
                <a:solidFill>
                  <a:srgbClr val="0369A1"/>
                </a:solidFill>
                <a:latin typeface="Aptos"/>
              </a:rPr>
              <a:t>1. Semestre</a:t>
            </a:r>
          </a:p>
        </p:txBody>
      </p:sp>
      <p:sp>
        <p:nvSpPr>
          <p:cNvPr id="5" name="TextBox 4"/>
          <p:cNvSpPr txBox="1">
            <a:spLocks/>
          </p:cNvSpPr>
          <p:nvPr/>
        </p:nvSpPr>
        <p:spPr>
          <a:xfrm>
            <a:off x="502920" y="2130552"/>
            <a:ext cx="1417320" cy="237744"/>
          </a:xfrm>
          <a:prstGeom prst="rect">
            <a:avLst/>
          </a:prstGeom>
          <a:solidFill>
            <a:srgbClr val="F8FAFC"/>
          </a:solidFill>
          <a:ln>
            <a:noFill/>
          </a:ln>
        </p:spPr>
        <p:txBody>
          <a:bodyPr wrap="square" lIns="50292" tIns="22860" rIns="50292" bIns="22860" anchor="ctr">
            <a:noAutofit/>
          </a:bodyPr>
          <a:lstStyle/>
          <a:p>
            <a:pPr algn="l">
              <a:spcAft>
                <a:spcPts val="0"/>
              </a:spcAft>
            </a:pPr>
            <a:r>
              <a:rPr lang="fr-FR" sz="1400" b="1">
                <a:solidFill>
                  <a:srgbClr val="0369A1"/>
                </a:solidFill>
                <a:latin typeface="Aptos"/>
              </a:rPr>
              <a:t>2. Semaine</a:t>
            </a:r>
          </a:p>
        </p:txBody>
      </p:sp>
      <p:sp>
        <p:nvSpPr>
          <p:cNvPr id="6" name="TextBox 5"/>
          <p:cNvSpPr txBox="1">
            <a:spLocks/>
          </p:cNvSpPr>
          <p:nvPr/>
        </p:nvSpPr>
        <p:spPr>
          <a:xfrm>
            <a:off x="502920" y="3493008"/>
            <a:ext cx="1417320" cy="237744"/>
          </a:xfrm>
          <a:prstGeom prst="rect">
            <a:avLst/>
          </a:prstGeom>
          <a:solidFill>
            <a:srgbClr val="F8FAFC"/>
          </a:solidFill>
          <a:ln>
            <a:noFill/>
          </a:ln>
        </p:spPr>
        <p:txBody>
          <a:bodyPr wrap="square" lIns="50292" tIns="22860" rIns="50292" bIns="22860" anchor="ctr">
            <a:noAutofit/>
          </a:bodyPr>
          <a:lstStyle/>
          <a:p>
            <a:pPr algn="l">
              <a:spcAft>
                <a:spcPts val="0"/>
              </a:spcAft>
            </a:pPr>
            <a:r>
              <a:rPr lang="fr-FR" sz="1400" b="1">
                <a:solidFill>
                  <a:srgbClr val="D97706"/>
                </a:solidFill>
                <a:latin typeface="Aptos"/>
              </a:rPr>
              <a:t>3. Secours</a:t>
            </a:r>
          </a:p>
        </p:txBody>
      </p:sp>
      <p:sp>
        <p:nvSpPr>
          <p:cNvPr id="7" name="Rectangle 6"/>
          <p:cNvSpPr>
            <a:spLocks/>
          </p:cNvSpPr>
          <p:nvPr/>
        </p:nvSpPr>
        <p:spPr>
          <a:xfrm>
            <a:off x="548640" y="1179576"/>
            <a:ext cx="1463040" cy="493776"/>
          </a:xfrm>
          <a:prstGeom prst="rect">
            <a:avLst/>
          </a:prstGeom>
          <a:solidFill>
            <a:srgbClr val="F0F9FF"/>
          </a:solidFill>
          <a:ln w="14604">
            <a:solidFill>
              <a:srgbClr val="0369A1"/>
            </a:solidFill>
          </a:ln>
          <a:effectLst/>
        </p:spPr>
        <p:style>
          <a:lnRef idx="1">
            <a:schemeClr val="accent1"/>
          </a:lnRef>
          <a:fillRef idx="3">
            <a:schemeClr val="accent1"/>
          </a:fillRef>
          <a:effectRef idx="2">
            <a:schemeClr val="accent1"/>
          </a:effectRef>
          <a:fontRef idx="minor">
            <a:schemeClr val="lt1"/>
          </a:fontRef>
        </p:style>
        <p:txBody>
          <a:bodyPr wrap="square" lIns="50292" tIns="22860" rIns="50292" bIns="22860" rtlCol="0" anchor="ctr">
            <a:noAutofit/>
          </a:bodyPr>
          <a:lstStyle/>
          <a:p>
            <a:pPr algn="ctr">
              <a:spcAft>
                <a:spcPts val="0"/>
              </a:spcAft>
            </a:pPr>
            <a:r>
              <a:rPr sz="1400" b="1">
                <a:solidFill>
                  <a:srgbClr val="0F172A"/>
                </a:solidFill>
                <a:latin typeface="Aptos"/>
              </a:rPr>
              <a:t>term_solver()</a:t>
            </a:r>
          </a:p>
        </p:txBody>
      </p:sp>
      <p:sp>
        <p:nvSpPr>
          <p:cNvPr id="8" name="Rectangle 7"/>
          <p:cNvSpPr>
            <a:spLocks/>
          </p:cNvSpPr>
          <p:nvPr/>
        </p:nvSpPr>
        <p:spPr>
          <a:xfrm>
            <a:off x="2267712" y="1179576"/>
            <a:ext cx="1554480" cy="493776"/>
          </a:xfrm>
          <a:prstGeom prst="rect">
            <a:avLst/>
          </a:prstGeom>
          <a:solidFill>
            <a:srgbClr val="E0F2FE"/>
          </a:solidFill>
          <a:ln w="14604">
            <a:solidFill>
              <a:srgbClr val="0369A1"/>
            </a:solidFill>
          </a:ln>
          <a:effectLst/>
        </p:spPr>
        <p:style>
          <a:lnRef idx="1">
            <a:schemeClr val="accent1"/>
          </a:lnRef>
          <a:fillRef idx="3">
            <a:schemeClr val="accent1"/>
          </a:fillRef>
          <a:effectRef idx="2">
            <a:schemeClr val="accent1"/>
          </a:effectRef>
          <a:fontRef idx="minor">
            <a:schemeClr val="lt1"/>
          </a:fontRef>
        </p:style>
        <p:txBody>
          <a:bodyPr wrap="square" lIns="50292" tIns="22860" rIns="50292" bIns="22860" rtlCol="0" anchor="ctr">
            <a:noAutofit/>
          </a:bodyPr>
          <a:lstStyle/>
          <a:p>
            <a:pPr algn="ctr">
              <a:spcAft>
                <a:spcPts val="0"/>
              </a:spcAft>
            </a:pPr>
            <a:r>
              <a:rPr lang="fr-FR" sz="1400" b="1" err="1">
                <a:solidFill>
                  <a:srgbClr val="0F172A"/>
                </a:solidFill>
                <a:latin typeface="Aptos"/>
              </a:rPr>
              <a:t>week_solve</a:t>
            </a:r>
            <a:r>
              <a:rPr lang="fr-FR" sz="1400" b="1">
                <a:solidFill>
                  <a:srgbClr val="0F172A"/>
                </a:solidFill>
                <a:latin typeface="Aptos"/>
              </a:rPr>
              <a:t>()</a:t>
            </a:r>
          </a:p>
          <a:p>
            <a:pPr algn="ctr">
              <a:spcAft>
                <a:spcPts val="0"/>
              </a:spcAft>
            </a:pPr>
            <a:r>
              <a:rPr lang="fr-FR" sz="1400">
                <a:solidFill>
                  <a:srgbClr val="0F172A"/>
                </a:solidFill>
                <a:latin typeface="Aptos"/>
              </a:rPr>
              <a:t>(CP-SAT)</a:t>
            </a:r>
          </a:p>
        </p:txBody>
      </p:sp>
      <p:sp>
        <p:nvSpPr>
          <p:cNvPr id="9" name="Rectangle 8"/>
          <p:cNvSpPr>
            <a:spLocks/>
          </p:cNvSpPr>
          <p:nvPr/>
        </p:nvSpPr>
        <p:spPr>
          <a:xfrm>
            <a:off x="4370832" y="1078992"/>
            <a:ext cx="1481328" cy="694944"/>
          </a:xfrm>
          <a:prstGeom prst="rect">
            <a:avLst/>
          </a:prstGeom>
          <a:solidFill>
            <a:srgbClr val="FFFFFF"/>
          </a:solidFill>
          <a:ln w="14604">
            <a:solidFill>
              <a:srgbClr val="0369A1"/>
            </a:solidFill>
          </a:ln>
          <a:effectLst/>
        </p:spPr>
        <p:style>
          <a:lnRef idx="1">
            <a:schemeClr val="accent1"/>
          </a:lnRef>
          <a:fillRef idx="3">
            <a:schemeClr val="accent1"/>
          </a:fillRef>
          <a:effectRef idx="2">
            <a:schemeClr val="accent1"/>
          </a:effectRef>
          <a:fontRef idx="minor">
            <a:schemeClr val="lt1"/>
          </a:fontRef>
        </p:style>
        <p:txBody>
          <a:bodyPr wrap="square" lIns="50292" tIns="22860" rIns="50292" bIns="22860" rtlCol="0" anchor="ctr">
            <a:noAutofit/>
          </a:bodyPr>
          <a:lstStyle/>
          <a:p>
            <a:pPr algn="ctr">
              <a:spcAft>
                <a:spcPts val="0"/>
              </a:spcAft>
            </a:pPr>
            <a:r>
              <a:rPr lang="fr-FR" sz="1400" b="1">
                <a:solidFill>
                  <a:srgbClr val="0369A1"/>
                </a:solidFill>
                <a:latin typeface="Aptos"/>
              </a:rPr>
              <a:t>Statut</a:t>
            </a:r>
          </a:p>
          <a:p>
            <a:pPr algn="ctr">
              <a:spcAft>
                <a:spcPts val="0"/>
              </a:spcAft>
            </a:pPr>
            <a:r>
              <a:rPr lang="fr-FR" sz="1400" b="1">
                <a:solidFill>
                  <a:srgbClr val="0369A1"/>
                </a:solidFill>
                <a:latin typeface="Aptos"/>
              </a:rPr>
              <a:t>week_solve()</a:t>
            </a:r>
          </a:p>
        </p:txBody>
      </p:sp>
      <p:sp>
        <p:nvSpPr>
          <p:cNvPr id="10" name="Rectangle 9"/>
          <p:cNvSpPr>
            <a:spLocks/>
          </p:cNvSpPr>
          <p:nvPr/>
        </p:nvSpPr>
        <p:spPr>
          <a:xfrm>
            <a:off x="6355080" y="987552"/>
            <a:ext cx="2176272" cy="859536"/>
          </a:xfrm>
          <a:prstGeom prst="rect">
            <a:avLst/>
          </a:prstGeom>
          <a:solidFill>
            <a:srgbClr val="FFEDE9"/>
          </a:solidFill>
          <a:ln w="14604">
            <a:solidFill>
              <a:srgbClr val="C2410C"/>
            </a:solidFill>
          </a:ln>
          <a:effectLst/>
        </p:spPr>
        <p:style>
          <a:lnRef idx="1">
            <a:schemeClr val="accent1"/>
          </a:lnRef>
          <a:fillRef idx="3">
            <a:schemeClr val="accent1"/>
          </a:fillRef>
          <a:effectRef idx="2">
            <a:schemeClr val="accent1"/>
          </a:effectRef>
          <a:fontRef idx="minor">
            <a:schemeClr val="lt1"/>
          </a:fontRef>
        </p:style>
        <p:txBody>
          <a:bodyPr wrap="square" lIns="50292" tIns="22860" rIns="50292" bIns="22860" rtlCol="0" anchor="ctr">
            <a:noAutofit/>
          </a:bodyPr>
          <a:lstStyle/>
          <a:p>
            <a:pPr algn="ctr">
              <a:spcAft>
                <a:spcPts val="0"/>
              </a:spcAft>
            </a:pPr>
            <a:r>
              <a:rPr sz="1400" b="1">
                <a:solidFill>
                  <a:srgbClr val="C2410C"/>
                </a:solidFill>
                <a:latin typeface="Aptos"/>
              </a:rPr>
              <a:t>UNKNOWN / INFEASIBLE</a:t>
            </a:r>
          </a:p>
          <a:p>
            <a:pPr algn="ctr">
              <a:spcAft>
                <a:spcPts val="0"/>
              </a:spcAft>
            </a:pPr>
            <a:r>
              <a:rPr sz="1400" b="1">
                <a:solidFill>
                  <a:srgbClr val="C2410C"/>
                </a:solidFill>
                <a:latin typeface="Aptos"/>
              </a:rPr>
              <a:t>→ </a:t>
            </a:r>
            <a:r>
              <a:rPr sz="1400" b="1" err="1">
                <a:solidFill>
                  <a:srgbClr val="C2410C"/>
                </a:solidFill>
                <a:latin typeface="Aptos"/>
              </a:rPr>
              <a:t>erreur</a:t>
            </a:r>
            <a:endParaRPr lang="fr-FR" sz="1400" b="1">
              <a:solidFill>
                <a:srgbClr val="C2410C"/>
              </a:solidFill>
              <a:latin typeface="Aptos"/>
            </a:endParaRPr>
          </a:p>
          <a:p>
            <a:pPr algn="ctr">
              <a:spcAft>
                <a:spcPts val="0"/>
              </a:spcAft>
            </a:pPr>
            <a:r>
              <a:rPr lang="fr-FR" sz="1400" b="1">
                <a:solidFill>
                  <a:srgbClr val="C2410C"/>
                </a:solidFill>
                <a:latin typeface="Aptos"/>
              </a:rPr>
              <a:t>Augmenter</a:t>
            </a:r>
            <a:r>
              <a:rPr sz="1400" b="1">
                <a:solidFill>
                  <a:srgbClr val="C2410C"/>
                </a:solidFill>
                <a:latin typeface="Aptos"/>
              </a:rPr>
              <a:t> max</a:t>
            </a:r>
            <a:r>
              <a:rPr lang="fr-FR" sz="1400" b="1">
                <a:solidFill>
                  <a:srgbClr val="C2410C"/>
                </a:solidFill>
                <a:latin typeface="Aptos"/>
              </a:rPr>
              <a:t> sessions</a:t>
            </a:r>
            <a:endParaRPr sz="1400" b="1">
              <a:solidFill>
                <a:srgbClr val="C2410C"/>
              </a:solidFill>
              <a:latin typeface="Aptos"/>
            </a:endParaRPr>
          </a:p>
        </p:txBody>
      </p:sp>
      <p:sp>
        <p:nvSpPr>
          <p:cNvPr id="11" name="Rectangle 10"/>
          <p:cNvSpPr>
            <a:spLocks/>
          </p:cNvSpPr>
          <p:nvPr/>
        </p:nvSpPr>
        <p:spPr>
          <a:xfrm>
            <a:off x="1024128" y="2331720"/>
            <a:ext cx="2066543" cy="676656"/>
          </a:xfrm>
          <a:prstGeom prst="rect">
            <a:avLst/>
          </a:prstGeom>
          <a:solidFill>
            <a:srgbClr val="E0F2FE"/>
          </a:solidFill>
          <a:ln w="14604">
            <a:solidFill>
              <a:srgbClr val="0369A1"/>
            </a:solidFill>
          </a:ln>
          <a:effectLst/>
        </p:spPr>
        <p:style>
          <a:lnRef idx="1">
            <a:schemeClr val="accent1"/>
          </a:lnRef>
          <a:fillRef idx="3">
            <a:schemeClr val="accent1"/>
          </a:fillRef>
          <a:effectRef idx="2">
            <a:schemeClr val="accent1"/>
          </a:effectRef>
          <a:fontRef idx="minor">
            <a:schemeClr val="lt1"/>
          </a:fontRef>
        </p:style>
        <p:txBody>
          <a:bodyPr wrap="square" lIns="50292" tIns="22860" rIns="50292" bIns="22860" rtlCol="0" anchor="ctr">
            <a:noAutofit/>
          </a:bodyPr>
          <a:lstStyle/>
          <a:p>
            <a:pPr algn="ctr">
              <a:spcAft>
                <a:spcPts val="0"/>
              </a:spcAft>
            </a:pPr>
            <a:r>
              <a:rPr lang="fr-FR" sz="1400" b="1">
                <a:solidFill>
                  <a:srgbClr val="0F172A"/>
                </a:solidFill>
                <a:latin typeface="Aptos"/>
              </a:rPr>
              <a:t>OK → solve()</a:t>
            </a:r>
          </a:p>
          <a:p>
            <a:pPr algn="ctr">
              <a:spcAft>
                <a:spcPts val="0"/>
              </a:spcAft>
            </a:pPr>
            <a:r>
              <a:rPr lang="fr-FR" sz="1400" b="1">
                <a:solidFill>
                  <a:srgbClr val="0F172A"/>
                </a:solidFill>
                <a:latin typeface="Aptos"/>
              </a:rPr>
              <a:t>hebdomadaire</a:t>
            </a:r>
          </a:p>
          <a:p>
            <a:pPr algn="ctr">
              <a:spcAft>
                <a:spcPts val="0"/>
              </a:spcAft>
            </a:pPr>
            <a:r>
              <a:rPr lang="fr-FR" sz="1400">
                <a:solidFill>
                  <a:srgbClr val="0F172A"/>
                </a:solidFill>
                <a:latin typeface="Aptos"/>
              </a:rPr>
              <a:t>(CP-SAT)</a:t>
            </a:r>
          </a:p>
        </p:txBody>
      </p:sp>
      <p:sp>
        <p:nvSpPr>
          <p:cNvPr id="12" name="Rectangle 11"/>
          <p:cNvSpPr>
            <a:spLocks/>
          </p:cNvSpPr>
          <p:nvPr/>
        </p:nvSpPr>
        <p:spPr>
          <a:xfrm>
            <a:off x="4059936" y="2304288"/>
            <a:ext cx="1481328" cy="713232"/>
          </a:xfrm>
          <a:prstGeom prst="rect">
            <a:avLst/>
          </a:prstGeom>
          <a:solidFill>
            <a:srgbClr val="FFFFFF"/>
          </a:solidFill>
          <a:ln w="14604">
            <a:solidFill>
              <a:srgbClr val="0369A1"/>
            </a:solidFill>
          </a:ln>
          <a:effectLst/>
        </p:spPr>
        <p:style>
          <a:lnRef idx="1">
            <a:schemeClr val="accent1"/>
          </a:lnRef>
          <a:fillRef idx="3">
            <a:schemeClr val="accent1"/>
          </a:fillRef>
          <a:effectRef idx="2">
            <a:schemeClr val="accent1"/>
          </a:effectRef>
          <a:fontRef idx="minor">
            <a:schemeClr val="lt1"/>
          </a:fontRef>
        </p:style>
        <p:txBody>
          <a:bodyPr wrap="square" lIns="50292" tIns="22860" rIns="50292" bIns="22860" rtlCol="0" anchor="ctr">
            <a:noAutofit/>
          </a:bodyPr>
          <a:lstStyle/>
          <a:p>
            <a:pPr algn="ctr">
              <a:spcAft>
                <a:spcPts val="0"/>
              </a:spcAft>
            </a:pPr>
            <a:r>
              <a:rPr lang="fr-FR" sz="1400" b="1">
                <a:solidFill>
                  <a:srgbClr val="0369A1"/>
                </a:solidFill>
                <a:latin typeface="Aptos"/>
              </a:rPr>
              <a:t>Statut</a:t>
            </a:r>
          </a:p>
          <a:p>
            <a:pPr algn="ctr">
              <a:spcAft>
                <a:spcPts val="0"/>
              </a:spcAft>
            </a:pPr>
            <a:r>
              <a:rPr lang="fr-FR" sz="1400" b="1">
                <a:solidFill>
                  <a:srgbClr val="0369A1"/>
                </a:solidFill>
                <a:latin typeface="Aptos"/>
              </a:rPr>
              <a:t>solve()</a:t>
            </a:r>
          </a:p>
        </p:txBody>
      </p:sp>
      <p:sp>
        <p:nvSpPr>
          <p:cNvPr id="13" name="Rectangle 12"/>
          <p:cNvSpPr>
            <a:spLocks/>
          </p:cNvSpPr>
          <p:nvPr/>
        </p:nvSpPr>
        <p:spPr>
          <a:xfrm>
            <a:off x="6565392" y="1993392"/>
            <a:ext cx="1920240" cy="694944"/>
          </a:xfrm>
          <a:prstGeom prst="rect">
            <a:avLst/>
          </a:prstGeom>
          <a:solidFill>
            <a:srgbClr val="DCFCE7"/>
          </a:solidFill>
          <a:ln w="14604">
            <a:solidFill>
              <a:srgbClr val="15803D"/>
            </a:solidFill>
          </a:ln>
          <a:effectLst/>
        </p:spPr>
        <p:style>
          <a:lnRef idx="1">
            <a:schemeClr val="accent1"/>
          </a:lnRef>
          <a:fillRef idx="3">
            <a:schemeClr val="accent1"/>
          </a:fillRef>
          <a:effectRef idx="2">
            <a:schemeClr val="accent1"/>
          </a:effectRef>
          <a:fontRef idx="minor">
            <a:schemeClr val="lt1"/>
          </a:fontRef>
        </p:style>
        <p:txBody>
          <a:bodyPr wrap="square" lIns="50292" tIns="22860" rIns="50292" bIns="22860" rtlCol="0" anchor="ctr">
            <a:noAutofit/>
          </a:bodyPr>
          <a:lstStyle/>
          <a:p>
            <a:pPr algn="ctr">
              <a:spcAft>
                <a:spcPts val="0"/>
              </a:spcAft>
            </a:pPr>
            <a:r>
              <a:rPr sz="1400" b="1">
                <a:solidFill>
                  <a:srgbClr val="15803D"/>
                </a:solidFill>
                <a:latin typeface="Aptos"/>
              </a:rPr>
              <a:t>OPTIMAL / FEASIBLE</a:t>
            </a:r>
          </a:p>
          <a:p>
            <a:pPr algn="ctr">
              <a:spcAft>
                <a:spcPts val="0"/>
              </a:spcAft>
            </a:pPr>
            <a:r>
              <a:rPr sz="1400" b="1">
                <a:solidFill>
                  <a:srgbClr val="15803D"/>
                </a:solidFill>
                <a:latin typeface="Aptos"/>
              </a:rPr>
              <a:t>Planning validé</a:t>
            </a:r>
          </a:p>
        </p:txBody>
      </p:sp>
      <p:sp>
        <p:nvSpPr>
          <p:cNvPr id="14" name="Rectangle 13"/>
          <p:cNvSpPr>
            <a:spLocks/>
          </p:cNvSpPr>
          <p:nvPr/>
        </p:nvSpPr>
        <p:spPr>
          <a:xfrm>
            <a:off x="1024128" y="3702782"/>
            <a:ext cx="2066543" cy="713232"/>
          </a:xfrm>
          <a:prstGeom prst="rect">
            <a:avLst/>
          </a:prstGeom>
          <a:solidFill>
            <a:srgbClr val="E0F2FE"/>
          </a:solidFill>
          <a:ln w="14604">
            <a:solidFill>
              <a:srgbClr val="0369A1"/>
            </a:solidFill>
          </a:ln>
          <a:effectLst/>
        </p:spPr>
        <p:style>
          <a:lnRef idx="1">
            <a:schemeClr val="accent1"/>
          </a:lnRef>
          <a:fillRef idx="3">
            <a:schemeClr val="accent1"/>
          </a:fillRef>
          <a:effectRef idx="2">
            <a:schemeClr val="accent1"/>
          </a:effectRef>
          <a:fontRef idx="minor">
            <a:schemeClr val="lt1"/>
          </a:fontRef>
        </p:style>
        <p:txBody>
          <a:bodyPr wrap="square" lIns="50292" tIns="22860" rIns="50292" bIns="22860" rtlCol="0" anchor="ctr">
            <a:noAutofit/>
          </a:bodyPr>
          <a:lstStyle/>
          <a:p>
            <a:pPr algn="ctr">
              <a:spcAft>
                <a:spcPts val="0"/>
              </a:spcAft>
            </a:pPr>
            <a:r>
              <a:rPr lang="en-US" sz="1400" b="1">
                <a:solidFill>
                  <a:srgbClr val="0F172A"/>
                </a:solidFill>
                <a:latin typeface="Aptos"/>
              </a:rPr>
              <a:t>UNKNOWN</a:t>
            </a:r>
          </a:p>
          <a:p>
            <a:pPr algn="ctr">
              <a:spcAft>
                <a:spcPts val="0"/>
              </a:spcAft>
            </a:pPr>
            <a:r>
              <a:rPr lang="en-US" sz="1400" b="1">
                <a:solidFill>
                  <a:srgbClr val="0F172A"/>
                </a:solidFill>
                <a:latin typeface="Aptos"/>
              </a:rPr>
              <a:t>retry solve()</a:t>
            </a:r>
          </a:p>
          <a:p>
            <a:pPr algn="ctr">
              <a:spcAft>
                <a:spcPts val="0"/>
              </a:spcAft>
            </a:pPr>
            <a:r>
              <a:rPr lang="en-US" sz="1400" b="1">
                <a:solidFill>
                  <a:srgbClr val="0F172A"/>
                </a:solidFill>
                <a:latin typeface="Aptos"/>
              </a:rPr>
              <a:t>sans soft</a:t>
            </a:r>
          </a:p>
        </p:txBody>
      </p:sp>
      <p:sp>
        <p:nvSpPr>
          <p:cNvPr id="15" name="Rectangle 14"/>
          <p:cNvSpPr>
            <a:spLocks/>
          </p:cNvSpPr>
          <p:nvPr/>
        </p:nvSpPr>
        <p:spPr>
          <a:xfrm>
            <a:off x="4059936" y="3657600"/>
            <a:ext cx="1481328" cy="713232"/>
          </a:xfrm>
          <a:prstGeom prst="rect">
            <a:avLst/>
          </a:prstGeom>
          <a:solidFill>
            <a:srgbClr val="FFFFFF"/>
          </a:solidFill>
          <a:ln w="14604">
            <a:solidFill>
              <a:srgbClr val="0369A1"/>
            </a:solidFill>
          </a:ln>
          <a:effectLst/>
        </p:spPr>
        <p:style>
          <a:lnRef idx="1">
            <a:schemeClr val="accent1"/>
          </a:lnRef>
          <a:fillRef idx="3">
            <a:schemeClr val="accent1"/>
          </a:fillRef>
          <a:effectRef idx="2">
            <a:schemeClr val="accent1"/>
          </a:effectRef>
          <a:fontRef idx="minor">
            <a:schemeClr val="lt1"/>
          </a:fontRef>
        </p:style>
        <p:txBody>
          <a:bodyPr wrap="square" lIns="50292" tIns="22860" rIns="50292" bIns="22860" rtlCol="0" anchor="ctr">
            <a:noAutofit/>
          </a:bodyPr>
          <a:lstStyle/>
          <a:p>
            <a:pPr algn="ctr">
              <a:spcAft>
                <a:spcPts val="0"/>
              </a:spcAft>
            </a:pPr>
            <a:r>
              <a:rPr lang="fr-FR" sz="1400" b="1">
                <a:solidFill>
                  <a:srgbClr val="0369A1"/>
                </a:solidFill>
                <a:latin typeface="Aptos"/>
              </a:rPr>
              <a:t>Statut</a:t>
            </a:r>
          </a:p>
          <a:p>
            <a:pPr algn="ctr">
              <a:spcAft>
                <a:spcPts val="0"/>
              </a:spcAft>
            </a:pPr>
            <a:r>
              <a:rPr lang="fr-FR" sz="1400" b="1">
                <a:solidFill>
                  <a:srgbClr val="0369A1"/>
                </a:solidFill>
                <a:latin typeface="Aptos"/>
              </a:rPr>
              <a:t>retry</a:t>
            </a:r>
          </a:p>
        </p:txBody>
      </p:sp>
      <p:sp>
        <p:nvSpPr>
          <p:cNvPr id="16" name="Rectangle 15"/>
          <p:cNvSpPr>
            <a:spLocks/>
          </p:cNvSpPr>
          <p:nvPr/>
        </p:nvSpPr>
        <p:spPr>
          <a:xfrm>
            <a:off x="6565392" y="3383280"/>
            <a:ext cx="1920240" cy="658368"/>
          </a:xfrm>
          <a:prstGeom prst="rect">
            <a:avLst/>
          </a:prstGeom>
          <a:solidFill>
            <a:srgbClr val="FEF3C7"/>
          </a:solidFill>
          <a:ln w="14604">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50292" tIns="22860" rIns="50292" bIns="22860" rtlCol="0" anchor="ctr">
            <a:noAutofit/>
          </a:bodyPr>
          <a:lstStyle/>
          <a:p>
            <a:pPr algn="ctr">
              <a:spcAft>
                <a:spcPts val="0"/>
              </a:spcAft>
            </a:pPr>
            <a:r>
              <a:rPr lang="fr-FR" sz="1400" b="1">
                <a:solidFill>
                  <a:srgbClr val="D97706"/>
                </a:solidFill>
                <a:latin typeface="Aptos"/>
              </a:rPr>
              <a:t>KO → Fallback</a:t>
            </a:r>
          </a:p>
          <a:p>
            <a:pPr algn="ctr">
              <a:spcAft>
                <a:spcPts val="0"/>
              </a:spcAft>
            </a:pPr>
            <a:r>
              <a:rPr lang="fr-FR" sz="1400" b="1">
                <a:solidFill>
                  <a:srgbClr val="D97706"/>
                </a:solidFill>
                <a:latin typeface="Aptos"/>
              </a:rPr>
              <a:t>greedy</a:t>
            </a:r>
          </a:p>
        </p:txBody>
      </p:sp>
      <p:sp>
        <p:nvSpPr>
          <p:cNvPr id="17" name="Rectangle 16"/>
          <p:cNvSpPr>
            <a:spLocks/>
          </p:cNvSpPr>
          <p:nvPr/>
        </p:nvSpPr>
        <p:spPr>
          <a:xfrm>
            <a:off x="6565392" y="4279392"/>
            <a:ext cx="1920240" cy="566928"/>
          </a:xfrm>
          <a:prstGeom prst="rect">
            <a:avLst/>
          </a:prstGeom>
          <a:solidFill>
            <a:srgbClr val="FEF3C7"/>
          </a:solidFill>
          <a:ln w="14604">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50292" tIns="22860" rIns="50292" bIns="22860" rtlCol="0" anchor="ctr">
            <a:noAutofit/>
          </a:bodyPr>
          <a:lstStyle/>
          <a:p>
            <a:pPr algn="ctr">
              <a:spcAft>
                <a:spcPts val="0"/>
              </a:spcAft>
            </a:pPr>
            <a:r>
              <a:rPr lang="fr-FR" sz="1400" b="1">
                <a:solidFill>
                  <a:srgbClr val="1E293B"/>
                </a:solidFill>
                <a:latin typeface="Aptos"/>
              </a:rPr>
              <a:t>Sessions non </a:t>
            </a:r>
            <a:r>
              <a:rPr sz="1400" b="1">
                <a:solidFill>
                  <a:srgbClr val="1E293B"/>
                </a:solidFill>
                <a:latin typeface="Aptos"/>
              </a:rPr>
              <a:t>placées</a:t>
            </a:r>
          </a:p>
          <a:p>
            <a:pPr algn="ctr">
              <a:spcAft>
                <a:spcPts val="0"/>
              </a:spcAft>
            </a:pPr>
            <a:r>
              <a:rPr sz="1400" b="1">
                <a:solidFill>
                  <a:srgbClr val="1E293B"/>
                </a:solidFill>
                <a:latin typeface="Aptos"/>
              </a:rPr>
              <a:t>affichées</a:t>
            </a:r>
          </a:p>
        </p:txBody>
      </p:sp>
      <p:cxnSp>
        <p:nvCxnSpPr>
          <p:cNvPr id="18" name="Connector 17"/>
          <p:cNvCxnSpPr/>
          <p:nvPr/>
        </p:nvCxnSpPr>
        <p:spPr>
          <a:xfrm>
            <a:off x="2011680" y="1426464"/>
            <a:ext cx="256032" cy="0"/>
          </a:xfrm>
          <a:prstGeom prst="line">
            <a:avLst/>
          </a:prstGeom>
          <a:ln w="12700">
            <a:solidFill>
              <a:srgbClr val="0369A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822191" y="1426464"/>
            <a:ext cx="548641" cy="0"/>
          </a:xfrm>
          <a:prstGeom prst="line">
            <a:avLst/>
          </a:prstGeom>
          <a:ln w="12700">
            <a:solidFill>
              <a:srgbClr val="0369A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852160" y="1426464"/>
            <a:ext cx="502920" cy="0"/>
          </a:xfrm>
          <a:prstGeom prst="line">
            <a:avLst/>
          </a:prstGeom>
          <a:ln w="12700">
            <a:solidFill>
              <a:srgbClr val="C2410C"/>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2057400" y="1773936"/>
            <a:ext cx="2971800" cy="557784"/>
          </a:xfrm>
          <a:prstGeom prst="line">
            <a:avLst/>
          </a:prstGeom>
          <a:ln w="12700">
            <a:solidFill>
              <a:srgbClr val="15803D"/>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090672" y="2670048"/>
            <a:ext cx="969264" cy="0"/>
          </a:xfrm>
          <a:prstGeom prst="line">
            <a:avLst/>
          </a:prstGeom>
          <a:ln w="12700">
            <a:solidFill>
              <a:srgbClr val="0369A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541264" y="2340864"/>
            <a:ext cx="1024128" cy="310896"/>
          </a:xfrm>
          <a:prstGeom prst="line">
            <a:avLst/>
          </a:prstGeom>
          <a:ln w="12700">
            <a:solidFill>
              <a:srgbClr val="15803D"/>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2286000" y="3017520"/>
            <a:ext cx="2331720" cy="658367"/>
          </a:xfrm>
          <a:prstGeom prst="line">
            <a:avLst/>
          </a:prstGeom>
          <a:ln w="12700">
            <a:solidFill>
              <a:srgbClr val="0369A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504688" y="3017520"/>
            <a:ext cx="1060704" cy="621792"/>
          </a:xfrm>
          <a:prstGeom prst="line">
            <a:avLst/>
          </a:prstGeom>
          <a:ln w="12700">
            <a:solidFill>
              <a:srgbClr val="D9770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090672" y="4032504"/>
            <a:ext cx="969264" cy="0"/>
          </a:xfrm>
          <a:prstGeom prst="line">
            <a:avLst/>
          </a:prstGeom>
          <a:ln w="12700">
            <a:solidFill>
              <a:srgbClr val="0369A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5541264" y="3712463"/>
            <a:ext cx="1024128" cy="338328"/>
          </a:xfrm>
          <a:prstGeom prst="line">
            <a:avLst/>
          </a:prstGeom>
          <a:ln w="12700">
            <a:solidFill>
              <a:srgbClr val="D9770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525512" y="4041648"/>
            <a:ext cx="0" cy="237744"/>
          </a:xfrm>
          <a:prstGeom prst="line">
            <a:avLst/>
          </a:prstGeom>
          <a:ln w="12700">
            <a:solidFill>
              <a:srgbClr val="D97706"/>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877187" y="1154345"/>
            <a:ext cx="438912" cy="237744"/>
          </a:xfrm>
          <a:prstGeom prst="rect">
            <a:avLst/>
          </a:prstGeom>
          <a:solidFill>
            <a:srgbClr val="FFEDE9"/>
          </a:solidFill>
          <a:ln>
            <a:noFill/>
          </a:ln>
        </p:spPr>
        <p:txBody>
          <a:bodyPr wrap="square" lIns="50292" tIns="22860" rIns="50292" bIns="22860" anchor="ctr">
            <a:noAutofit/>
          </a:bodyPr>
          <a:lstStyle/>
          <a:p>
            <a:pPr algn="ctr">
              <a:spcAft>
                <a:spcPts val="0"/>
              </a:spcAft>
            </a:pPr>
            <a:r>
              <a:rPr sz="1400" b="1">
                <a:solidFill>
                  <a:srgbClr val="C2410C"/>
                </a:solidFill>
                <a:latin typeface="Aptos"/>
              </a:rPr>
              <a:t>KO</a:t>
            </a:r>
          </a:p>
        </p:txBody>
      </p:sp>
      <p:sp>
        <p:nvSpPr>
          <p:cNvPr id="32" name="TextBox 31"/>
          <p:cNvSpPr txBox="1"/>
          <p:nvPr/>
        </p:nvSpPr>
        <p:spPr>
          <a:xfrm>
            <a:off x="5650992" y="2359152"/>
            <a:ext cx="502920" cy="237744"/>
          </a:xfrm>
          <a:prstGeom prst="rect">
            <a:avLst/>
          </a:prstGeom>
          <a:solidFill>
            <a:srgbClr val="DCFCE7"/>
          </a:solidFill>
          <a:ln>
            <a:noFill/>
          </a:ln>
        </p:spPr>
        <p:txBody>
          <a:bodyPr wrap="square" lIns="50292" tIns="22860" rIns="50292" bIns="22860" anchor="ctr">
            <a:noAutofit/>
          </a:bodyPr>
          <a:lstStyle/>
          <a:p>
            <a:pPr algn="ctr">
              <a:spcAft>
                <a:spcPts val="0"/>
              </a:spcAft>
            </a:pPr>
            <a:r>
              <a:rPr lang="fr-FR" sz="1400" b="1">
                <a:solidFill>
                  <a:srgbClr val="15803D"/>
                </a:solidFill>
                <a:latin typeface="Aptos"/>
              </a:rPr>
              <a:t>OK</a:t>
            </a:r>
          </a:p>
        </p:txBody>
      </p:sp>
      <p:sp>
        <p:nvSpPr>
          <p:cNvPr id="33" name="TextBox 32"/>
          <p:cNvSpPr txBox="1"/>
          <p:nvPr/>
        </p:nvSpPr>
        <p:spPr>
          <a:xfrm>
            <a:off x="2976542" y="3106895"/>
            <a:ext cx="1234440" cy="237744"/>
          </a:xfrm>
          <a:prstGeom prst="rect">
            <a:avLst/>
          </a:prstGeom>
          <a:solidFill>
            <a:srgbClr val="F8FAFC">
              <a:alpha val="67000"/>
            </a:srgbClr>
          </a:solidFill>
          <a:ln>
            <a:noFill/>
          </a:ln>
        </p:spPr>
        <p:txBody>
          <a:bodyPr wrap="square" lIns="50292" tIns="22860" rIns="50292" bIns="22860" anchor="ctr">
            <a:noAutofit/>
          </a:bodyPr>
          <a:lstStyle/>
          <a:p>
            <a:pPr algn="ctr">
              <a:spcAft>
                <a:spcPts val="0"/>
              </a:spcAft>
            </a:pPr>
            <a:r>
              <a:rPr sz="1400" b="1">
                <a:solidFill>
                  <a:srgbClr val="0369A1"/>
                </a:solidFill>
                <a:latin typeface="Aptos"/>
              </a:rPr>
              <a:t>UNKNOWN</a:t>
            </a:r>
          </a:p>
        </p:txBody>
      </p:sp>
      <p:sp>
        <p:nvSpPr>
          <p:cNvPr id="36" name="TextBox 35"/>
          <p:cNvSpPr txBox="1"/>
          <p:nvPr/>
        </p:nvSpPr>
        <p:spPr>
          <a:xfrm>
            <a:off x="5650992" y="3796757"/>
            <a:ext cx="502920" cy="237744"/>
          </a:xfrm>
          <a:prstGeom prst="rect">
            <a:avLst/>
          </a:prstGeom>
          <a:solidFill>
            <a:srgbClr val="FEF3C7"/>
          </a:solidFill>
          <a:ln>
            <a:noFill/>
          </a:ln>
        </p:spPr>
        <p:txBody>
          <a:bodyPr wrap="square" lIns="50292" tIns="22860" rIns="50292" bIns="22860" anchor="ctr">
            <a:noAutofit/>
          </a:bodyPr>
          <a:lstStyle/>
          <a:p>
            <a:pPr algn="ctr">
              <a:spcAft>
                <a:spcPts val="0"/>
              </a:spcAft>
            </a:pPr>
            <a:r>
              <a:rPr lang="fr-FR" sz="1400" b="1">
                <a:solidFill>
                  <a:srgbClr val="D97706"/>
                </a:solidFill>
                <a:latin typeface="Aptos"/>
              </a:rPr>
              <a:t>KO</a:t>
            </a:r>
          </a:p>
        </p:txBody>
      </p:sp>
      <p:sp>
        <p:nvSpPr>
          <p:cNvPr id="37" name="TextBox 36"/>
          <p:cNvSpPr txBox="1"/>
          <p:nvPr/>
        </p:nvSpPr>
        <p:spPr>
          <a:xfrm>
            <a:off x="203196" y="4727449"/>
            <a:ext cx="6189472" cy="219442"/>
          </a:xfrm>
          <a:prstGeom prst="rect">
            <a:avLst/>
          </a:prstGeom>
          <a:solidFill>
            <a:srgbClr val="F8FAFC"/>
          </a:solidFill>
          <a:ln>
            <a:solidFill>
              <a:schemeClr val="tx1"/>
            </a:solidFill>
          </a:ln>
        </p:spPr>
        <p:txBody>
          <a:bodyPr wrap="square" lIns="50292" tIns="22860" rIns="50292" bIns="22860" anchor="ctr">
            <a:noAutofit/>
          </a:bodyPr>
          <a:lstStyle/>
          <a:p>
            <a:pPr algn="ctr">
              <a:spcAft>
                <a:spcPts val="0"/>
              </a:spcAft>
            </a:pPr>
            <a:r>
              <a:rPr sz="1400" b="1">
                <a:solidFill>
                  <a:srgbClr val="FF0000"/>
                </a:solidFill>
                <a:latin typeface="Aptos"/>
              </a:rPr>
              <a:t>Le greedy </a:t>
            </a:r>
            <a:r>
              <a:rPr sz="1400" b="1" err="1">
                <a:solidFill>
                  <a:srgbClr val="FF0000"/>
                </a:solidFill>
                <a:latin typeface="Aptos"/>
              </a:rPr>
              <a:t>peut</a:t>
            </a:r>
            <a:r>
              <a:rPr sz="1400" b="1">
                <a:solidFill>
                  <a:srgbClr val="FF0000"/>
                </a:solidFill>
                <a:latin typeface="Aptos"/>
              </a:rPr>
              <a:t> </a:t>
            </a:r>
            <a:r>
              <a:rPr sz="1400" b="1" err="1">
                <a:solidFill>
                  <a:srgbClr val="FF0000"/>
                </a:solidFill>
                <a:latin typeface="Aptos"/>
              </a:rPr>
              <a:t>laisser</a:t>
            </a:r>
            <a:r>
              <a:rPr sz="1400" b="1">
                <a:solidFill>
                  <a:srgbClr val="FF0000"/>
                </a:solidFill>
                <a:latin typeface="Aptos"/>
              </a:rPr>
              <a:t> des sessions non </a:t>
            </a:r>
            <a:r>
              <a:rPr sz="1400" b="1" err="1">
                <a:solidFill>
                  <a:srgbClr val="FF0000"/>
                </a:solidFill>
                <a:latin typeface="Aptos"/>
              </a:rPr>
              <a:t>placées</a:t>
            </a:r>
            <a:r>
              <a:rPr sz="1400" b="1">
                <a:solidFill>
                  <a:srgbClr val="FF0000"/>
                </a:solidFill>
                <a:latin typeface="Aptos"/>
              </a:rPr>
              <a:t> : </a:t>
            </a:r>
            <a:r>
              <a:rPr sz="1400" b="1" err="1">
                <a:solidFill>
                  <a:srgbClr val="FF0000"/>
                </a:solidFill>
                <a:latin typeface="Aptos"/>
              </a:rPr>
              <a:t>elles</a:t>
            </a:r>
            <a:r>
              <a:rPr sz="1400" b="1">
                <a:solidFill>
                  <a:srgbClr val="FF0000"/>
                </a:solidFill>
                <a:latin typeface="Aptos"/>
              </a:rPr>
              <a:t> </a:t>
            </a:r>
            <a:r>
              <a:rPr sz="1400" b="1" err="1">
                <a:solidFill>
                  <a:srgbClr val="FF0000"/>
                </a:solidFill>
                <a:latin typeface="Aptos"/>
              </a:rPr>
              <a:t>sont</a:t>
            </a:r>
            <a:r>
              <a:rPr sz="1400" b="1">
                <a:solidFill>
                  <a:srgbClr val="FF0000"/>
                </a:solidFill>
                <a:latin typeface="Aptos"/>
              </a:rPr>
              <a:t> </a:t>
            </a:r>
            <a:r>
              <a:rPr sz="1400" b="1" err="1">
                <a:solidFill>
                  <a:srgbClr val="FF0000"/>
                </a:solidFill>
                <a:latin typeface="Aptos"/>
              </a:rPr>
              <a:t>affichées</a:t>
            </a:r>
            <a:r>
              <a:rPr sz="1400" b="1">
                <a:solidFill>
                  <a:srgbClr val="FF0000"/>
                </a:solidFill>
                <a:latin typeface="Aptos"/>
              </a:rPr>
              <a:t>.</a:t>
            </a:r>
          </a:p>
        </p:txBody>
      </p:sp>
      <p:cxnSp>
        <p:nvCxnSpPr>
          <p:cNvPr id="27" name="Connector 26"/>
          <p:cNvCxnSpPr>
            <a:cxnSpLocks/>
          </p:cNvCxnSpPr>
          <p:nvPr/>
        </p:nvCxnSpPr>
        <p:spPr>
          <a:xfrm flipV="1">
            <a:off x="5541264" y="2633472"/>
            <a:ext cx="1024128" cy="1163285"/>
          </a:xfrm>
          <a:prstGeom prst="line">
            <a:avLst/>
          </a:prstGeom>
          <a:ln w="12700">
            <a:solidFill>
              <a:srgbClr val="15803D"/>
            </a:solidFill>
            <a:tailEnd type="triangle" w="sm" len="sm"/>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543459" y="3372962"/>
            <a:ext cx="502920" cy="237744"/>
          </a:xfrm>
          <a:prstGeom prst="rect">
            <a:avLst/>
          </a:prstGeom>
          <a:solidFill>
            <a:srgbClr val="DCFCE7"/>
          </a:solidFill>
          <a:ln>
            <a:noFill/>
          </a:ln>
        </p:spPr>
        <p:txBody>
          <a:bodyPr wrap="square" lIns="50292" tIns="22860" rIns="50292" bIns="22860" anchor="ctr">
            <a:noAutofit/>
          </a:bodyPr>
          <a:lstStyle/>
          <a:p>
            <a:pPr algn="ctr">
              <a:spcAft>
                <a:spcPts val="0"/>
              </a:spcAft>
            </a:pPr>
            <a:r>
              <a:rPr sz="1400" b="1">
                <a:solidFill>
                  <a:srgbClr val="15803D"/>
                </a:solidFill>
                <a:latin typeface="Aptos"/>
              </a:rPr>
              <a:t>OK</a:t>
            </a:r>
          </a:p>
        </p:txBody>
      </p:sp>
      <p:sp>
        <p:nvSpPr>
          <p:cNvPr id="42" name="Espace réservé du numéro de diapositive 41">
            <a:extLst>
              <a:ext uri="{FF2B5EF4-FFF2-40B4-BE49-F238E27FC236}">
                <a16:creationId xmlns:a16="http://schemas.microsoft.com/office/drawing/2014/main" id="{D488E3D9-EA6A-22B7-2C5A-0CA5DFC108B4}"/>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15</a:t>
            </a:fld>
            <a:endParaRPr lang="en-US"/>
          </a:p>
        </p:txBody>
      </p:sp>
      <p:sp>
        <p:nvSpPr>
          <p:cNvPr id="31" name="TextBox 30"/>
          <p:cNvSpPr txBox="1"/>
          <p:nvPr/>
        </p:nvSpPr>
        <p:spPr>
          <a:xfrm>
            <a:off x="3281183" y="1842987"/>
            <a:ext cx="1261872" cy="237744"/>
          </a:xfrm>
          <a:prstGeom prst="rect">
            <a:avLst/>
          </a:prstGeom>
          <a:solidFill>
            <a:srgbClr val="F8FAFC">
              <a:alpha val="67000"/>
            </a:srgbClr>
          </a:solidFill>
          <a:ln>
            <a:noFill/>
          </a:ln>
        </p:spPr>
        <p:txBody>
          <a:bodyPr wrap="square" lIns="50292" tIns="22860" rIns="50292" bIns="22860" anchor="ctr">
            <a:noAutofit/>
          </a:bodyPr>
          <a:lstStyle/>
          <a:p>
            <a:pPr algn="ctr">
              <a:spcAft>
                <a:spcPts val="0"/>
              </a:spcAft>
            </a:pPr>
            <a:r>
              <a:rPr sz="1400" b="1">
                <a:solidFill>
                  <a:srgbClr val="15803D"/>
                </a:solidFill>
                <a:latin typeface="Aptos"/>
              </a:rPr>
              <a:t>OPTIMAL / FEASIBLE</a:t>
            </a:r>
          </a:p>
        </p:txBody>
      </p:sp>
      <p:sp>
        <p:nvSpPr>
          <p:cNvPr id="34" name="TextBox 33"/>
          <p:cNvSpPr txBox="1"/>
          <p:nvPr/>
        </p:nvSpPr>
        <p:spPr>
          <a:xfrm>
            <a:off x="4969581" y="3062067"/>
            <a:ext cx="1143000" cy="237744"/>
          </a:xfrm>
          <a:prstGeom prst="rect">
            <a:avLst/>
          </a:prstGeom>
          <a:solidFill>
            <a:srgbClr val="F8FAFC">
              <a:alpha val="67000"/>
            </a:srgbClr>
          </a:solidFill>
          <a:ln>
            <a:noFill/>
          </a:ln>
        </p:spPr>
        <p:txBody>
          <a:bodyPr wrap="square" lIns="50292" tIns="22860" rIns="50292" bIns="22860" anchor="ctr">
            <a:noAutofit/>
          </a:bodyPr>
          <a:lstStyle/>
          <a:p>
            <a:pPr algn="ctr">
              <a:spcAft>
                <a:spcPts val="0"/>
              </a:spcAft>
            </a:pPr>
            <a:r>
              <a:rPr lang="fr-FR" sz="1400" b="1">
                <a:solidFill>
                  <a:srgbClr val="D97706"/>
                </a:solidFill>
                <a:latin typeface="Aptos"/>
              </a:rPr>
              <a:t>INFEASIBLE</a:t>
            </a:r>
          </a:p>
        </p:txBody>
      </p:sp>
    </p:spTree>
    <p:extLst>
      <p:ext uri="{BB962C8B-B14F-4D97-AF65-F5344CB8AC3E}">
        <p14:creationId xmlns:p14="http://schemas.microsoft.com/office/powerpoint/2010/main" val="10602455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962D6B61-A8A0-F10A-DCC5-457999F10721}"/>
              </a:ext>
            </a:extLst>
          </p:cNvPr>
          <p:cNvPicPr>
            <a:picLocks noChangeAspect="1"/>
          </p:cNvPicPr>
          <p:nvPr/>
        </p:nvPicPr>
        <p:blipFill>
          <a:blip r:embed="rId3"/>
          <a:stretch>
            <a:fillRect/>
          </a:stretch>
        </p:blipFill>
        <p:spPr>
          <a:xfrm>
            <a:off x="98326" y="1267998"/>
            <a:ext cx="4412324" cy="3303365"/>
          </a:xfrm>
          <a:prstGeom prst="rect">
            <a:avLst/>
          </a:prstGeom>
        </p:spPr>
      </p:pic>
      <p:sp>
        <p:nvSpPr>
          <p:cNvPr id="4" name="Oval 1">
            <a:extLst>
              <a:ext uri="{FF2B5EF4-FFF2-40B4-BE49-F238E27FC236}">
                <a16:creationId xmlns:a16="http://schemas.microsoft.com/office/drawing/2014/main" id="{B625645F-1CBE-AE65-7B5F-1DD394ABD0D1}"/>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2">
            <a:extLst>
              <a:ext uri="{FF2B5EF4-FFF2-40B4-BE49-F238E27FC236}">
                <a16:creationId xmlns:a16="http://schemas.microsoft.com/office/drawing/2014/main" id="{E5F675E2-962F-B326-14E4-84DBF6A9F36A}"/>
              </a:ext>
            </a:extLst>
          </p:cNvPr>
          <p:cNvSpPr txBox="1"/>
          <p:nvPr/>
        </p:nvSpPr>
        <p:spPr>
          <a:xfrm>
            <a:off x="22644" y="80113"/>
            <a:ext cx="411911" cy="400110"/>
          </a:xfrm>
          <a:prstGeom prst="rect">
            <a:avLst/>
          </a:prstGeom>
          <a:noFill/>
        </p:spPr>
        <p:txBody>
          <a:bodyPr wrap="square">
            <a:spAutoFit/>
          </a:bodyPr>
          <a:lstStyle/>
          <a:p>
            <a:pPr algn="ctr"/>
            <a:r>
              <a:rPr sz="2000" b="1" i="0">
                <a:solidFill>
                  <a:srgbClr val="FFFFFF"/>
                </a:solidFill>
              </a:rPr>
              <a:t>1</a:t>
            </a:r>
          </a:p>
        </p:txBody>
      </p:sp>
      <p:sp>
        <p:nvSpPr>
          <p:cNvPr id="8" name="TextBox 1">
            <a:extLst>
              <a:ext uri="{FF2B5EF4-FFF2-40B4-BE49-F238E27FC236}">
                <a16:creationId xmlns:a16="http://schemas.microsoft.com/office/drawing/2014/main" id="{1B155E17-493F-12F4-43AF-BE1E9A5D360D}"/>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Mode semestriel – Exemple de sortie</a:t>
            </a:r>
          </a:p>
        </p:txBody>
      </p:sp>
      <p:pic>
        <p:nvPicPr>
          <p:cNvPr id="10" name="Image 9">
            <a:extLst>
              <a:ext uri="{FF2B5EF4-FFF2-40B4-BE49-F238E27FC236}">
                <a16:creationId xmlns:a16="http://schemas.microsoft.com/office/drawing/2014/main" id="{B446F510-1C30-1D46-A033-2DBA8EBABBD7}"/>
              </a:ext>
            </a:extLst>
          </p:cNvPr>
          <p:cNvPicPr>
            <a:picLocks noChangeAspect="1"/>
          </p:cNvPicPr>
          <p:nvPr/>
        </p:nvPicPr>
        <p:blipFill>
          <a:blip r:embed="rId4"/>
          <a:stretch>
            <a:fillRect/>
          </a:stretch>
        </p:blipFill>
        <p:spPr>
          <a:xfrm>
            <a:off x="4632074" y="1251259"/>
            <a:ext cx="4413600" cy="3320104"/>
          </a:xfrm>
          <a:prstGeom prst="rect">
            <a:avLst/>
          </a:prstGeom>
        </p:spPr>
      </p:pic>
      <p:sp>
        <p:nvSpPr>
          <p:cNvPr id="11" name="Espace réservé du numéro de diapositive 10">
            <a:extLst>
              <a:ext uri="{FF2B5EF4-FFF2-40B4-BE49-F238E27FC236}">
                <a16:creationId xmlns:a16="http://schemas.microsoft.com/office/drawing/2014/main" id="{A2CE266A-A15B-F63A-5BD1-8959D70B30A6}"/>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16</a:t>
            </a:fld>
            <a:endParaRPr lang="en-US"/>
          </a:p>
        </p:txBody>
      </p:sp>
    </p:spTree>
    <p:extLst>
      <p:ext uri="{BB962C8B-B14F-4D97-AF65-F5344CB8AC3E}">
        <p14:creationId xmlns:p14="http://schemas.microsoft.com/office/powerpoint/2010/main" val="18577998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39951-9C40-F33C-1CDD-36EC3D293490}"/>
            </a:ext>
          </a:extLst>
        </p:cNvPr>
        <p:cNvGrpSpPr/>
        <p:nvPr/>
      </p:nvGrpSpPr>
      <p:grpSpPr>
        <a:xfrm>
          <a:off x="0" y="0"/>
          <a:ext cx="0" cy="0"/>
          <a:chOff x="0" y="0"/>
          <a:chExt cx="0" cy="0"/>
        </a:xfrm>
      </p:grpSpPr>
      <p:sp>
        <p:nvSpPr>
          <p:cNvPr id="3" name="Oval 1">
            <a:extLst>
              <a:ext uri="{FF2B5EF4-FFF2-40B4-BE49-F238E27FC236}">
                <a16:creationId xmlns:a16="http://schemas.microsoft.com/office/drawing/2014/main" id="{E9BF8902-E0FD-2E36-B869-81720B1A3F4F}"/>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2">
            <a:extLst>
              <a:ext uri="{FF2B5EF4-FFF2-40B4-BE49-F238E27FC236}">
                <a16:creationId xmlns:a16="http://schemas.microsoft.com/office/drawing/2014/main" id="{156E6731-5587-EA30-9D1B-5E4C67C23007}"/>
              </a:ext>
            </a:extLst>
          </p:cNvPr>
          <p:cNvSpPr txBox="1"/>
          <p:nvPr/>
        </p:nvSpPr>
        <p:spPr>
          <a:xfrm>
            <a:off x="22644" y="80113"/>
            <a:ext cx="411911" cy="400110"/>
          </a:xfrm>
          <a:prstGeom prst="rect">
            <a:avLst/>
          </a:prstGeom>
          <a:noFill/>
        </p:spPr>
        <p:txBody>
          <a:bodyPr wrap="square">
            <a:spAutoFit/>
          </a:bodyPr>
          <a:lstStyle/>
          <a:p>
            <a:pPr algn="ctr"/>
            <a:r>
              <a:rPr sz="2000" b="1" i="0">
                <a:solidFill>
                  <a:srgbClr val="FFFFFF"/>
                </a:solidFill>
              </a:rPr>
              <a:t>1</a:t>
            </a:r>
          </a:p>
        </p:txBody>
      </p:sp>
      <p:sp>
        <p:nvSpPr>
          <p:cNvPr id="5" name="TextBox 1">
            <a:extLst>
              <a:ext uri="{FF2B5EF4-FFF2-40B4-BE49-F238E27FC236}">
                <a16:creationId xmlns:a16="http://schemas.microsoft.com/office/drawing/2014/main" id="{D2486B2C-C241-425B-7A91-24965A1CD8F4}"/>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Mode semestriel - Limites</a:t>
            </a:r>
          </a:p>
        </p:txBody>
      </p:sp>
      <p:sp>
        <p:nvSpPr>
          <p:cNvPr id="7" name="Rectangle 6">
            <a:extLst>
              <a:ext uri="{FF2B5EF4-FFF2-40B4-BE49-F238E27FC236}">
                <a16:creationId xmlns:a16="http://schemas.microsoft.com/office/drawing/2014/main" id="{6ECEA60C-0F46-8832-9147-1F9E0E3BF291}"/>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 name="Rectangle 8">
            <a:extLst>
              <a:ext uri="{FF2B5EF4-FFF2-40B4-BE49-F238E27FC236}">
                <a16:creationId xmlns:a16="http://schemas.microsoft.com/office/drawing/2014/main" id="{BD196AE9-3486-8EE0-A61A-B4872751066D}"/>
              </a:ext>
            </a:extLst>
          </p:cNvPr>
          <p:cNvSpPr/>
          <p:nvPr/>
        </p:nvSpPr>
        <p:spPr>
          <a:xfrm>
            <a:off x="3192585" y="1112617"/>
            <a:ext cx="2743200" cy="3246120"/>
          </a:xfrm>
          <a:prstGeom prst="rect">
            <a:avLst/>
          </a:prstGeom>
          <a:solidFill>
            <a:srgbClr val="E8F0FA"/>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1" name="Rectangle 10">
            <a:extLst>
              <a:ext uri="{FF2B5EF4-FFF2-40B4-BE49-F238E27FC236}">
                <a16:creationId xmlns:a16="http://schemas.microsoft.com/office/drawing/2014/main" id="{4D36DA7D-71C5-5165-5B48-AEBA193D6549}"/>
              </a:ext>
            </a:extLst>
          </p:cNvPr>
          <p:cNvSpPr/>
          <p:nvPr/>
        </p:nvSpPr>
        <p:spPr>
          <a:xfrm>
            <a:off x="3192585" y="1112617"/>
            <a:ext cx="2743200" cy="329184"/>
          </a:xfrm>
          <a:prstGeom prst="rect">
            <a:avLst/>
          </a:prstGeom>
          <a:solidFill>
            <a:srgbClr val="FDE2E0"/>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3" name="TextBox 5">
            <a:extLst>
              <a:ext uri="{FF2B5EF4-FFF2-40B4-BE49-F238E27FC236}">
                <a16:creationId xmlns:a16="http://schemas.microsoft.com/office/drawing/2014/main" id="{823CCEAD-F270-A7A0-7A79-E57EEF6DA0D2}"/>
              </a:ext>
            </a:extLst>
          </p:cNvPr>
          <p:cNvSpPr txBox="1"/>
          <p:nvPr/>
        </p:nvSpPr>
        <p:spPr>
          <a:xfrm>
            <a:off x="3284025" y="1149192"/>
            <a:ext cx="2560320" cy="276999"/>
          </a:xfrm>
          <a:prstGeom prst="rect">
            <a:avLst/>
          </a:prstGeom>
          <a:noFill/>
          <a:ln>
            <a:noFill/>
          </a:ln>
        </p:spPr>
        <p:txBody>
          <a:bodyPr wrap="square">
            <a:spAutoFit/>
          </a:bodyPr>
          <a:lstStyle/>
          <a:p>
            <a:pPr algn="ctr">
              <a:defRPr>
                <a:solidFill>
                  <a:srgbClr val="0F172A"/>
                </a:solidFill>
              </a:defRPr>
            </a:pPr>
            <a:r>
              <a:rPr lang="fr-FR" sz="1200" b="1" i="0">
                <a:solidFill>
                  <a:srgbClr val="0F172A"/>
                </a:solidFill>
              </a:rPr>
              <a:t>Scalabilit</a:t>
            </a:r>
            <a:r>
              <a:rPr lang="fr-FR" sz="1200" b="1">
                <a:solidFill>
                  <a:srgbClr val="0F172A"/>
                </a:solidFill>
              </a:rPr>
              <a:t>é</a:t>
            </a:r>
            <a:endParaRPr lang="fr-FR" sz="1200" b="1" i="0">
              <a:solidFill>
                <a:srgbClr val="0F172A"/>
              </a:solidFill>
            </a:endParaRPr>
          </a:p>
        </p:txBody>
      </p:sp>
      <p:sp>
        <p:nvSpPr>
          <p:cNvPr id="15" name="TextBox 6">
            <a:extLst>
              <a:ext uri="{FF2B5EF4-FFF2-40B4-BE49-F238E27FC236}">
                <a16:creationId xmlns:a16="http://schemas.microsoft.com/office/drawing/2014/main" id="{29245606-8B69-3615-EE9D-08D90EDDA4CC}"/>
              </a:ext>
            </a:extLst>
          </p:cNvPr>
          <p:cNvSpPr txBox="1"/>
          <p:nvPr/>
        </p:nvSpPr>
        <p:spPr>
          <a:xfrm>
            <a:off x="3284025" y="1551529"/>
            <a:ext cx="2560320" cy="461665"/>
          </a:xfrm>
          <a:prstGeom prst="rect">
            <a:avLst/>
          </a:prstGeom>
          <a:noFill/>
          <a:ln>
            <a:solidFill/>
          </a:ln>
        </p:spPr>
        <p:txBody>
          <a:bodyPr wrap="square">
            <a:spAutoFit/>
          </a:bodyPr>
          <a:lstStyle/>
          <a:p>
            <a:pPr algn="ctr">
              <a:defRPr>
                <a:solidFill>
                  <a:srgbClr val="0F172A"/>
                </a:solidFill>
              </a:defRPr>
            </a:pPr>
            <a:r>
              <a:rPr lang="pt-BR" sz="1200" b="1" i="0">
                <a:solidFill>
                  <a:srgbClr val="B91C1C"/>
                </a:solidFill>
              </a:rPr>
              <a:t>Ne fonctionne pas sur de très grosses instances</a:t>
            </a:r>
          </a:p>
        </p:txBody>
      </p:sp>
      <p:sp>
        <p:nvSpPr>
          <p:cNvPr id="19" name="Rectangle 18">
            <a:extLst>
              <a:ext uri="{FF2B5EF4-FFF2-40B4-BE49-F238E27FC236}">
                <a16:creationId xmlns:a16="http://schemas.microsoft.com/office/drawing/2014/main" id="{70BF2E84-53AC-F5E7-F1BE-2DF3A3D80C91}"/>
              </a:ext>
            </a:extLst>
          </p:cNvPr>
          <p:cNvSpPr/>
          <p:nvPr/>
        </p:nvSpPr>
        <p:spPr>
          <a:xfrm>
            <a:off x="6183749" y="1092388"/>
            <a:ext cx="2743200" cy="3246120"/>
          </a:xfrm>
          <a:prstGeom prst="rect">
            <a:avLst/>
          </a:prstGeom>
          <a:solidFill>
            <a:srgbClr val="E8F0FA"/>
          </a:solidFill>
          <a:ln w="254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21" name="Rectangle 20">
            <a:extLst>
              <a:ext uri="{FF2B5EF4-FFF2-40B4-BE49-F238E27FC236}">
                <a16:creationId xmlns:a16="http://schemas.microsoft.com/office/drawing/2014/main" id="{8C9269A0-3434-9A9B-ABF2-C3B4196AE2E5}"/>
              </a:ext>
            </a:extLst>
          </p:cNvPr>
          <p:cNvSpPr/>
          <p:nvPr/>
        </p:nvSpPr>
        <p:spPr>
          <a:xfrm>
            <a:off x="6183749" y="1092388"/>
            <a:ext cx="2743200" cy="329184"/>
          </a:xfrm>
          <a:prstGeom prst="rect">
            <a:avLst/>
          </a:prstGeom>
          <a:solidFill>
            <a:srgbClr val="FCEAD6"/>
          </a:solidFill>
          <a:ln>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23" name="TextBox 11">
            <a:extLst>
              <a:ext uri="{FF2B5EF4-FFF2-40B4-BE49-F238E27FC236}">
                <a16:creationId xmlns:a16="http://schemas.microsoft.com/office/drawing/2014/main" id="{08E5EA78-4893-886E-07E3-E120154C2ADC}"/>
              </a:ext>
            </a:extLst>
          </p:cNvPr>
          <p:cNvSpPr txBox="1"/>
          <p:nvPr/>
        </p:nvSpPr>
        <p:spPr>
          <a:xfrm>
            <a:off x="6275189" y="1128963"/>
            <a:ext cx="2560320" cy="276999"/>
          </a:xfrm>
          <a:prstGeom prst="rect">
            <a:avLst/>
          </a:prstGeom>
          <a:noFill/>
          <a:ln>
            <a:noFill/>
          </a:ln>
        </p:spPr>
        <p:txBody>
          <a:bodyPr wrap="square">
            <a:spAutoFit/>
          </a:bodyPr>
          <a:lstStyle/>
          <a:p>
            <a:pPr algn="ctr">
              <a:defRPr>
                <a:solidFill>
                  <a:srgbClr val="0F172A"/>
                </a:solidFill>
              </a:defRPr>
            </a:pPr>
            <a:r>
              <a:rPr lang="fr-FR" sz="1200" b="1" i="0">
                <a:solidFill>
                  <a:srgbClr val="0F172A"/>
                </a:solidFill>
              </a:rPr>
              <a:t>Instances précises</a:t>
            </a:r>
          </a:p>
        </p:txBody>
      </p:sp>
      <p:sp>
        <p:nvSpPr>
          <p:cNvPr id="25" name="TextBox 12">
            <a:extLst>
              <a:ext uri="{FF2B5EF4-FFF2-40B4-BE49-F238E27FC236}">
                <a16:creationId xmlns:a16="http://schemas.microsoft.com/office/drawing/2014/main" id="{9EE9A7F0-B5F9-27DA-E4AC-AED53B5DD5ED}"/>
              </a:ext>
            </a:extLst>
          </p:cNvPr>
          <p:cNvSpPr txBox="1"/>
          <p:nvPr/>
        </p:nvSpPr>
        <p:spPr>
          <a:xfrm>
            <a:off x="6275189" y="1531300"/>
            <a:ext cx="2560320" cy="461665"/>
          </a:xfrm>
          <a:prstGeom prst="rect">
            <a:avLst/>
          </a:prstGeom>
          <a:noFill/>
          <a:ln>
            <a:solidFill/>
          </a:ln>
        </p:spPr>
        <p:txBody>
          <a:bodyPr wrap="square">
            <a:spAutoFit/>
          </a:bodyPr>
          <a:lstStyle/>
          <a:p>
            <a:pPr algn="ctr">
              <a:defRPr>
                <a:solidFill>
                  <a:srgbClr val="0F172A"/>
                </a:solidFill>
              </a:defRPr>
            </a:pPr>
            <a:r>
              <a:rPr lang="en-US" sz="1200" b="1" i="0" err="1">
                <a:solidFill>
                  <a:srgbClr val="C2410C"/>
                </a:solidFill>
              </a:rPr>
              <a:t>Besoin</a:t>
            </a:r>
            <a:r>
              <a:rPr lang="en-US" sz="1200" b="1" i="0">
                <a:solidFill>
                  <a:srgbClr val="C2410C"/>
                </a:solidFill>
              </a:rPr>
              <a:t> </a:t>
            </a:r>
            <a:r>
              <a:rPr lang="en-US" sz="1200" b="1" i="0" err="1">
                <a:solidFill>
                  <a:srgbClr val="C2410C"/>
                </a:solidFill>
              </a:rPr>
              <a:t>d’instances</a:t>
            </a:r>
            <a:r>
              <a:rPr lang="en-US" sz="1200" b="1" i="0">
                <a:solidFill>
                  <a:srgbClr val="C2410C"/>
                </a:solidFill>
              </a:rPr>
              <a:t> précises et </a:t>
            </a:r>
            <a:r>
              <a:rPr lang="en-US" sz="1200" b="1" i="0" err="1">
                <a:solidFill>
                  <a:srgbClr val="C2410C"/>
                </a:solidFill>
              </a:rPr>
              <a:t>complètes</a:t>
            </a:r>
            <a:endParaRPr lang="en-US" sz="1200" b="1" i="0">
              <a:solidFill>
                <a:srgbClr val="C2410C"/>
              </a:solidFill>
            </a:endParaRPr>
          </a:p>
        </p:txBody>
      </p:sp>
      <p:sp>
        <p:nvSpPr>
          <p:cNvPr id="35" name="TextBox 7">
            <a:extLst>
              <a:ext uri="{FF2B5EF4-FFF2-40B4-BE49-F238E27FC236}">
                <a16:creationId xmlns:a16="http://schemas.microsoft.com/office/drawing/2014/main" id="{48218050-5D88-1E41-407D-B80941905C00}"/>
              </a:ext>
            </a:extLst>
          </p:cNvPr>
          <p:cNvSpPr txBox="1"/>
          <p:nvPr/>
        </p:nvSpPr>
        <p:spPr>
          <a:xfrm>
            <a:off x="3301443" y="2412405"/>
            <a:ext cx="2560320" cy="938719"/>
          </a:xfrm>
          <a:prstGeom prst="rect">
            <a:avLst/>
          </a:prstGeom>
          <a:noFill/>
          <a:ln>
            <a:solidFill/>
          </a:ln>
        </p:spPr>
        <p:txBody>
          <a:bodyPr wrap="square">
            <a:spAutoFit/>
          </a:bodyPr>
          <a:lstStyle/>
          <a:p>
            <a:pPr>
              <a:defRPr>
                <a:solidFill>
                  <a:srgbClr val="0F172A"/>
                </a:solidFill>
              </a:defRPr>
            </a:pPr>
            <a:r>
              <a:rPr lang="fr-FR" sz="1100">
                <a:solidFill>
                  <a:srgbClr val="0F172A"/>
                </a:solidFill>
              </a:rPr>
              <a:t>1000 cours </a:t>
            </a:r>
            <a:r>
              <a:rPr lang="fr-FR" sz="1100">
                <a:solidFill>
                  <a:srgbClr val="1E293B"/>
                </a:solidFill>
              </a:rPr>
              <a:t>× 50 salles → ~2 M variables booléennes</a:t>
            </a:r>
            <a:r>
              <a:rPr lang="fr-FR" sz="1100">
                <a:solidFill>
                  <a:srgbClr val="0F172A"/>
                </a:solidFill>
              </a:rPr>
              <a:t> </a:t>
            </a:r>
          </a:p>
          <a:p>
            <a:pPr>
              <a:defRPr>
                <a:solidFill>
                  <a:srgbClr val="0F172A"/>
                </a:solidFill>
              </a:defRPr>
            </a:pPr>
            <a:r>
              <a:rPr lang="fr-FR" sz="1100">
                <a:solidFill>
                  <a:srgbClr val="0F172A"/>
                </a:solidFill>
              </a:rPr>
              <a:t>   •  CP-SAT ne peut pas converger dans le temps imparti sans décomposition du problème</a:t>
            </a:r>
          </a:p>
        </p:txBody>
      </p:sp>
      <p:sp>
        <p:nvSpPr>
          <p:cNvPr id="51" name="TextBox 7">
            <a:extLst>
              <a:ext uri="{FF2B5EF4-FFF2-40B4-BE49-F238E27FC236}">
                <a16:creationId xmlns:a16="http://schemas.microsoft.com/office/drawing/2014/main" id="{AF97BD0B-C7ED-49E2-28DD-DC956C203841}"/>
              </a:ext>
            </a:extLst>
          </p:cNvPr>
          <p:cNvSpPr txBox="1"/>
          <p:nvPr/>
        </p:nvSpPr>
        <p:spPr>
          <a:xfrm>
            <a:off x="3518389" y="3699429"/>
            <a:ext cx="2182009" cy="430887"/>
          </a:xfrm>
          <a:prstGeom prst="rect">
            <a:avLst/>
          </a:prstGeom>
          <a:noFill/>
          <a:ln>
            <a:noFill/>
          </a:ln>
        </p:spPr>
        <p:txBody>
          <a:bodyPr wrap="square">
            <a:spAutoFit/>
          </a:bodyPr>
          <a:lstStyle/>
          <a:p>
            <a:pPr algn="ctr">
              <a:defRPr>
                <a:solidFill>
                  <a:srgbClr val="0F172A"/>
                </a:solidFill>
              </a:defRPr>
            </a:pPr>
            <a:r>
              <a:rPr lang="fr-FR" sz="1100" b="1">
                <a:solidFill>
                  <a:srgbClr val="0F172A"/>
                </a:solidFill>
              </a:rPr>
              <a:t>Non adapté aux très grosses instances telles quelles</a:t>
            </a:r>
          </a:p>
        </p:txBody>
      </p:sp>
      <p:sp>
        <p:nvSpPr>
          <p:cNvPr id="52" name="Flèche : droite 51">
            <a:extLst>
              <a:ext uri="{FF2B5EF4-FFF2-40B4-BE49-F238E27FC236}">
                <a16:creationId xmlns:a16="http://schemas.microsoft.com/office/drawing/2014/main" id="{752EC6A5-EE91-F577-548A-04311F50A3EA}"/>
              </a:ext>
            </a:extLst>
          </p:cNvPr>
          <p:cNvSpPr/>
          <p:nvPr/>
        </p:nvSpPr>
        <p:spPr>
          <a:xfrm>
            <a:off x="3383918" y="3816744"/>
            <a:ext cx="295836" cy="188160"/>
          </a:xfrm>
          <a:prstGeom prst="rightArrow">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54" name="TextBox 7">
            <a:extLst>
              <a:ext uri="{FF2B5EF4-FFF2-40B4-BE49-F238E27FC236}">
                <a16:creationId xmlns:a16="http://schemas.microsoft.com/office/drawing/2014/main" id="{BC2E6ED7-EB2C-6DD3-241E-E277DD78EA1B}"/>
              </a:ext>
            </a:extLst>
          </p:cNvPr>
          <p:cNvSpPr txBox="1"/>
          <p:nvPr/>
        </p:nvSpPr>
        <p:spPr>
          <a:xfrm>
            <a:off x="6288127" y="2649411"/>
            <a:ext cx="2560320" cy="430887"/>
          </a:xfrm>
          <a:prstGeom prst="rect">
            <a:avLst/>
          </a:prstGeom>
          <a:noFill/>
          <a:ln>
            <a:solidFill/>
          </a:ln>
        </p:spPr>
        <p:txBody>
          <a:bodyPr wrap="square">
            <a:spAutoFit/>
          </a:bodyPr>
          <a:lstStyle/>
          <a:p>
            <a:pPr>
              <a:defRPr>
                <a:solidFill>
                  <a:srgbClr val="0F172A"/>
                </a:solidFill>
              </a:defRPr>
            </a:pPr>
            <a:r>
              <a:rPr lang="fr-FR" sz="1100">
                <a:solidFill>
                  <a:srgbClr val="0F172A"/>
                </a:solidFill>
              </a:rPr>
              <a:t>Besoin d’avoir les profs, les groupes, les cours, les salles…</a:t>
            </a:r>
          </a:p>
        </p:txBody>
      </p:sp>
      <p:sp>
        <p:nvSpPr>
          <p:cNvPr id="56" name="TextBox 7">
            <a:extLst>
              <a:ext uri="{FF2B5EF4-FFF2-40B4-BE49-F238E27FC236}">
                <a16:creationId xmlns:a16="http://schemas.microsoft.com/office/drawing/2014/main" id="{70E69CFF-D4CF-EE0E-6C98-8899767966DA}"/>
              </a:ext>
            </a:extLst>
          </p:cNvPr>
          <p:cNvSpPr txBox="1"/>
          <p:nvPr/>
        </p:nvSpPr>
        <p:spPr>
          <a:xfrm>
            <a:off x="6505073" y="3688161"/>
            <a:ext cx="2182009" cy="430887"/>
          </a:xfrm>
          <a:prstGeom prst="rect">
            <a:avLst/>
          </a:prstGeom>
          <a:noFill/>
          <a:ln>
            <a:noFill/>
          </a:ln>
        </p:spPr>
        <p:txBody>
          <a:bodyPr wrap="square">
            <a:spAutoFit/>
          </a:bodyPr>
          <a:lstStyle/>
          <a:p>
            <a:pPr algn="ctr">
              <a:defRPr>
                <a:solidFill>
                  <a:srgbClr val="0F172A"/>
                </a:solidFill>
              </a:defRPr>
            </a:pPr>
            <a:r>
              <a:rPr lang="fr-FR" sz="1100" b="1">
                <a:solidFill>
                  <a:srgbClr val="0F172A"/>
                </a:solidFill>
              </a:rPr>
              <a:t>Non adapté aux instances de benchmark directement</a:t>
            </a:r>
          </a:p>
        </p:txBody>
      </p:sp>
      <p:sp>
        <p:nvSpPr>
          <p:cNvPr id="58" name="Flèche : droite 57">
            <a:extLst>
              <a:ext uri="{FF2B5EF4-FFF2-40B4-BE49-F238E27FC236}">
                <a16:creationId xmlns:a16="http://schemas.microsoft.com/office/drawing/2014/main" id="{7A04565B-F573-8125-66AB-A124B6DD669F}"/>
              </a:ext>
            </a:extLst>
          </p:cNvPr>
          <p:cNvSpPr/>
          <p:nvPr/>
        </p:nvSpPr>
        <p:spPr>
          <a:xfrm>
            <a:off x="6370602" y="3805476"/>
            <a:ext cx="295836" cy="188160"/>
          </a:xfrm>
          <a:prstGeom prst="rightArrow">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Espace réservé du numéro de diapositive 7">
            <a:extLst>
              <a:ext uri="{FF2B5EF4-FFF2-40B4-BE49-F238E27FC236}">
                <a16:creationId xmlns:a16="http://schemas.microsoft.com/office/drawing/2014/main" id="{341E75B7-4FC8-58BF-C609-5E563A8EEF1E}"/>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17</a:t>
            </a:fld>
            <a:endParaRPr lang="en-US"/>
          </a:p>
        </p:txBody>
      </p:sp>
      <p:sp>
        <p:nvSpPr>
          <p:cNvPr id="4" name="Rectangle 3">
            <a:extLst>
              <a:ext uri="{FF2B5EF4-FFF2-40B4-BE49-F238E27FC236}">
                <a16:creationId xmlns:a16="http://schemas.microsoft.com/office/drawing/2014/main" id="{FBAF6F2D-D054-DBBE-56D1-6E3F5EE6EB5E}"/>
              </a:ext>
            </a:extLst>
          </p:cNvPr>
          <p:cNvSpPr/>
          <p:nvPr/>
        </p:nvSpPr>
        <p:spPr>
          <a:xfrm>
            <a:off x="217052" y="1097007"/>
            <a:ext cx="2743200" cy="3246120"/>
          </a:xfrm>
          <a:prstGeom prst="rect">
            <a:avLst/>
          </a:prstGeom>
          <a:solidFill>
            <a:srgbClr val="E8F0FA"/>
          </a:solidFill>
          <a:ln w="2540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2" name="Rectangle 11">
            <a:extLst>
              <a:ext uri="{FF2B5EF4-FFF2-40B4-BE49-F238E27FC236}">
                <a16:creationId xmlns:a16="http://schemas.microsoft.com/office/drawing/2014/main" id="{2808B1E2-8E0C-AB44-F18A-D02B29EAD98B}"/>
              </a:ext>
            </a:extLst>
          </p:cNvPr>
          <p:cNvSpPr/>
          <p:nvPr/>
        </p:nvSpPr>
        <p:spPr>
          <a:xfrm>
            <a:off x="217052" y="1097007"/>
            <a:ext cx="2743200" cy="329184"/>
          </a:xfrm>
          <a:prstGeom prst="rect">
            <a:avLst/>
          </a:prstGeom>
          <a:solidFill>
            <a:schemeClr val="accent4">
              <a:lumMod val="40000"/>
              <a:lumOff val="60000"/>
            </a:schemeClr>
          </a:solidFill>
          <a:ln>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6" name="TextBox 5">
            <a:extLst>
              <a:ext uri="{FF2B5EF4-FFF2-40B4-BE49-F238E27FC236}">
                <a16:creationId xmlns:a16="http://schemas.microsoft.com/office/drawing/2014/main" id="{B31A22BD-E839-6E24-40B7-B71EB3C7704C}"/>
              </a:ext>
            </a:extLst>
          </p:cNvPr>
          <p:cNvSpPr txBox="1"/>
          <p:nvPr/>
        </p:nvSpPr>
        <p:spPr>
          <a:xfrm>
            <a:off x="308492" y="1133582"/>
            <a:ext cx="2560320" cy="276999"/>
          </a:xfrm>
          <a:prstGeom prst="rect">
            <a:avLst/>
          </a:prstGeom>
          <a:noFill/>
          <a:ln>
            <a:noFill/>
          </a:ln>
        </p:spPr>
        <p:txBody>
          <a:bodyPr wrap="square">
            <a:spAutoFit/>
          </a:bodyPr>
          <a:lstStyle/>
          <a:p>
            <a:pPr algn="ctr">
              <a:defRPr>
                <a:solidFill>
                  <a:srgbClr val="0F172A"/>
                </a:solidFill>
              </a:defRPr>
            </a:pPr>
            <a:r>
              <a:rPr lang="fr-FR" sz="1200" b="1" i="0">
                <a:solidFill>
                  <a:srgbClr val="0F172A"/>
                </a:solidFill>
              </a:rPr>
              <a:t>Diversité</a:t>
            </a:r>
          </a:p>
        </p:txBody>
      </p:sp>
      <p:sp>
        <p:nvSpPr>
          <p:cNvPr id="18" name="TextBox 6">
            <a:extLst>
              <a:ext uri="{FF2B5EF4-FFF2-40B4-BE49-F238E27FC236}">
                <a16:creationId xmlns:a16="http://schemas.microsoft.com/office/drawing/2014/main" id="{4926ACED-1F41-71D6-2F10-BE631D48C80D}"/>
              </a:ext>
            </a:extLst>
          </p:cNvPr>
          <p:cNvSpPr txBox="1"/>
          <p:nvPr/>
        </p:nvSpPr>
        <p:spPr>
          <a:xfrm>
            <a:off x="308492" y="1535919"/>
            <a:ext cx="2560320" cy="461665"/>
          </a:xfrm>
          <a:prstGeom prst="rect">
            <a:avLst/>
          </a:prstGeom>
          <a:noFill/>
          <a:ln>
            <a:solidFill/>
          </a:ln>
        </p:spPr>
        <p:txBody>
          <a:bodyPr wrap="square">
            <a:spAutoFit/>
          </a:bodyPr>
          <a:lstStyle/>
          <a:p>
            <a:pPr algn="ctr">
              <a:defRPr>
                <a:solidFill>
                  <a:srgbClr val="0F172A"/>
                </a:solidFill>
              </a:defRPr>
            </a:pPr>
            <a:r>
              <a:rPr lang="pt-BR" sz="1200" b="1" i="0">
                <a:solidFill>
                  <a:srgbClr val="7030A0"/>
                </a:solidFill>
              </a:rPr>
              <a:t>Ne gère pas encore le besoin de diversité des cours sur une semaine</a:t>
            </a:r>
          </a:p>
        </p:txBody>
      </p:sp>
      <p:sp>
        <p:nvSpPr>
          <p:cNvPr id="22" name="TextBox 7">
            <a:extLst>
              <a:ext uri="{FF2B5EF4-FFF2-40B4-BE49-F238E27FC236}">
                <a16:creationId xmlns:a16="http://schemas.microsoft.com/office/drawing/2014/main" id="{35CF3D00-83A3-E086-8575-0641007D975E}"/>
              </a:ext>
            </a:extLst>
          </p:cNvPr>
          <p:cNvSpPr txBox="1"/>
          <p:nvPr/>
        </p:nvSpPr>
        <p:spPr>
          <a:xfrm>
            <a:off x="325910" y="2156653"/>
            <a:ext cx="2560320" cy="1446550"/>
          </a:xfrm>
          <a:prstGeom prst="rect">
            <a:avLst/>
          </a:prstGeom>
          <a:noFill/>
          <a:ln>
            <a:solidFill/>
          </a:ln>
        </p:spPr>
        <p:txBody>
          <a:bodyPr wrap="square">
            <a:spAutoFit/>
          </a:bodyPr>
          <a:lstStyle/>
          <a:p>
            <a:pPr>
              <a:defRPr>
                <a:solidFill>
                  <a:srgbClr val="0F172A"/>
                </a:solidFill>
              </a:defRPr>
            </a:pPr>
            <a:r>
              <a:rPr lang="fr-FR" sz="1100" err="1">
                <a:solidFill>
                  <a:srgbClr val="0F172A"/>
                </a:solidFill>
              </a:rPr>
              <a:t>week_solve</a:t>
            </a:r>
            <a:r>
              <a:rPr lang="fr-FR" sz="1100">
                <a:solidFill>
                  <a:srgbClr val="0F172A"/>
                </a:solidFill>
              </a:rPr>
              <a:t>() choisit les cours à placer par semaine de manière à éviter une surcharge pour les profs mais aussi pour les groupes.</a:t>
            </a:r>
          </a:p>
          <a:p>
            <a:pPr>
              <a:defRPr>
                <a:solidFill>
                  <a:srgbClr val="0F172A"/>
                </a:solidFill>
              </a:defRPr>
            </a:pPr>
            <a:r>
              <a:rPr lang="fr-FR" sz="1100">
                <a:solidFill>
                  <a:srgbClr val="0F172A"/>
                </a:solidFill>
              </a:rPr>
              <a:t>  •  Il est donc possible d’avoir une semaine remplie d’un même cours et de ne plus avoir ce cours dans le reste du semestre</a:t>
            </a:r>
          </a:p>
        </p:txBody>
      </p:sp>
      <p:sp>
        <p:nvSpPr>
          <p:cNvPr id="26" name="TextBox 7">
            <a:extLst>
              <a:ext uri="{FF2B5EF4-FFF2-40B4-BE49-F238E27FC236}">
                <a16:creationId xmlns:a16="http://schemas.microsoft.com/office/drawing/2014/main" id="{E62CC495-3805-4F67-62A0-DA3C2B9CE1F1}"/>
              </a:ext>
            </a:extLst>
          </p:cNvPr>
          <p:cNvSpPr txBox="1"/>
          <p:nvPr/>
        </p:nvSpPr>
        <p:spPr>
          <a:xfrm>
            <a:off x="542856" y="3683819"/>
            <a:ext cx="2182009" cy="430887"/>
          </a:xfrm>
          <a:prstGeom prst="rect">
            <a:avLst/>
          </a:prstGeom>
          <a:noFill/>
          <a:ln>
            <a:noFill/>
          </a:ln>
        </p:spPr>
        <p:txBody>
          <a:bodyPr wrap="square">
            <a:spAutoFit/>
          </a:bodyPr>
          <a:lstStyle/>
          <a:p>
            <a:pPr algn="ctr">
              <a:defRPr>
                <a:solidFill>
                  <a:srgbClr val="0F172A"/>
                </a:solidFill>
              </a:defRPr>
            </a:pPr>
            <a:r>
              <a:rPr lang="fr-FR" sz="1100" b="1">
                <a:solidFill>
                  <a:srgbClr val="0F172A"/>
                </a:solidFill>
              </a:rPr>
              <a:t>Non adapté aux attentes pédagogiques des universités</a:t>
            </a:r>
          </a:p>
        </p:txBody>
      </p:sp>
      <p:sp>
        <p:nvSpPr>
          <p:cNvPr id="28" name="Flèche : droite 27">
            <a:extLst>
              <a:ext uri="{FF2B5EF4-FFF2-40B4-BE49-F238E27FC236}">
                <a16:creationId xmlns:a16="http://schemas.microsoft.com/office/drawing/2014/main" id="{CE625948-290D-2366-7C56-A9C95B84E240}"/>
              </a:ext>
            </a:extLst>
          </p:cNvPr>
          <p:cNvSpPr/>
          <p:nvPr/>
        </p:nvSpPr>
        <p:spPr>
          <a:xfrm>
            <a:off x="408385" y="3801134"/>
            <a:ext cx="295836" cy="188160"/>
          </a:xfrm>
          <a:prstGeom prst="rightArrow">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2813689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5" name="Oval 1">
            <a:extLst>
              <a:ext uri="{FF2B5EF4-FFF2-40B4-BE49-F238E27FC236}">
                <a16:creationId xmlns:a16="http://schemas.microsoft.com/office/drawing/2014/main" id="{184E136D-6260-969D-8782-FC5DA9C3C6F2}"/>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2">
            <a:extLst>
              <a:ext uri="{FF2B5EF4-FFF2-40B4-BE49-F238E27FC236}">
                <a16:creationId xmlns:a16="http://schemas.microsoft.com/office/drawing/2014/main" id="{48223F48-A5D5-6B08-5E1F-B4472532C778}"/>
              </a:ext>
            </a:extLst>
          </p:cNvPr>
          <p:cNvSpPr txBox="1"/>
          <p:nvPr/>
        </p:nvSpPr>
        <p:spPr>
          <a:xfrm>
            <a:off x="22644" y="80113"/>
            <a:ext cx="411911" cy="400110"/>
          </a:xfrm>
          <a:prstGeom prst="rect">
            <a:avLst/>
          </a:prstGeom>
          <a:noFill/>
        </p:spPr>
        <p:txBody>
          <a:bodyPr wrap="square">
            <a:spAutoFit/>
          </a:bodyPr>
          <a:lstStyle/>
          <a:p>
            <a:pPr algn="ctr"/>
            <a:r>
              <a:rPr sz="2000" b="1" i="0">
                <a:solidFill>
                  <a:srgbClr val="FFFFFF"/>
                </a:solidFill>
              </a:rPr>
              <a:t>1</a:t>
            </a:r>
          </a:p>
        </p:txBody>
      </p:sp>
      <p:sp>
        <p:nvSpPr>
          <p:cNvPr id="2" name="TextBox 1"/>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Bilan et perspectives</a:t>
            </a:r>
          </a:p>
        </p:txBody>
      </p:sp>
      <p:sp>
        <p:nvSpPr>
          <p:cNvPr id="3" name="Rectangle 2"/>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 name="Rectangle 3"/>
          <p:cNvSpPr/>
          <p:nvPr/>
        </p:nvSpPr>
        <p:spPr>
          <a:xfrm>
            <a:off x="274320" y="1005840"/>
            <a:ext cx="3977639" cy="324612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 name="Rectangle 4"/>
          <p:cNvSpPr/>
          <p:nvPr/>
        </p:nvSpPr>
        <p:spPr>
          <a:xfrm>
            <a:off x="274320" y="1005840"/>
            <a:ext cx="64008" cy="3246120"/>
          </a:xfrm>
          <a:prstGeom prst="rect">
            <a:avLst/>
          </a:prstGeom>
          <a:solidFill>
            <a:srgbClr val="DCFCE7"/>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 name="TextBox 5"/>
          <p:cNvSpPr txBox="1"/>
          <p:nvPr/>
        </p:nvSpPr>
        <p:spPr>
          <a:xfrm>
            <a:off x="457200" y="1078992"/>
            <a:ext cx="3749039" cy="320040"/>
          </a:xfrm>
          <a:prstGeom prst="rect">
            <a:avLst/>
          </a:prstGeom>
          <a:noFill/>
          <a:ln>
            <a:solidFill/>
          </a:ln>
        </p:spPr>
        <p:txBody>
          <a:bodyPr wrap="square">
            <a:spAutoFit/>
          </a:bodyPr>
          <a:lstStyle/>
          <a:p>
            <a:pPr algn="l">
              <a:defRPr>
                <a:solidFill>
                  <a:srgbClr val="0F172A"/>
                </a:solidFill>
              </a:defRPr>
            </a:pPr>
            <a:r>
              <a:rPr lang="fr-FR" sz="1400" b="1" i="0">
                <a:solidFill>
                  <a:srgbClr val="15803D"/>
                </a:solidFill>
              </a:rPr>
              <a:t>Réalisé</a:t>
            </a:r>
          </a:p>
        </p:txBody>
      </p:sp>
      <p:sp>
        <p:nvSpPr>
          <p:cNvPr id="7" name="TextBox 6"/>
          <p:cNvSpPr txBox="1"/>
          <p:nvPr/>
        </p:nvSpPr>
        <p:spPr>
          <a:xfrm>
            <a:off x="457200" y="1463040"/>
            <a:ext cx="3749039" cy="1692771"/>
          </a:xfrm>
          <a:prstGeom prst="rect">
            <a:avLst/>
          </a:prstGeom>
          <a:noFill/>
          <a:ln>
            <a:noFill/>
          </a:ln>
        </p:spPr>
        <p:txBody>
          <a:bodyPr wrap="square">
            <a:spAutoFit/>
          </a:bodyPr>
          <a:lstStyle/>
          <a:p>
            <a:pPr>
              <a:spcAft>
                <a:spcPts val="400"/>
              </a:spcAft>
              <a:defRPr>
                <a:solidFill>
                  <a:srgbClr val="0F172A"/>
                </a:solidFill>
              </a:defRPr>
            </a:pPr>
            <a:r>
              <a:rPr lang="fr-FR" sz="1200" b="1">
                <a:solidFill>
                  <a:srgbClr val="15803D"/>
                </a:solidFill>
              </a:rPr>
              <a:t>Créateur d’emploi du temps</a:t>
            </a:r>
            <a:r>
              <a:rPr lang="fr-FR" sz="1200">
                <a:solidFill>
                  <a:srgbClr val="15803D"/>
                </a:solidFill>
              </a:rPr>
              <a:t>  </a:t>
            </a:r>
          </a:p>
          <a:p>
            <a:pPr>
              <a:spcAft>
                <a:spcPts val="400"/>
              </a:spcAft>
              <a:defRPr>
                <a:solidFill>
                  <a:srgbClr val="0F172A"/>
                </a:solidFill>
              </a:defRPr>
            </a:pPr>
            <a:r>
              <a:rPr lang="fr-FR" sz="1200">
                <a:solidFill>
                  <a:srgbClr val="15803D"/>
                </a:solidFill>
              </a:rPr>
              <a:t>•  Modélisation CP-SAT complète (hard + soft)</a:t>
            </a:r>
          </a:p>
          <a:p>
            <a:pPr>
              <a:spcAft>
                <a:spcPts val="400"/>
              </a:spcAft>
              <a:defRPr>
                <a:solidFill>
                  <a:srgbClr val="0F172A"/>
                </a:solidFill>
              </a:defRPr>
            </a:pPr>
            <a:r>
              <a:rPr lang="fr-FR" sz="1200">
                <a:solidFill>
                  <a:srgbClr val="15803D"/>
                </a:solidFill>
              </a:rPr>
              <a:t>•  7 contraintes soft avec poids configurables</a:t>
            </a:r>
          </a:p>
          <a:p>
            <a:pPr>
              <a:spcAft>
                <a:spcPts val="400"/>
              </a:spcAft>
              <a:defRPr>
                <a:solidFill>
                  <a:srgbClr val="0F172A"/>
                </a:solidFill>
              </a:defRPr>
            </a:pPr>
            <a:r>
              <a:rPr lang="fr-FR" sz="1200">
                <a:solidFill>
                  <a:srgbClr val="15803D"/>
                </a:solidFill>
              </a:rPr>
              <a:t>•  Instances jusqu'à ~250 sessions (</a:t>
            </a:r>
            <a:r>
              <a:rPr lang="fr-FR" sz="1200" err="1">
                <a:solidFill>
                  <a:srgbClr val="15803D"/>
                </a:solidFill>
              </a:rPr>
              <a:t>univ</a:t>
            </a:r>
            <a:r>
              <a:rPr lang="fr-FR" sz="1200">
                <a:solidFill>
                  <a:srgbClr val="15803D"/>
                </a:solidFill>
              </a:rPr>
              <a:t>.)</a:t>
            </a:r>
          </a:p>
          <a:p>
            <a:pPr>
              <a:spcAft>
                <a:spcPts val="400"/>
              </a:spcAft>
              <a:defRPr>
                <a:solidFill>
                  <a:srgbClr val="0F172A"/>
                </a:solidFill>
              </a:defRPr>
            </a:pPr>
            <a:r>
              <a:rPr lang="fr-FR" sz="1200">
                <a:solidFill>
                  <a:srgbClr val="15803D"/>
                </a:solidFill>
              </a:rPr>
              <a:t>•  Gestion d'imprévus (prof absent / salle indispo)</a:t>
            </a:r>
          </a:p>
          <a:p>
            <a:pPr>
              <a:spcAft>
                <a:spcPts val="400"/>
              </a:spcAft>
              <a:defRPr>
                <a:solidFill>
                  <a:srgbClr val="0F172A"/>
                </a:solidFill>
              </a:defRPr>
            </a:pPr>
            <a:r>
              <a:rPr lang="fr-FR" sz="1200">
                <a:solidFill>
                  <a:srgbClr val="15803D"/>
                </a:solidFill>
              </a:rPr>
              <a:t>•  Log expérimental + analyse de convergence</a:t>
            </a:r>
          </a:p>
          <a:p>
            <a:pPr>
              <a:spcAft>
                <a:spcPts val="400"/>
              </a:spcAft>
              <a:defRPr>
                <a:solidFill>
                  <a:srgbClr val="0F172A"/>
                </a:solidFill>
              </a:defRPr>
            </a:pPr>
            <a:r>
              <a:rPr lang="fr-FR" sz="1200">
                <a:solidFill>
                  <a:srgbClr val="15803D"/>
                </a:solidFill>
              </a:rPr>
              <a:t>•  Gestion semestrielle</a:t>
            </a:r>
          </a:p>
        </p:txBody>
      </p:sp>
      <p:sp>
        <p:nvSpPr>
          <p:cNvPr id="8" name="Rectangle 7"/>
          <p:cNvSpPr/>
          <p:nvPr/>
        </p:nvSpPr>
        <p:spPr>
          <a:xfrm>
            <a:off x="4617720" y="1005840"/>
            <a:ext cx="4206240" cy="324612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 name="Rectangle 8"/>
          <p:cNvSpPr/>
          <p:nvPr/>
        </p:nvSpPr>
        <p:spPr>
          <a:xfrm>
            <a:off x="4617720" y="1005840"/>
            <a:ext cx="64008" cy="3246120"/>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0" name="TextBox 9"/>
          <p:cNvSpPr txBox="1"/>
          <p:nvPr/>
        </p:nvSpPr>
        <p:spPr>
          <a:xfrm>
            <a:off x="4800600" y="1078992"/>
            <a:ext cx="3931920" cy="320040"/>
          </a:xfrm>
          <a:prstGeom prst="rect">
            <a:avLst/>
          </a:prstGeom>
          <a:noFill/>
          <a:ln>
            <a:solidFill/>
          </a:ln>
        </p:spPr>
        <p:txBody>
          <a:bodyPr wrap="square">
            <a:spAutoFit/>
          </a:bodyPr>
          <a:lstStyle/>
          <a:p>
            <a:pPr algn="l">
              <a:defRPr>
                <a:solidFill>
                  <a:srgbClr val="0F172A"/>
                </a:solidFill>
              </a:defRPr>
            </a:pPr>
            <a:r>
              <a:rPr lang="fr-FR" sz="1400" b="1" i="0">
                <a:solidFill>
                  <a:srgbClr val="0369A1"/>
                </a:solidFill>
              </a:rPr>
              <a:t>Perspectives</a:t>
            </a:r>
          </a:p>
        </p:txBody>
      </p:sp>
      <p:sp>
        <p:nvSpPr>
          <p:cNvPr id="11" name="TextBox 10"/>
          <p:cNvSpPr txBox="1"/>
          <p:nvPr/>
        </p:nvSpPr>
        <p:spPr>
          <a:xfrm>
            <a:off x="4800600" y="1463040"/>
            <a:ext cx="3931920" cy="933589"/>
          </a:xfrm>
          <a:prstGeom prst="rect">
            <a:avLst/>
          </a:prstGeom>
          <a:noFill/>
          <a:ln>
            <a:noFill/>
          </a:ln>
        </p:spPr>
        <p:txBody>
          <a:bodyPr wrap="square">
            <a:spAutoFit/>
          </a:bodyPr>
          <a:lstStyle/>
          <a:p>
            <a:pPr>
              <a:spcAft>
                <a:spcPts val="400"/>
              </a:spcAft>
              <a:defRPr>
                <a:solidFill>
                  <a:srgbClr val="0F172A"/>
                </a:solidFill>
              </a:defRPr>
            </a:pPr>
            <a:r>
              <a:rPr lang="fr-FR" sz="1200">
                <a:solidFill>
                  <a:srgbClr val="0369A1"/>
                </a:solidFill>
              </a:rPr>
              <a:t> • Interface utilisateur (saisie sans JSON)</a:t>
            </a:r>
          </a:p>
          <a:p>
            <a:pPr>
              <a:spcAft>
                <a:spcPts val="400"/>
              </a:spcAft>
              <a:defRPr>
                <a:solidFill>
                  <a:srgbClr val="0F172A"/>
                </a:solidFill>
              </a:defRPr>
            </a:pPr>
            <a:r>
              <a:rPr lang="fr-FR" sz="1200">
                <a:solidFill>
                  <a:srgbClr val="0369A1"/>
                </a:solidFill>
              </a:rPr>
              <a:t> • Pénaliser si un même cours a énormément de sessions en une semaine et presque pas dans les autres</a:t>
            </a:r>
            <a:endParaRPr lang="fr-FR" sz="1200">
              <a:solidFill>
                <a:srgbClr val="AAD4F5"/>
              </a:solidFill>
            </a:endParaRPr>
          </a:p>
          <a:p>
            <a:pPr>
              <a:spcAft>
                <a:spcPts val="400"/>
              </a:spcAft>
              <a:defRPr>
                <a:solidFill>
                  <a:srgbClr val="0F172A"/>
                </a:solidFill>
              </a:defRPr>
            </a:pPr>
            <a:endParaRPr lang="fr-FR" sz="1200">
              <a:solidFill>
                <a:srgbClr val="AAD4F5"/>
              </a:solidFill>
            </a:endParaRPr>
          </a:p>
        </p:txBody>
      </p:sp>
      <p:sp>
        <p:nvSpPr>
          <p:cNvPr id="12" name="Rectangle 11"/>
          <p:cNvSpPr/>
          <p:nvPr/>
        </p:nvSpPr>
        <p:spPr>
          <a:xfrm>
            <a:off x="274320" y="4315968"/>
            <a:ext cx="8595360" cy="621792"/>
          </a:xfrm>
          <a:prstGeom prst="rect">
            <a:avLst/>
          </a:prstGeom>
          <a:solidFill>
            <a:srgbClr val="E6F6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3" name="TextBox 12"/>
          <p:cNvSpPr txBox="1"/>
          <p:nvPr/>
        </p:nvSpPr>
        <p:spPr>
          <a:xfrm>
            <a:off x="457200" y="4470763"/>
            <a:ext cx="8229600" cy="307777"/>
          </a:xfrm>
          <a:prstGeom prst="rect">
            <a:avLst/>
          </a:prstGeom>
          <a:noFill/>
          <a:ln>
            <a:noFill/>
          </a:ln>
        </p:spPr>
        <p:txBody>
          <a:bodyPr wrap="square">
            <a:spAutoFit/>
          </a:bodyPr>
          <a:lstStyle/>
          <a:p>
            <a:pPr algn="ctr">
              <a:defRPr>
                <a:solidFill>
                  <a:srgbClr val="0F172A"/>
                </a:solidFill>
              </a:defRPr>
            </a:pPr>
            <a:r>
              <a:rPr lang="fr-FR" sz="1400" b="1">
                <a:solidFill>
                  <a:srgbClr val="FF0000"/>
                </a:solidFill>
              </a:rPr>
              <a:t>Un système résilient = planification initiale de qualité + recalcul rapide en cas d'imprévu</a:t>
            </a:r>
          </a:p>
        </p:txBody>
      </p:sp>
      <p:sp>
        <p:nvSpPr>
          <p:cNvPr id="18" name="Espace réservé du numéro de diapositive 17">
            <a:extLst>
              <a:ext uri="{FF2B5EF4-FFF2-40B4-BE49-F238E27FC236}">
                <a16:creationId xmlns:a16="http://schemas.microsoft.com/office/drawing/2014/main" id="{036B4F43-9775-004C-63A6-6C9D32D06B83}"/>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9E85C-D392-ED66-D917-6C4C8205C8BB}"/>
            </a:ext>
          </a:extLst>
        </p:cNvPr>
        <p:cNvGrpSpPr/>
        <p:nvPr/>
      </p:nvGrpSpPr>
      <p:grpSpPr>
        <a:xfrm>
          <a:off x="0" y="0"/>
          <a:ext cx="0" cy="0"/>
          <a:chOff x="0" y="0"/>
          <a:chExt cx="0" cy="0"/>
        </a:xfrm>
      </p:grpSpPr>
      <p:sp>
        <p:nvSpPr>
          <p:cNvPr id="3" name="Oval 1">
            <a:extLst>
              <a:ext uri="{FF2B5EF4-FFF2-40B4-BE49-F238E27FC236}">
                <a16:creationId xmlns:a16="http://schemas.microsoft.com/office/drawing/2014/main" id="{6DB1DB5C-A0D4-A6A5-BE4E-0A41CE1BBB7C}"/>
              </a:ext>
            </a:extLst>
          </p:cNvPr>
          <p:cNvSpPr/>
          <p:nvPr/>
        </p:nvSpPr>
        <p:spPr>
          <a:xfrm>
            <a:off x="4069080" y="1417320"/>
            <a:ext cx="1005840" cy="1005840"/>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2">
            <a:extLst>
              <a:ext uri="{FF2B5EF4-FFF2-40B4-BE49-F238E27FC236}">
                <a16:creationId xmlns:a16="http://schemas.microsoft.com/office/drawing/2014/main" id="{C26C19CF-8D42-5E87-4AB9-D9E584FB88C8}"/>
              </a:ext>
            </a:extLst>
          </p:cNvPr>
          <p:cNvSpPr txBox="1"/>
          <p:nvPr/>
        </p:nvSpPr>
        <p:spPr>
          <a:xfrm>
            <a:off x="4069080" y="1508760"/>
            <a:ext cx="1005840" cy="492443"/>
          </a:xfrm>
          <a:prstGeom prst="rect">
            <a:avLst/>
          </a:prstGeom>
          <a:noFill/>
        </p:spPr>
        <p:txBody>
          <a:bodyPr wrap="square">
            <a:spAutoFit/>
          </a:bodyPr>
          <a:lstStyle/>
          <a:p>
            <a:pPr algn="ctr"/>
            <a:r>
              <a:rPr lang="fr-FR" sz="2600" b="1" i="0">
                <a:solidFill>
                  <a:srgbClr val="FFFFFF"/>
                </a:solidFill>
              </a:rPr>
              <a:t>2</a:t>
            </a:r>
            <a:endParaRPr sz="2600" b="1" i="0">
              <a:solidFill>
                <a:srgbClr val="FFFFFF"/>
              </a:solidFill>
            </a:endParaRPr>
          </a:p>
        </p:txBody>
      </p:sp>
      <p:sp>
        <p:nvSpPr>
          <p:cNvPr id="7" name="TextBox 3">
            <a:extLst>
              <a:ext uri="{FF2B5EF4-FFF2-40B4-BE49-F238E27FC236}">
                <a16:creationId xmlns:a16="http://schemas.microsoft.com/office/drawing/2014/main" id="{8AA83427-266F-313E-3183-7F8290E1BF05}"/>
              </a:ext>
            </a:extLst>
          </p:cNvPr>
          <p:cNvSpPr txBox="1"/>
          <p:nvPr/>
        </p:nvSpPr>
        <p:spPr>
          <a:xfrm>
            <a:off x="457200" y="2487168"/>
            <a:ext cx="8229600" cy="276999"/>
          </a:xfrm>
          <a:prstGeom prst="rect">
            <a:avLst/>
          </a:prstGeom>
          <a:noFill/>
        </p:spPr>
        <p:txBody>
          <a:bodyPr wrap="square">
            <a:spAutoFit/>
          </a:bodyPr>
          <a:lstStyle/>
          <a:p>
            <a:pPr algn="ctr"/>
            <a:r>
              <a:rPr sz="1200" b="1" i="0">
                <a:solidFill>
                  <a:srgbClr val="F97316"/>
                </a:solidFill>
              </a:rPr>
              <a:t>PARTIE </a:t>
            </a:r>
            <a:r>
              <a:rPr lang="fr-FR" sz="1200" b="1" i="0">
                <a:solidFill>
                  <a:srgbClr val="F97316"/>
                </a:solidFill>
              </a:rPr>
              <a:t>2</a:t>
            </a:r>
            <a:endParaRPr sz="1200" b="1" i="0">
              <a:solidFill>
                <a:srgbClr val="F97316"/>
              </a:solidFill>
            </a:endParaRPr>
          </a:p>
        </p:txBody>
      </p:sp>
      <p:sp>
        <p:nvSpPr>
          <p:cNvPr id="12" name="TextBox 4">
            <a:extLst>
              <a:ext uri="{FF2B5EF4-FFF2-40B4-BE49-F238E27FC236}">
                <a16:creationId xmlns:a16="http://schemas.microsoft.com/office/drawing/2014/main" id="{56B1258E-9EBD-7416-C446-BF7B83911E69}"/>
              </a:ext>
            </a:extLst>
          </p:cNvPr>
          <p:cNvSpPr txBox="1"/>
          <p:nvPr/>
        </p:nvSpPr>
        <p:spPr>
          <a:xfrm>
            <a:off x="457200" y="2907792"/>
            <a:ext cx="8229600" cy="523220"/>
          </a:xfrm>
          <a:prstGeom prst="rect">
            <a:avLst/>
          </a:prstGeom>
          <a:noFill/>
        </p:spPr>
        <p:txBody>
          <a:bodyPr wrap="square">
            <a:spAutoFit/>
          </a:bodyPr>
          <a:lstStyle/>
          <a:p>
            <a:pPr algn="ctr"/>
            <a:r>
              <a:rPr sz="2800" b="1" i="0" err="1">
                <a:solidFill>
                  <a:schemeClr val="tx2">
                    <a:lumMod val="60000"/>
                    <a:lumOff val="40000"/>
                  </a:schemeClr>
                </a:solidFill>
              </a:rPr>
              <a:t>Gestionnaire</a:t>
            </a:r>
            <a:r>
              <a:rPr sz="2800" b="1" i="0">
                <a:solidFill>
                  <a:schemeClr val="tx2">
                    <a:lumMod val="60000"/>
                    <a:lumOff val="40000"/>
                  </a:schemeClr>
                </a:solidFill>
              </a:rPr>
              <a:t> de perturbations</a:t>
            </a:r>
          </a:p>
        </p:txBody>
      </p:sp>
      <p:sp>
        <p:nvSpPr>
          <p:cNvPr id="14" name="TextBox 5">
            <a:extLst>
              <a:ext uri="{FF2B5EF4-FFF2-40B4-BE49-F238E27FC236}">
                <a16:creationId xmlns:a16="http://schemas.microsoft.com/office/drawing/2014/main" id="{B78C2CEC-17DE-615D-471B-4B3DC895D094}"/>
              </a:ext>
            </a:extLst>
          </p:cNvPr>
          <p:cNvSpPr txBox="1"/>
          <p:nvPr/>
        </p:nvSpPr>
        <p:spPr>
          <a:xfrm>
            <a:off x="457200" y="3547872"/>
            <a:ext cx="8229600" cy="411480"/>
          </a:xfrm>
          <a:prstGeom prst="rect">
            <a:avLst/>
          </a:prstGeom>
          <a:noFill/>
        </p:spPr>
        <p:txBody>
          <a:bodyPr wrap="square">
            <a:spAutoFit/>
          </a:bodyPr>
          <a:lstStyle/>
          <a:p>
            <a:pPr algn="ctr"/>
            <a:r>
              <a:rPr sz="1300" b="0" i="1">
                <a:solidFill>
                  <a:srgbClr val="B0D4E8"/>
                </a:solidFill>
              </a:rPr>
              <a:t>Extraction · Re-scheduling partiel · Scénarios · Log</a:t>
            </a:r>
          </a:p>
        </p:txBody>
      </p:sp>
      <p:sp>
        <p:nvSpPr>
          <p:cNvPr id="2" name="Espace réservé du numéro de diapositive 1">
            <a:extLst>
              <a:ext uri="{FF2B5EF4-FFF2-40B4-BE49-F238E27FC236}">
                <a16:creationId xmlns:a16="http://schemas.microsoft.com/office/drawing/2014/main" id="{EA91D971-6984-CC91-F328-93EB17C1E45B}"/>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19</a:t>
            </a:fld>
            <a:endParaRPr lang="en-US"/>
          </a:p>
        </p:txBody>
      </p:sp>
    </p:spTree>
    <p:extLst>
      <p:ext uri="{BB962C8B-B14F-4D97-AF65-F5344CB8AC3E}">
        <p14:creationId xmlns:p14="http://schemas.microsoft.com/office/powerpoint/2010/main" val="18002564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90CF6-8DF2-E3E4-21B7-8A6B7EC10674}"/>
            </a:ext>
          </a:extLst>
        </p:cNvPr>
        <p:cNvGrpSpPr/>
        <p:nvPr/>
      </p:nvGrpSpPr>
      <p:grpSpPr>
        <a:xfrm>
          <a:off x="0" y="0"/>
          <a:ext cx="0" cy="0"/>
          <a:chOff x="0" y="0"/>
          <a:chExt cx="0" cy="0"/>
        </a:xfrm>
      </p:grpSpPr>
      <p:sp>
        <p:nvSpPr>
          <p:cNvPr id="53" name="Oval 1">
            <a:extLst>
              <a:ext uri="{FF2B5EF4-FFF2-40B4-BE49-F238E27FC236}">
                <a16:creationId xmlns:a16="http://schemas.microsoft.com/office/drawing/2014/main" id="{0D57FA30-4716-4925-3972-E07692747431}"/>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2">
            <a:extLst>
              <a:ext uri="{FF2B5EF4-FFF2-40B4-BE49-F238E27FC236}">
                <a16:creationId xmlns:a16="http://schemas.microsoft.com/office/drawing/2014/main" id="{D402B59E-4EEC-C7A1-10E7-2DCA9854BEFC}"/>
              </a:ext>
            </a:extLst>
          </p:cNvPr>
          <p:cNvSpPr txBox="1"/>
          <p:nvPr/>
        </p:nvSpPr>
        <p:spPr>
          <a:xfrm>
            <a:off x="22644" y="80113"/>
            <a:ext cx="411911" cy="400110"/>
          </a:xfrm>
          <a:prstGeom prst="rect">
            <a:avLst/>
          </a:prstGeom>
          <a:noFill/>
        </p:spPr>
        <p:txBody>
          <a:bodyPr wrap="square">
            <a:spAutoFit/>
          </a:bodyPr>
          <a:lstStyle/>
          <a:p>
            <a:pPr algn="ctr"/>
            <a:r>
              <a:rPr sz="2000" b="1" i="0">
                <a:solidFill>
                  <a:srgbClr val="FFFFFF"/>
                </a:solidFill>
              </a:rPr>
              <a:t>1</a:t>
            </a:r>
          </a:p>
        </p:txBody>
      </p:sp>
      <p:sp>
        <p:nvSpPr>
          <p:cNvPr id="2" name="TextBox 1">
            <a:extLst>
              <a:ext uri="{FF2B5EF4-FFF2-40B4-BE49-F238E27FC236}">
                <a16:creationId xmlns:a16="http://schemas.microsoft.com/office/drawing/2014/main" id="{3F6E05C9-0BF4-6CA1-FF76-1B4F6E6C7D5F}"/>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Architecture du code</a:t>
            </a:r>
          </a:p>
        </p:txBody>
      </p:sp>
      <p:sp>
        <p:nvSpPr>
          <p:cNvPr id="3" name="Rectangle 2">
            <a:extLst>
              <a:ext uri="{FF2B5EF4-FFF2-40B4-BE49-F238E27FC236}">
                <a16:creationId xmlns:a16="http://schemas.microsoft.com/office/drawing/2014/main" id="{499CC201-3C70-B2A8-0A28-DF6E7921F64D}"/>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 name="Rectangle 3">
            <a:extLst>
              <a:ext uri="{FF2B5EF4-FFF2-40B4-BE49-F238E27FC236}">
                <a16:creationId xmlns:a16="http://schemas.microsoft.com/office/drawing/2014/main" id="{E395CE24-23FE-D36B-37D1-D019D7829B19}"/>
              </a:ext>
            </a:extLst>
          </p:cNvPr>
          <p:cNvSpPr/>
          <p:nvPr/>
        </p:nvSpPr>
        <p:spPr>
          <a:xfrm>
            <a:off x="228600" y="936675"/>
            <a:ext cx="1965960" cy="347472"/>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 name="TextBox 4">
            <a:extLst>
              <a:ext uri="{FF2B5EF4-FFF2-40B4-BE49-F238E27FC236}">
                <a16:creationId xmlns:a16="http://schemas.microsoft.com/office/drawing/2014/main" id="{1CDA3638-7DEB-A610-BCF6-69BBBC8C1DA6}"/>
              </a:ext>
            </a:extLst>
          </p:cNvPr>
          <p:cNvSpPr txBox="1"/>
          <p:nvPr/>
        </p:nvSpPr>
        <p:spPr>
          <a:xfrm>
            <a:off x="228600" y="982395"/>
            <a:ext cx="1965960" cy="261610"/>
          </a:xfrm>
          <a:prstGeom prst="rect">
            <a:avLst/>
          </a:prstGeom>
          <a:noFill/>
          <a:ln>
            <a:noFill/>
          </a:ln>
        </p:spPr>
        <p:txBody>
          <a:bodyPr wrap="square">
            <a:spAutoFit/>
          </a:bodyPr>
          <a:lstStyle/>
          <a:p>
            <a:pPr algn="ctr">
              <a:defRPr>
                <a:solidFill>
                  <a:srgbClr val="0F172A"/>
                </a:solidFill>
              </a:defRPr>
            </a:pPr>
            <a:r>
              <a:rPr lang="fr-FR" sz="1100" b="1" i="0">
                <a:solidFill>
                  <a:srgbClr val="0F172A"/>
                </a:solidFill>
              </a:rPr>
              <a:t>Course</a:t>
            </a:r>
          </a:p>
        </p:txBody>
      </p:sp>
      <p:sp>
        <p:nvSpPr>
          <p:cNvPr id="6" name="Rectangle 5">
            <a:extLst>
              <a:ext uri="{FF2B5EF4-FFF2-40B4-BE49-F238E27FC236}">
                <a16:creationId xmlns:a16="http://schemas.microsoft.com/office/drawing/2014/main" id="{0B4BCB55-A9C4-71CC-8ECA-C855CD0606A2}"/>
              </a:ext>
            </a:extLst>
          </p:cNvPr>
          <p:cNvSpPr/>
          <p:nvPr/>
        </p:nvSpPr>
        <p:spPr>
          <a:xfrm>
            <a:off x="228600" y="1284147"/>
            <a:ext cx="1965960" cy="1536192"/>
          </a:xfrm>
          <a:prstGeom prst="rect">
            <a:avLst/>
          </a:prstGeom>
          <a:solidFill>
            <a:srgbClr val="E6EEF9"/>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7" name="TextBox 6">
            <a:extLst>
              <a:ext uri="{FF2B5EF4-FFF2-40B4-BE49-F238E27FC236}">
                <a16:creationId xmlns:a16="http://schemas.microsoft.com/office/drawing/2014/main" id="{92A1EBED-46EB-BF94-0706-82E9D18E877B}"/>
              </a:ext>
            </a:extLst>
          </p:cNvPr>
          <p:cNvSpPr txBox="1"/>
          <p:nvPr/>
        </p:nvSpPr>
        <p:spPr>
          <a:xfrm>
            <a:off x="320040" y="1320723"/>
            <a:ext cx="1783080" cy="230832"/>
          </a:xfrm>
          <a:prstGeom prst="rect">
            <a:avLst/>
          </a:prstGeom>
          <a:noFill/>
          <a:ln>
            <a:noFill/>
          </a:ln>
        </p:spPr>
        <p:txBody>
          <a:bodyPr wrap="square">
            <a:spAutoFit/>
          </a:bodyPr>
          <a:lstStyle/>
          <a:p>
            <a:pPr algn="l">
              <a:defRPr>
                <a:solidFill>
                  <a:srgbClr val="0F172A"/>
                </a:solidFill>
              </a:defRPr>
            </a:pPr>
            <a:r>
              <a:rPr lang="fr-FR" sz="900" b="1" i="0">
                <a:solidFill>
                  <a:srgbClr val="475569"/>
                </a:solidFill>
              </a:rPr>
              <a:t>id</a:t>
            </a:r>
            <a:r>
              <a:rPr lang="fr-FR" sz="900" b="0" i="0">
                <a:solidFill>
                  <a:srgbClr val="475569"/>
                </a:solidFill>
              </a:rPr>
              <a:t>, </a:t>
            </a:r>
            <a:r>
              <a:rPr lang="fr-FR" sz="900" b="1" i="0" err="1">
                <a:solidFill>
                  <a:srgbClr val="475569"/>
                </a:solidFill>
              </a:rPr>
              <a:t>name</a:t>
            </a:r>
            <a:r>
              <a:rPr lang="fr-FR" sz="900" b="0" i="0">
                <a:solidFill>
                  <a:srgbClr val="475569"/>
                </a:solidFill>
              </a:rPr>
              <a:t>: </a:t>
            </a:r>
            <a:r>
              <a:rPr lang="fr-FR" sz="900" b="0" i="0" err="1">
                <a:solidFill>
                  <a:srgbClr val="475569"/>
                </a:solidFill>
              </a:rPr>
              <a:t>int</a:t>
            </a:r>
            <a:r>
              <a:rPr lang="fr-FR" sz="900" b="0" i="0">
                <a:solidFill>
                  <a:srgbClr val="475569"/>
                </a:solidFill>
              </a:rPr>
              <a:t>, </a:t>
            </a:r>
            <a:r>
              <a:rPr lang="fr-FR" sz="900" b="0" i="0" err="1">
                <a:solidFill>
                  <a:srgbClr val="475569"/>
                </a:solidFill>
              </a:rPr>
              <a:t>str</a:t>
            </a:r>
            <a:endParaRPr lang="fr-FR" sz="900" b="0" i="0">
              <a:solidFill>
                <a:srgbClr val="475569"/>
              </a:solidFill>
            </a:endParaRPr>
          </a:p>
        </p:txBody>
      </p:sp>
      <p:sp>
        <p:nvSpPr>
          <p:cNvPr id="8" name="TextBox 7">
            <a:extLst>
              <a:ext uri="{FF2B5EF4-FFF2-40B4-BE49-F238E27FC236}">
                <a16:creationId xmlns:a16="http://schemas.microsoft.com/office/drawing/2014/main" id="{EAF7BE53-FE2D-63B1-488E-8AA6C7E597DE}"/>
              </a:ext>
            </a:extLst>
          </p:cNvPr>
          <p:cNvSpPr txBox="1"/>
          <p:nvPr/>
        </p:nvSpPr>
        <p:spPr>
          <a:xfrm>
            <a:off x="320040" y="1490789"/>
            <a:ext cx="1783080"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teacher</a:t>
            </a:r>
            <a:r>
              <a:rPr lang="fr-FR" sz="900" b="0" i="0">
                <a:solidFill>
                  <a:srgbClr val="475569"/>
                </a:solidFill>
              </a:rPr>
              <a:t>: Teacher</a:t>
            </a:r>
          </a:p>
        </p:txBody>
      </p:sp>
      <p:sp>
        <p:nvSpPr>
          <p:cNvPr id="9" name="TextBox 8">
            <a:extLst>
              <a:ext uri="{FF2B5EF4-FFF2-40B4-BE49-F238E27FC236}">
                <a16:creationId xmlns:a16="http://schemas.microsoft.com/office/drawing/2014/main" id="{58418312-378E-363C-A06D-2C0A5316FBE3}"/>
              </a:ext>
            </a:extLst>
          </p:cNvPr>
          <p:cNvSpPr txBox="1"/>
          <p:nvPr/>
        </p:nvSpPr>
        <p:spPr>
          <a:xfrm>
            <a:off x="320040" y="1660856"/>
            <a:ext cx="1783080" cy="230832"/>
          </a:xfrm>
          <a:prstGeom prst="rect">
            <a:avLst/>
          </a:prstGeom>
          <a:noFill/>
          <a:ln>
            <a:noFill/>
          </a:ln>
        </p:spPr>
        <p:txBody>
          <a:bodyPr wrap="square">
            <a:spAutoFit/>
          </a:bodyPr>
          <a:lstStyle/>
          <a:p>
            <a:pPr algn="l">
              <a:defRPr>
                <a:solidFill>
                  <a:srgbClr val="0F172A"/>
                </a:solidFill>
              </a:defRPr>
            </a:pPr>
            <a:r>
              <a:rPr lang="fr-FR" sz="900" b="1" err="1">
                <a:solidFill>
                  <a:srgbClr val="475569"/>
                </a:solidFill>
              </a:rPr>
              <a:t>group_ids</a:t>
            </a:r>
            <a:r>
              <a:rPr lang="fr-FR" sz="900">
                <a:solidFill>
                  <a:srgbClr val="475569"/>
                </a:solidFill>
              </a:rPr>
              <a:t>:</a:t>
            </a:r>
            <a:r>
              <a:rPr lang="fr-FR" sz="900" b="0" i="0">
                <a:solidFill>
                  <a:srgbClr val="475569"/>
                </a:solidFill>
              </a:rPr>
              <a:t> List[</a:t>
            </a:r>
            <a:r>
              <a:rPr lang="fr-FR" sz="900" b="0" i="0" err="1">
                <a:solidFill>
                  <a:srgbClr val="475569"/>
                </a:solidFill>
              </a:rPr>
              <a:t>str</a:t>
            </a:r>
            <a:r>
              <a:rPr lang="fr-FR" sz="900" b="0" i="0">
                <a:solidFill>
                  <a:srgbClr val="475569"/>
                </a:solidFill>
              </a:rPr>
              <a:t>]</a:t>
            </a:r>
          </a:p>
        </p:txBody>
      </p:sp>
      <p:sp>
        <p:nvSpPr>
          <p:cNvPr id="11" name="TextBox 10">
            <a:extLst>
              <a:ext uri="{FF2B5EF4-FFF2-40B4-BE49-F238E27FC236}">
                <a16:creationId xmlns:a16="http://schemas.microsoft.com/office/drawing/2014/main" id="{4BFD503F-526E-7CAA-8DDB-5A9065617337}"/>
              </a:ext>
            </a:extLst>
          </p:cNvPr>
          <p:cNvSpPr txBox="1"/>
          <p:nvPr/>
        </p:nvSpPr>
        <p:spPr>
          <a:xfrm>
            <a:off x="320040" y="1836866"/>
            <a:ext cx="1783080"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room_types</a:t>
            </a:r>
            <a:r>
              <a:rPr lang="fr-FR" sz="900" b="0" i="0">
                <a:solidFill>
                  <a:srgbClr val="475569"/>
                </a:solidFill>
              </a:rPr>
              <a:t>: List[</a:t>
            </a:r>
            <a:r>
              <a:rPr lang="fr-FR" sz="900" b="0" i="0" err="1">
                <a:solidFill>
                  <a:srgbClr val="475569"/>
                </a:solidFill>
              </a:rPr>
              <a:t>str</a:t>
            </a:r>
            <a:r>
              <a:rPr lang="fr-FR" sz="900" b="0" i="0">
                <a:solidFill>
                  <a:srgbClr val="475569"/>
                </a:solidFill>
              </a:rPr>
              <a:t>]</a:t>
            </a:r>
          </a:p>
        </p:txBody>
      </p:sp>
      <p:sp>
        <p:nvSpPr>
          <p:cNvPr id="12" name="TextBox 11">
            <a:extLst>
              <a:ext uri="{FF2B5EF4-FFF2-40B4-BE49-F238E27FC236}">
                <a16:creationId xmlns:a16="http://schemas.microsoft.com/office/drawing/2014/main" id="{E677ECDD-4D81-EDC0-59F1-86BBAF5CC0FB}"/>
              </a:ext>
            </a:extLst>
          </p:cNvPr>
          <p:cNvSpPr txBox="1"/>
          <p:nvPr/>
        </p:nvSpPr>
        <p:spPr>
          <a:xfrm>
            <a:off x="320040" y="2006929"/>
            <a:ext cx="1783080"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slots_per_week</a:t>
            </a:r>
            <a:r>
              <a:rPr lang="fr-FR" sz="900" b="0" i="0">
                <a:solidFill>
                  <a:srgbClr val="475569"/>
                </a:solidFill>
              </a:rPr>
              <a:t>: </a:t>
            </a:r>
            <a:r>
              <a:rPr lang="fr-FR" sz="900" b="0" i="0" err="1">
                <a:solidFill>
                  <a:srgbClr val="475569"/>
                </a:solidFill>
              </a:rPr>
              <a:t>int</a:t>
            </a:r>
            <a:endParaRPr lang="fr-FR" sz="900" b="0" i="0">
              <a:solidFill>
                <a:srgbClr val="475569"/>
              </a:solidFill>
            </a:endParaRPr>
          </a:p>
        </p:txBody>
      </p:sp>
      <p:sp>
        <p:nvSpPr>
          <p:cNvPr id="13" name="Rectangle 12">
            <a:extLst>
              <a:ext uri="{FF2B5EF4-FFF2-40B4-BE49-F238E27FC236}">
                <a16:creationId xmlns:a16="http://schemas.microsoft.com/office/drawing/2014/main" id="{A036FF52-6195-1E95-D0C1-BC3D736CBBB4}"/>
              </a:ext>
            </a:extLst>
          </p:cNvPr>
          <p:cNvSpPr/>
          <p:nvPr/>
        </p:nvSpPr>
        <p:spPr>
          <a:xfrm>
            <a:off x="6861265" y="2598812"/>
            <a:ext cx="2099855" cy="347472"/>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4" name="TextBox 13">
            <a:extLst>
              <a:ext uri="{FF2B5EF4-FFF2-40B4-BE49-F238E27FC236}">
                <a16:creationId xmlns:a16="http://schemas.microsoft.com/office/drawing/2014/main" id="{BB9148A2-F65A-624B-F0FD-0F655376360B}"/>
              </a:ext>
            </a:extLst>
          </p:cNvPr>
          <p:cNvSpPr txBox="1"/>
          <p:nvPr/>
        </p:nvSpPr>
        <p:spPr>
          <a:xfrm>
            <a:off x="6861265" y="2644531"/>
            <a:ext cx="2099855" cy="261610"/>
          </a:xfrm>
          <a:prstGeom prst="rect">
            <a:avLst/>
          </a:prstGeom>
          <a:noFill/>
          <a:ln>
            <a:noFill/>
          </a:ln>
        </p:spPr>
        <p:txBody>
          <a:bodyPr wrap="square">
            <a:spAutoFit/>
          </a:bodyPr>
          <a:lstStyle/>
          <a:p>
            <a:pPr algn="ctr">
              <a:defRPr>
                <a:solidFill>
                  <a:srgbClr val="0F172A"/>
                </a:solidFill>
              </a:defRPr>
            </a:pPr>
            <a:r>
              <a:rPr lang="fr-FR" sz="1100" b="1" i="0">
                <a:solidFill>
                  <a:srgbClr val="0F172A"/>
                </a:solidFill>
              </a:rPr>
              <a:t>Scénarios</a:t>
            </a:r>
          </a:p>
        </p:txBody>
      </p:sp>
      <p:sp>
        <p:nvSpPr>
          <p:cNvPr id="15" name="Rectangle 14">
            <a:extLst>
              <a:ext uri="{FF2B5EF4-FFF2-40B4-BE49-F238E27FC236}">
                <a16:creationId xmlns:a16="http://schemas.microsoft.com/office/drawing/2014/main" id="{973ABED2-563B-2294-7547-FF65D5870363}"/>
              </a:ext>
            </a:extLst>
          </p:cNvPr>
          <p:cNvSpPr/>
          <p:nvPr/>
        </p:nvSpPr>
        <p:spPr>
          <a:xfrm>
            <a:off x="6858000" y="2946284"/>
            <a:ext cx="2103120" cy="597382"/>
          </a:xfrm>
          <a:prstGeom prst="rect">
            <a:avLst/>
          </a:prstGeom>
          <a:solidFill>
            <a:srgbClr val="E6EEF9"/>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6" name="TextBox 15">
            <a:extLst>
              <a:ext uri="{FF2B5EF4-FFF2-40B4-BE49-F238E27FC236}">
                <a16:creationId xmlns:a16="http://schemas.microsoft.com/office/drawing/2014/main" id="{D83A2BC4-B888-085A-9907-CD51D0922311}"/>
              </a:ext>
            </a:extLst>
          </p:cNvPr>
          <p:cNvSpPr txBox="1"/>
          <p:nvPr/>
        </p:nvSpPr>
        <p:spPr>
          <a:xfrm>
            <a:off x="7000635" y="2982860"/>
            <a:ext cx="1783080" cy="507831"/>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teacher_absent</a:t>
            </a:r>
            <a:r>
              <a:rPr lang="fr-FR" sz="900" b="1" i="0">
                <a:solidFill>
                  <a:srgbClr val="475569"/>
                </a:solidFill>
              </a:rPr>
              <a:t> </a:t>
            </a:r>
            <a:r>
              <a:rPr lang="fr-FR" sz="900" b="0" i="0">
                <a:solidFill>
                  <a:srgbClr val="475569"/>
                </a:solidFill>
              </a:rPr>
              <a:t>; </a:t>
            </a:r>
            <a:r>
              <a:rPr lang="fr-FR" sz="900" b="1" i="0" err="1">
                <a:solidFill>
                  <a:srgbClr val="475569"/>
                </a:solidFill>
              </a:rPr>
              <a:t>room_unavailable</a:t>
            </a:r>
            <a:r>
              <a:rPr lang="fr-FR" sz="900" b="1" i="0">
                <a:solidFill>
                  <a:srgbClr val="475569"/>
                </a:solidFill>
              </a:rPr>
              <a:t> </a:t>
            </a:r>
            <a:r>
              <a:rPr lang="fr-FR" sz="900" b="0" i="0">
                <a:solidFill>
                  <a:srgbClr val="475569"/>
                </a:solidFill>
              </a:rPr>
              <a:t>; </a:t>
            </a:r>
            <a:r>
              <a:rPr lang="fr-FR" sz="900" b="1" i="0" err="1">
                <a:solidFill>
                  <a:srgbClr val="475569"/>
                </a:solidFill>
              </a:rPr>
              <a:t>free_slot</a:t>
            </a:r>
            <a:r>
              <a:rPr lang="fr-FR" sz="900" b="1" i="0">
                <a:solidFill>
                  <a:srgbClr val="475569"/>
                </a:solidFill>
              </a:rPr>
              <a:t> </a:t>
            </a:r>
            <a:r>
              <a:rPr lang="fr-FR" sz="900" b="0" i="0">
                <a:solidFill>
                  <a:srgbClr val="475569"/>
                </a:solidFill>
              </a:rPr>
              <a:t>; </a:t>
            </a:r>
            <a:r>
              <a:rPr lang="fr-FR" sz="900" b="1" i="0" err="1">
                <a:solidFill>
                  <a:srgbClr val="475569"/>
                </a:solidFill>
              </a:rPr>
              <a:t>teacher_replacement</a:t>
            </a:r>
            <a:endParaRPr lang="fr-FR" sz="900" b="1" i="0">
              <a:solidFill>
                <a:srgbClr val="475569"/>
              </a:solidFill>
            </a:endParaRPr>
          </a:p>
        </p:txBody>
      </p:sp>
      <p:sp>
        <p:nvSpPr>
          <p:cNvPr id="17" name="Rectangle 16">
            <a:extLst>
              <a:ext uri="{FF2B5EF4-FFF2-40B4-BE49-F238E27FC236}">
                <a16:creationId xmlns:a16="http://schemas.microsoft.com/office/drawing/2014/main" id="{ADA8E955-31BB-CA09-2D01-917FD05841A2}"/>
              </a:ext>
            </a:extLst>
          </p:cNvPr>
          <p:cNvSpPr/>
          <p:nvPr/>
        </p:nvSpPr>
        <p:spPr>
          <a:xfrm>
            <a:off x="228600" y="3905658"/>
            <a:ext cx="1965960" cy="347472"/>
          </a:xfrm>
          <a:prstGeom prst="rect">
            <a:avLst/>
          </a:prstGeom>
          <a:solidFill>
            <a:srgbClr val="E2E8F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8" name="TextBox 17">
            <a:extLst>
              <a:ext uri="{FF2B5EF4-FFF2-40B4-BE49-F238E27FC236}">
                <a16:creationId xmlns:a16="http://schemas.microsoft.com/office/drawing/2014/main" id="{416602DF-304C-E43F-24FB-88D32FDED52F}"/>
              </a:ext>
            </a:extLst>
          </p:cNvPr>
          <p:cNvSpPr txBox="1"/>
          <p:nvPr/>
        </p:nvSpPr>
        <p:spPr>
          <a:xfrm>
            <a:off x="228600" y="3951377"/>
            <a:ext cx="1965960" cy="261610"/>
          </a:xfrm>
          <a:prstGeom prst="rect">
            <a:avLst/>
          </a:prstGeom>
          <a:noFill/>
          <a:ln>
            <a:noFill/>
          </a:ln>
        </p:spPr>
        <p:txBody>
          <a:bodyPr wrap="square">
            <a:spAutoFit/>
          </a:bodyPr>
          <a:lstStyle/>
          <a:p>
            <a:pPr algn="ctr">
              <a:defRPr>
                <a:solidFill>
                  <a:srgbClr val="0F172A"/>
                </a:solidFill>
              </a:defRPr>
            </a:pPr>
            <a:r>
              <a:rPr lang="fr-FR" sz="1100" b="1" i="0">
                <a:solidFill>
                  <a:srgbClr val="0F172A"/>
                </a:solidFill>
              </a:rPr>
              <a:t>Room</a:t>
            </a:r>
          </a:p>
        </p:txBody>
      </p:sp>
      <p:sp>
        <p:nvSpPr>
          <p:cNvPr id="19" name="Rectangle 18">
            <a:extLst>
              <a:ext uri="{FF2B5EF4-FFF2-40B4-BE49-F238E27FC236}">
                <a16:creationId xmlns:a16="http://schemas.microsoft.com/office/drawing/2014/main" id="{EDE7D10B-67EA-766D-BFE0-C2F00F82A583}"/>
              </a:ext>
            </a:extLst>
          </p:cNvPr>
          <p:cNvSpPr/>
          <p:nvPr/>
        </p:nvSpPr>
        <p:spPr>
          <a:xfrm>
            <a:off x="228600" y="4253130"/>
            <a:ext cx="1965960" cy="768096"/>
          </a:xfrm>
          <a:prstGeom prst="rect">
            <a:avLst/>
          </a:prstGeom>
          <a:solidFill>
            <a:srgbClr val="E6EEF9"/>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20" name="TextBox 19">
            <a:extLst>
              <a:ext uri="{FF2B5EF4-FFF2-40B4-BE49-F238E27FC236}">
                <a16:creationId xmlns:a16="http://schemas.microsoft.com/office/drawing/2014/main" id="{C072FD74-B3C3-FC3E-5B9E-D52D5DF99822}"/>
              </a:ext>
            </a:extLst>
          </p:cNvPr>
          <p:cNvSpPr txBox="1"/>
          <p:nvPr/>
        </p:nvSpPr>
        <p:spPr>
          <a:xfrm>
            <a:off x="320040" y="4266261"/>
            <a:ext cx="1783080"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name</a:t>
            </a:r>
            <a:r>
              <a:rPr lang="fr-FR" sz="900" b="0" i="0">
                <a:solidFill>
                  <a:srgbClr val="475569"/>
                </a:solidFill>
              </a:rPr>
              <a:t>: </a:t>
            </a:r>
            <a:r>
              <a:rPr lang="fr-FR" sz="900" b="0" i="0" err="1">
                <a:solidFill>
                  <a:srgbClr val="475569"/>
                </a:solidFill>
              </a:rPr>
              <a:t>str</a:t>
            </a:r>
            <a:endParaRPr lang="fr-FR" sz="900" b="0" i="0">
              <a:solidFill>
                <a:srgbClr val="475569"/>
              </a:solidFill>
            </a:endParaRPr>
          </a:p>
        </p:txBody>
      </p:sp>
      <p:sp>
        <p:nvSpPr>
          <p:cNvPr id="21" name="TextBox 20">
            <a:extLst>
              <a:ext uri="{FF2B5EF4-FFF2-40B4-BE49-F238E27FC236}">
                <a16:creationId xmlns:a16="http://schemas.microsoft.com/office/drawing/2014/main" id="{69DFF680-AEAE-3184-4DD3-A0FE09592C08}"/>
              </a:ext>
            </a:extLst>
          </p:cNvPr>
          <p:cNvSpPr txBox="1"/>
          <p:nvPr/>
        </p:nvSpPr>
        <p:spPr>
          <a:xfrm>
            <a:off x="320040" y="4436327"/>
            <a:ext cx="1783080"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capacity</a:t>
            </a:r>
            <a:r>
              <a:rPr lang="fr-FR" sz="900" b="0" i="0">
                <a:solidFill>
                  <a:srgbClr val="475569"/>
                </a:solidFill>
              </a:rPr>
              <a:t>: </a:t>
            </a:r>
            <a:r>
              <a:rPr lang="fr-FR" sz="900" b="0" i="0" err="1">
                <a:solidFill>
                  <a:srgbClr val="475569"/>
                </a:solidFill>
              </a:rPr>
              <a:t>int</a:t>
            </a:r>
            <a:endParaRPr lang="fr-FR" sz="900" b="0" i="0">
              <a:solidFill>
                <a:srgbClr val="475569"/>
              </a:solidFill>
            </a:endParaRPr>
          </a:p>
        </p:txBody>
      </p:sp>
      <p:sp>
        <p:nvSpPr>
          <p:cNvPr id="22" name="TextBox 21">
            <a:extLst>
              <a:ext uri="{FF2B5EF4-FFF2-40B4-BE49-F238E27FC236}">
                <a16:creationId xmlns:a16="http://schemas.microsoft.com/office/drawing/2014/main" id="{9EDDFFDE-136E-9543-88C1-B64F9AB62DAB}"/>
              </a:ext>
            </a:extLst>
          </p:cNvPr>
          <p:cNvSpPr txBox="1"/>
          <p:nvPr/>
        </p:nvSpPr>
        <p:spPr>
          <a:xfrm>
            <a:off x="320040" y="4606393"/>
            <a:ext cx="1783080"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room_types</a:t>
            </a:r>
            <a:r>
              <a:rPr lang="fr-FR" sz="900" b="0" i="0">
                <a:solidFill>
                  <a:srgbClr val="475569"/>
                </a:solidFill>
              </a:rPr>
              <a:t>: List[</a:t>
            </a:r>
            <a:r>
              <a:rPr lang="fr-FR" sz="900" b="0" i="0" err="1">
                <a:solidFill>
                  <a:srgbClr val="475569"/>
                </a:solidFill>
              </a:rPr>
              <a:t>str</a:t>
            </a:r>
            <a:r>
              <a:rPr lang="fr-FR" sz="900" b="0" i="0">
                <a:solidFill>
                  <a:srgbClr val="475569"/>
                </a:solidFill>
              </a:rPr>
              <a:t>]</a:t>
            </a:r>
          </a:p>
        </p:txBody>
      </p:sp>
      <p:sp>
        <p:nvSpPr>
          <p:cNvPr id="23" name="Rectangle 22">
            <a:extLst>
              <a:ext uri="{FF2B5EF4-FFF2-40B4-BE49-F238E27FC236}">
                <a16:creationId xmlns:a16="http://schemas.microsoft.com/office/drawing/2014/main" id="{D8B39D37-475C-320A-2309-A8BB38249FE9}"/>
              </a:ext>
            </a:extLst>
          </p:cNvPr>
          <p:cNvSpPr/>
          <p:nvPr/>
        </p:nvSpPr>
        <p:spPr>
          <a:xfrm>
            <a:off x="2361303" y="936675"/>
            <a:ext cx="2103120" cy="347472"/>
          </a:xfrm>
          <a:prstGeom prst="rect">
            <a:avLst/>
          </a:prstGeom>
          <a:solidFill>
            <a:srgbClr val="FDE2E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24" name="TextBox 23">
            <a:extLst>
              <a:ext uri="{FF2B5EF4-FFF2-40B4-BE49-F238E27FC236}">
                <a16:creationId xmlns:a16="http://schemas.microsoft.com/office/drawing/2014/main" id="{9ADC2F4A-88F3-60C3-4D2C-55A867856A21}"/>
              </a:ext>
            </a:extLst>
          </p:cNvPr>
          <p:cNvSpPr txBox="1"/>
          <p:nvPr/>
        </p:nvSpPr>
        <p:spPr>
          <a:xfrm>
            <a:off x="2361303" y="982395"/>
            <a:ext cx="2103120" cy="261610"/>
          </a:xfrm>
          <a:prstGeom prst="rect">
            <a:avLst/>
          </a:prstGeom>
          <a:noFill/>
          <a:ln>
            <a:noFill/>
          </a:ln>
        </p:spPr>
        <p:txBody>
          <a:bodyPr wrap="square">
            <a:spAutoFit/>
          </a:bodyPr>
          <a:lstStyle/>
          <a:p>
            <a:pPr algn="ctr">
              <a:defRPr>
                <a:solidFill>
                  <a:srgbClr val="0F172A"/>
                </a:solidFill>
              </a:defRPr>
            </a:pPr>
            <a:r>
              <a:rPr lang="fr-FR" sz="1100" b="1" i="0">
                <a:solidFill>
                  <a:srgbClr val="0F172A"/>
                </a:solidFill>
              </a:rPr>
              <a:t>Teacher</a:t>
            </a:r>
          </a:p>
        </p:txBody>
      </p:sp>
      <p:sp>
        <p:nvSpPr>
          <p:cNvPr id="25" name="Rectangle 24">
            <a:extLst>
              <a:ext uri="{FF2B5EF4-FFF2-40B4-BE49-F238E27FC236}">
                <a16:creationId xmlns:a16="http://schemas.microsoft.com/office/drawing/2014/main" id="{4662E01A-A7F0-72E7-FC1C-0A09DAC455CD}"/>
              </a:ext>
            </a:extLst>
          </p:cNvPr>
          <p:cNvSpPr/>
          <p:nvPr/>
        </p:nvSpPr>
        <p:spPr>
          <a:xfrm>
            <a:off x="2361303" y="1284147"/>
            <a:ext cx="2103120" cy="1129474"/>
          </a:xfrm>
          <a:prstGeom prst="rect">
            <a:avLst/>
          </a:prstGeom>
          <a:solidFill>
            <a:srgbClr val="E6EEF9"/>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30" name="Rectangle 29">
            <a:extLst>
              <a:ext uri="{FF2B5EF4-FFF2-40B4-BE49-F238E27FC236}">
                <a16:creationId xmlns:a16="http://schemas.microsoft.com/office/drawing/2014/main" id="{CEB1354C-C932-C7AC-1DFC-0B8E7BD3B39F}"/>
              </a:ext>
            </a:extLst>
          </p:cNvPr>
          <p:cNvSpPr/>
          <p:nvPr/>
        </p:nvSpPr>
        <p:spPr>
          <a:xfrm>
            <a:off x="6861265" y="1377441"/>
            <a:ext cx="2103120" cy="354425"/>
          </a:xfrm>
          <a:prstGeom prst="rect">
            <a:avLst/>
          </a:prstGeom>
          <a:solidFill>
            <a:srgbClr val="F3E8FF"/>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31" name="TextBox 30">
            <a:extLst>
              <a:ext uri="{FF2B5EF4-FFF2-40B4-BE49-F238E27FC236}">
                <a16:creationId xmlns:a16="http://schemas.microsoft.com/office/drawing/2014/main" id="{7D035F60-2486-7AA1-D9B7-907A6ADD4185}"/>
              </a:ext>
            </a:extLst>
          </p:cNvPr>
          <p:cNvSpPr txBox="1"/>
          <p:nvPr/>
        </p:nvSpPr>
        <p:spPr>
          <a:xfrm>
            <a:off x="6879965" y="1428585"/>
            <a:ext cx="2081155" cy="261610"/>
          </a:xfrm>
          <a:prstGeom prst="rect">
            <a:avLst/>
          </a:prstGeom>
          <a:noFill/>
          <a:ln>
            <a:noFill/>
          </a:ln>
        </p:spPr>
        <p:txBody>
          <a:bodyPr wrap="square">
            <a:spAutoFit/>
          </a:bodyPr>
          <a:lstStyle/>
          <a:p>
            <a:pPr algn="ctr">
              <a:defRPr>
                <a:solidFill>
                  <a:srgbClr val="0F172A"/>
                </a:solidFill>
              </a:defRPr>
            </a:pPr>
            <a:r>
              <a:rPr lang="fr-FR" sz="1100" b="1">
                <a:solidFill>
                  <a:srgbClr val="0F172A"/>
                </a:solidFill>
              </a:rPr>
              <a:t>Contraintes souples</a:t>
            </a:r>
            <a:endParaRPr lang="fr-FR" sz="1100" b="1" i="0">
              <a:solidFill>
                <a:srgbClr val="0F172A"/>
              </a:solidFill>
            </a:endParaRPr>
          </a:p>
        </p:txBody>
      </p:sp>
      <p:sp>
        <p:nvSpPr>
          <p:cNvPr id="32" name="Rectangle 31">
            <a:extLst>
              <a:ext uri="{FF2B5EF4-FFF2-40B4-BE49-F238E27FC236}">
                <a16:creationId xmlns:a16="http://schemas.microsoft.com/office/drawing/2014/main" id="{C7422BDE-C7D9-82A8-865A-B6F0C0F6930A}"/>
              </a:ext>
            </a:extLst>
          </p:cNvPr>
          <p:cNvSpPr/>
          <p:nvPr/>
        </p:nvSpPr>
        <p:spPr>
          <a:xfrm>
            <a:off x="6861265" y="1728111"/>
            <a:ext cx="2103120" cy="363211"/>
          </a:xfrm>
          <a:prstGeom prst="rect">
            <a:avLst/>
          </a:prstGeom>
          <a:solidFill>
            <a:srgbClr val="E6EEF9"/>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33" name="TextBox 32">
            <a:extLst>
              <a:ext uri="{FF2B5EF4-FFF2-40B4-BE49-F238E27FC236}">
                <a16:creationId xmlns:a16="http://schemas.microsoft.com/office/drawing/2014/main" id="{72632639-A233-8D21-770E-00DF655415EF}"/>
              </a:ext>
            </a:extLst>
          </p:cNvPr>
          <p:cNvSpPr txBox="1"/>
          <p:nvPr/>
        </p:nvSpPr>
        <p:spPr>
          <a:xfrm>
            <a:off x="6952705" y="1721991"/>
            <a:ext cx="1920239" cy="369332"/>
          </a:xfrm>
          <a:prstGeom prst="rect">
            <a:avLst/>
          </a:prstGeom>
          <a:noFill/>
          <a:ln>
            <a:noFill/>
          </a:ln>
        </p:spPr>
        <p:txBody>
          <a:bodyPr wrap="square">
            <a:spAutoFit/>
          </a:bodyPr>
          <a:lstStyle/>
          <a:p>
            <a:pPr algn="ctr">
              <a:defRPr>
                <a:solidFill>
                  <a:srgbClr val="0F172A"/>
                </a:solidFill>
              </a:defRPr>
            </a:pPr>
            <a:r>
              <a:rPr lang="fr-FR" sz="900" b="1" i="0">
                <a:solidFill>
                  <a:srgbClr val="475569"/>
                </a:solidFill>
              </a:rPr>
              <a:t>Same_day</a:t>
            </a:r>
            <a:r>
              <a:rPr lang="fr-FR" sz="900" b="0" i="0">
                <a:solidFill>
                  <a:srgbClr val="475569"/>
                </a:solidFill>
              </a:rPr>
              <a:t> ; </a:t>
            </a:r>
            <a:r>
              <a:rPr lang="fr-FR" sz="900" b="1" i="0" err="1">
                <a:solidFill>
                  <a:srgbClr val="475569"/>
                </a:solidFill>
              </a:rPr>
              <a:t>No_</a:t>
            </a:r>
            <a:r>
              <a:rPr lang="fr-FR" sz="900" b="1" err="1">
                <a:solidFill>
                  <a:srgbClr val="475569"/>
                </a:solidFill>
              </a:rPr>
              <a:t>Gap</a:t>
            </a:r>
            <a:r>
              <a:rPr lang="fr-FR" sz="900">
                <a:solidFill>
                  <a:srgbClr val="475569"/>
                </a:solidFill>
              </a:rPr>
              <a:t> ; </a:t>
            </a:r>
            <a:r>
              <a:rPr lang="fr-FR" sz="900" b="1" err="1">
                <a:solidFill>
                  <a:srgbClr val="475569"/>
                </a:solidFill>
              </a:rPr>
              <a:t>No_Late_Day</a:t>
            </a:r>
            <a:r>
              <a:rPr lang="fr-FR" sz="900">
                <a:solidFill>
                  <a:srgbClr val="475569"/>
                </a:solidFill>
              </a:rPr>
              <a:t> ; </a:t>
            </a:r>
            <a:r>
              <a:rPr lang="fr-FR" sz="900" b="1" err="1">
                <a:solidFill>
                  <a:srgbClr val="475569"/>
                </a:solidFill>
              </a:rPr>
              <a:t>Closer</a:t>
            </a:r>
            <a:r>
              <a:rPr lang="fr-FR" sz="900">
                <a:solidFill>
                  <a:srgbClr val="475569"/>
                </a:solidFill>
              </a:rPr>
              <a:t> (+</a:t>
            </a:r>
            <a:r>
              <a:rPr lang="fr-FR" sz="900" err="1">
                <a:solidFill>
                  <a:srgbClr val="475569"/>
                </a:solidFill>
              </a:rPr>
              <a:t>Teachers</a:t>
            </a:r>
            <a:r>
              <a:rPr lang="fr-FR" sz="900">
                <a:solidFill>
                  <a:srgbClr val="475569"/>
                </a:solidFill>
              </a:rPr>
              <a:t>)</a:t>
            </a:r>
            <a:r>
              <a:rPr lang="fr-FR" sz="900" b="0" i="0">
                <a:solidFill>
                  <a:srgbClr val="475569"/>
                </a:solidFill>
              </a:rPr>
              <a:t> </a:t>
            </a:r>
          </a:p>
        </p:txBody>
      </p:sp>
      <p:sp>
        <p:nvSpPr>
          <p:cNvPr id="34" name="Rectangle 33">
            <a:extLst>
              <a:ext uri="{FF2B5EF4-FFF2-40B4-BE49-F238E27FC236}">
                <a16:creationId xmlns:a16="http://schemas.microsoft.com/office/drawing/2014/main" id="{9FB3F7CE-069C-9247-FA4A-1261871BD0FA}"/>
              </a:ext>
            </a:extLst>
          </p:cNvPr>
          <p:cNvSpPr/>
          <p:nvPr/>
        </p:nvSpPr>
        <p:spPr>
          <a:xfrm>
            <a:off x="2357010" y="2600198"/>
            <a:ext cx="2103120" cy="347472"/>
          </a:xfrm>
          <a:prstGeom prst="rect">
            <a:avLst/>
          </a:prstGeom>
          <a:solidFill>
            <a:schemeClr val="accent4">
              <a:lumMod val="40000"/>
              <a:lumOff val="60000"/>
            </a:schemeClr>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35" name="TextBox 34">
            <a:extLst>
              <a:ext uri="{FF2B5EF4-FFF2-40B4-BE49-F238E27FC236}">
                <a16:creationId xmlns:a16="http://schemas.microsoft.com/office/drawing/2014/main" id="{7C56F47B-A8A8-0D38-0F14-46A32F3F0213}"/>
              </a:ext>
            </a:extLst>
          </p:cNvPr>
          <p:cNvSpPr txBox="1"/>
          <p:nvPr/>
        </p:nvSpPr>
        <p:spPr>
          <a:xfrm>
            <a:off x="2357010" y="2645918"/>
            <a:ext cx="2103120" cy="261610"/>
          </a:xfrm>
          <a:prstGeom prst="rect">
            <a:avLst/>
          </a:prstGeom>
          <a:noFill/>
          <a:ln>
            <a:noFill/>
          </a:ln>
        </p:spPr>
        <p:txBody>
          <a:bodyPr wrap="square">
            <a:spAutoFit/>
          </a:bodyPr>
          <a:lstStyle/>
          <a:p>
            <a:pPr algn="ctr">
              <a:defRPr>
                <a:solidFill>
                  <a:srgbClr val="0F172A"/>
                </a:solidFill>
              </a:defRPr>
            </a:pPr>
            <a:r>
              <a:rPr lang="fr-FR" sz="1100" b="1" i="0">
                <a:solidFill>
                  <a:srgbClr val="0F172A"/>
                </a:solidFill>
              </a:rPr>
              <a:t>Group</a:t>
            </a:r>
          </a:p>
        </p:txBody>
      </p:sp>
      <p:sp>
        <p:nvSpPr>
          <p:cNvPr id="36" name="Rectangle 35">
            <a:extLst>
              <a:ext uri="{FF2B5EF4-FFF2-40B4-BE49-F238E27FC236}">
                <a16:creationId xmlns:a16="http://schemas.microsoft.com/office/drawing/2014/main" id="{2FED03BC-7093-9764-29C7-3C64FFCFC906}"/>
              </a:ext>
            </a:extLst>
          </p:cNvPr>
          <p:cNvSpPr/>
          <p:nvPr/>
        </p:nvSpPr>
        <p:spPr>
          <a:xfrm>
            <a:off x="2357010" y="2947670"/>
            <a:ext cx="2103120" cy="768096"/>
          </a:xfrm>
          <a:prstGeom prst="rect">
            <a:avLst/>
          </a:prstGeom>
          <a:solidFill>
            <a:srgbClr val="E6EEF9"/>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0" name="Rectangle 39">
            <a:extLst>
              <a:ext uri="{FF2B5EF4-FFF2-40B4-BE49-F238E27FC236}">
                <a16:creationId xmlns:a16="http://schemas.microsoft.com/office/drawing/2014/main" id="{427BB8BB-EF0E-9AE8-2179-9D6A915640DD}"/>
              </a:ext>
            </a:extLst>
          </p:cNvPr>
          <p:cNvSpPr/>
          <p:nvPr/>
        </p:nvSpPr>
        <p:spPr>
          <a:xfrm>
            <a:off x="228600" y="2876462"/>
            <a:ext cx="1955804" cy="347472"/>
          </a:xfrm>
          <a:prstGeom prst="rect">
            <a:avLst/>
          </a:prstGeom>
          <a:solidFill>
            <a:srgbClr val="DCFCE7"/>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1" name="TextBox 40">
            <a:extLst>
              <a:ext uri="{FF2B5EF4-FFF2-40B4-BE49-F238E27FC236}">
                <a16:creationId xmlns:a16="http://schemas.microsoft.com/office/drawing/2014/main" id="{48549182-6639-144B-7756-5BA8B3925984}"/>
              </a:ext>
            </a:extLst>
          </p:cNvPr>
          <p:cNvSpPr txBox="1"/>
          <p:nvPr/>
        </p:nvSpPr>
        <p:spPr>
          <a:xfrm>
            <a:off x="228600" y="2922182"/>
            <a:ext cx="1955804" cy="261610"/>
          </a:xfrm>
          <a:prstGeom prst="rect">
            <a:avLst/>
          </a:prstGeom>
          <a:noFill/>
          <a:ln>
            <a:noFill/>
          </a:ln>
        </p:spPr>
        <p:txBody>
          <a:bodyPr wrap="square">
            <a:spAutoFit/>
          </a:bodyPr>
          <a:lstStyle/>
          <a:p>
            <a:pPr algn="ctr">
              <a:defRPr>
                <a:solidFill>
                  <a:srgbClr val="0F172A"/>
                </a:solidFill>
              </a:defRPr>
            </a:pPr>
            <a:r>
              <a:rPr lang="fr-FR" sz="1100" b="1" i="0" err="1">
                <a:solidFill>
                  <a:srgbClr val="0F172A"/>
                </a:solidFill>
              </a:rPr>
              <a:t>Department</a:t>
            </a:r>
            <a:endParaRPr lang="fr-FR" sz="1100" b="1" i="0">
              <a:solidFill>
                <a:srgbClr val="0F172A"/>
              </a:solidFill>
            </a:endParaRPr>
          </a:p>
        </p:txBody>
      </p:sp>
      <p:sp>
        <p:nvSpPr>
          <p:cNvPr id="42" name="Rectangle 41">
            <a:extLst>
              <a:ext uri="{FF2B5EF4-FFF2-40B4-BE49-F238E27FC236}">
                <a16:creationId xmlns:a16="http://schemas.microsoft.com/office/drawing/2014/main" id="{3953797E-FAC7-A145-6D5C-ECE2AF88C29C}"/>
              </a:ext>
            </a:extLst>
          </p:cNvPr>
          <p:cNvSpPr/>
          <p:nvPr/>
        </p:nvSpPr>
        <p:spPr>
          <a:xfrm>
            <a:off x="228600" y="3223933"/>
            <a:ext cx="1955804" cy="622187"/>
          </a:xfrm>
          <a:prstGeom prst="rect">
            <a:avLst/>
          </a:prstGeom>
          <a:solidFill>
            <a:srgbClr val="E6EEF9"/>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5" name="Rectangle 44">
            <a:extLst>
              <a:ext uri="{FF2B5EF4-FFF2-40B4-BE49-F238E27FC236}">
                <a16:creationId xmlns:a16="http://schemas.microsoft.com/office/drawing/2014/main" id="{8A481CB8-750F-0A85-BB33-73540D1A3E28}"/>
              </a:ext>
            </a:extLst>
          </p:cNvPr>
          <p:cNvSpPr/>
          <p:nvPr/>
        </p:nvSpPr>
        <p:spPr>
          <a:xfrm>
            <a:off x="4614484" y="1814129"/>
            <a:ext cx="2103120" cy="347472"/>
          </a:xfrm>
          <a:prstGeom prst="rect">
            <a:avLst/>
          </a:prstGeom>
          <a:solidFill>
            <a:srgbClr val="E6B9B8"/>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6" name="TextBox 45">
            <a:extLst>
              <a:ext uri="{FF2B5EF4-FFF2-40B4-BE49-F238E27FC236}">
                <a16:creationId xmlns:a16="http://schemas.microsoft.com/office/drawing/2014/main" id="{97876B41-B9A8-671D-471F-B5D4C90FAA51}"/>
              </a:ext>
            </a:extLst>
          </p:cNvPr>
          <p:cNvSpPr txBox="1"/>
          <p:nvPr/>
        </p:nvSpPr>
        <p:spPr>
          <a:xfrm>
            <a:off x="4614484" y="1859848"/>
            <a:ext cx="2103120" cy="261610"/>
          </a:xfrm>
          <a:prstGeom prst="rect">
            <a:avLst/>
          </a:prstGeom>
          <a:noFill/>
          <a:ln>
            <a:noFill/>
          </a:ln>
        </p:spPr>
        <p:txBody>
          <a:bodyPr wrap="square">
            <a:spAutoFit/>
          </a:bodyPr>
          <a:lstStyle/>
          <a:p>
            <a:pPr algn="ctr">
              <a:defRPr>
                <a:solidFill>
                  <a:srgbClr val="0F172A"/>
                </a:solidFill>
              </a:defRPr>
            </a:pPr>
            <a:r>
              <a:rPr lang="fr-FR" sz="1100" b="1" i="0" err="1">
                <a:solidFill>
                  <a:srgbClr val="0F172A"/>
                </a:solidFill>
              </a:rPr>
              <a:t>ScheduleItem</a:t>
            </a:r>
            <a:endParaRPr lang="fr-FR" sz="1100" b="1" i="0">
              <a:solidFill>
                <a:srgbClr val="0F172A"/>
              </a:solidFill>
            </a:endParaRPr>
          </a:p>
        </p:txBody>
      </p:sp>
      <p:sp>
        <p:nvSpPr>
          <p:cNvPr id="47" name="Rectangle 46">
            <a:extLst>
              <a:ext uri="{FF2B5EF4-FFF2-40B4-BE49-F238E27FC236}">
                <a16:creationId xmlns:a16="http://schemas.microsoft.com/office/drawing/2014/main" id="{052997DF-1892-CECE-B0B4-8CD4364ADC65}"/>
              </a:ext>
            </a:extLst>
          </p:cNvPr>
          <p:cNvSpPr/>
          <p:nvPr/>
        </p:nvSpPr>
        <p:spPr>
          <a:xfrm>
            <a:off x="4614484" y="2161600"/>
            <a:ext cx="2103120" cy="1663021"/>
          </a:xfrm>
          <a:prstGeom prst="rect">
            <a:avLst/>
          </a:prstGeom>
          <a:solidFill>
            <a:srgbClr val="E6EEF9"/>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8" name="TextBox 47">
            <a:extLst>
              <a:ext uri="{FF2B5EF4-FFF2-40B4-BE49-F238E27FC236}">
                <a16:creationId xmlns:a16="http://schemas.microsoft.com/office/drawing/2014/main" id="{EAD17E92-4FF1-FB4C-8F4E-430D3F84C963}"/>
              </a:ext>
            </a:extLst>
          </p:cNvPr>
          <p:cNvSpPr txBox="1"/>
          <p:nvPr/>
        </p:nvSpPr>
        <p:spPr>
          <a:xfrm>
            <a:off x="4705923" y="2198177"/>
            <a:ext cx="1920239" cy="230832"/>
          </a:xfrm>
          <a:prstGeom prst="rect">
            <a:avLst/>
          </a:prstGeom>
          <a:noFill/>
          <a:ln>
            <a:noFill/>
          </a:ln>
        </p:spPr>
        <p:txBody>
          <a:bodyPr wrap="square">
            <a:spAutoFit/>
          </a:bodyPr>
          <a:lstStyle/>
          <a:p>
            <a:pPr algn="l">
              <a:defRPr>
                <a:solidFill>
                  <a:srgbClr val="0F172A"/>
                </a:solidFill>
              </a:defRPr>
            </a:pPr>
            <a:r>
              <a:rPr lang="fr-FR" sz="900" b="1">
                <a:solidFill>
                  <a:srgbClr val="475569"/>
                </a:solidFill>
              </a:rPr>
              <a:t>c</a:t>
            </a:r>
            <a:r>
              <a:rPr lang="fr-FR" sz="900" b="1" i="0">
                <a:solidFill>
                  <a:srgbClr val="475569"/>
                </a:solidFill>
              </a:rPr>
              <a:t>ourse</a:t>
            </a:r>
            <a:r>
              <a:rPr lang="fr-FR" sz="900" b="0" i="0">
                <a:solidFill>
                  <a:srgbClr val="475569"/>
                </a:solidFill>
              </a:rPr>
              <a:t>: </a:t>
            </a:r>
            <a:r>
              <a:rPr lang="fr-FR" sz="900" b="0" i="0" err="1">
                <a:solidFill>
                  <a:srgbClr val="475569"/>
                </a:solidFill>
              </a:rPr>
              <a:t>int</a:t>
            </a:r>
            <a:endParaRPr lang="fr-FR" sz="900" b="0" i="0">
              <a:solidFill>
                <a:srgbClr val="475569"/>
              </a:solidFill>
            </a:endParaRPr>
          </a:p>
        </p:txBody>
      </p:sp>
      <p:sp>
        <p:nvSpPr>
          <p:cNvPr id="49" name="TextBox 48">
            <a:extLst>
              <a:ext uri="{FF2B5EF4-FFF2-40B4-BE49-F238E27FC236}">
                <a16:creationId xmlns:a16="http://schemas.microsoft.com/office/drawing/2014/main" id="{C84050D7-E92B-FB2F-542E-2B5B3C32D413}"/>
              </a:ext>
            </a:extLst>
          </p:cNvPr>
          <p:cNvSpPr txBox="1"/>
          <p:nvPr/>
        </p:nvSpPr>
        <p:spPr>
          <a:xfrm>
            <a:off x="4705923" y="2360429"/>
            <a:ext cx="1920239" cy="230832"/>
          </a:xfrm>
          <a:prstGeom prst="rect">
            <a:avLst/>
          </a:prstGeom>
          <a:noFill/>
          <a:ln>
            <a:noFill/>
          </a:ln>
        </p:spPr>
        <p:txBody>
          <a:bodyPr wrap="square">
            <a:spAutoFit/>
          </a:bodyPr>
          <a:lstStyle/>
          <a:p>
            <a:pPr algn="l">
              <a:defRPr>
                <a:solidFill>
                  <a:srgbClr val="0F172A"/>
                </a:solidFill>
              </a:defRPr>
            </a:pPr>
            <a:r>
              <a:rPr lang="fr-FR" sz="900" b="1">
                <a:solidFill>
                  <a:srgbClr val="475569"/>
                </a:solidFill>
              </a:rPr>
              <a:t>g</a:t>
            </a:r>
            <a:r>
              <a:rPr lang="fr-FR" sz="900" b="1" i="0">
                <a:solidFill>
                  <a:srgbClr val="475569"/>
                </a:solidFill>
              </a:rPr>
              <a:t>roup</a:t>
            </a:r>
            <a:r>
              <a:rPr lang="fr-FR" sz="900" b="0" i="0">
                <a:solidFill>
                  <a:srgbClr val="475569"/>
                </a:solidFill>
              </a:rPr>
              <a:t>: List[Group</a:t>
            </a:r>
          </a:p>
        </p:txBody>
      </p:sp>
      <p:sp>
        <p:nvSpPr>
          <p:cNvPr id="50" name="Rectangle 49">
            <a:extLst>
              <a:ext uri="{FF2B5EF4-FFF2-40B4-BE49-F238E27FC236}">
                <a16:creationId xmlns:a16="http://schemas.microsoft.com/office/drawing/2014/main" id="{28791A2E-F2C4-6B2D-21CC-256A824431CA}"/>
              </a:ext>
            </a:extLst>
          </p:cNvPr>
          <p:cNvSpPr/>
          <p:nvPr/>
        </p:nvSpPr>
        <p:spPr>
          <a:xfrm>
            <a:off x="4611453" y="555312"/>
            <a:ext cx="2195959" cy="962667"/>
          </a:xfrm>
          <a:prstGeom prst="rect">
            <a:avLst/>
          </a:prstGeom>
          <a:solidFill>
            <a:srgbClr val="EAF1FB"/>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1" name="TextBox 50">
            <a:extLst>
              <a:ext uri="{FF2B5EF4-FFF2-40B4-BE49-F238E27FC236}">
                <a16:creationId xmlns:a16="http://schemas.microsoft.com/office/drawing/2014/main" id="{740EA058-33DD-A49B-40AF-FF702E6F8DF5}"/>
              </a:ext>
            </a:extLst>
          </p:cNvPr>
          <p:cNvSpPr txBox="1"/>
          <p:nvPr/>
        </p:nvSpPr>
        <p:spPr>
          <a:xfrm>
            <a:off x="4697994" y="606072"/>
            <a:ext cx="2046411" cy="892552"/>
          </a:xfrm>
          <a:prstGeom prst="rect">
            <a:avLst/>
          </a:prstGeom>
          <a:noFill/>
          <a:ln>
            <a:noFill/>
          </a:ln>
        </p:spPr>
        <p:txBody>
          <a:bodyPr wrap="square">
            <a:spAutoFit/>
          </a:bodyPr>
          <a:lstStyle/>
          <a:p>
            <a:pPr algn="ctr">
              <a:defRPr>
                <a:solidFill>
                  <a:srgbClr val="0F172A"/>
                </a:solidFill>
              </a:defRPr>
            </a:pPr>
            <a:r>
              <a:rPr lang="fr-FR" sz="1300" b="0" i="1" dirty="0">
                <a:solidFill>
                  <a:srgbClr val="FF0000"/>
                </a:solidFill>
              </a:rPr>
              <a:t>Interface commune → ajouter  des scénarios et des contraintes assez simplement</a:t>
            </a:r>
          </a:p>
        </p:txBody>
      </p:sp>
      <p:sp>
        <p:nvSpPr>
          <p:cNvPr id="59" name="Rectangle 58">
            <a:extLst>
              <a:ext uri="{FF2B5EF4-FFF2-40B4-BE49-F238E27FC236}">
                <a16:creationId xmlns:a16="http://schemas.microsoft.com/office/drawing/2014/main" id="{C42DECC9-200F-327B-6FCF-CA27362495DE}"/>
              </a:ext>
            </a:extLst>
          </p:cNvPr>
          <p:cNvSpPr/>
          <p:nvPr/>
        </p:nvSpPr>
        <p:spPr>
          <a:xfrm>
            <a:off x="6576645" y="57351"/>
            <a:ext cx="2501880" cy="788661"/>
          </a:xfrm>
          <a:prstGeom prst="rect">
            <a:avLst/>
          </a:prstGeom>
          <a:solidFill>
            <a:srgbClr val="EAF1FB"/>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1" name="TextBox 50">
            <a:extLst>
              <a:ext uri="{FF2B5EF4-FFF2-40B4-BE49-F238E27FC236}">
                <a16:creationId xmlns:a16="http://schemas.microsoft.com/office/drawing/2014/main" id="{7E610FE8-29BF-FECC-8C0C-D94C02CD5D46}"/>
              </a:ext>
            </a:extLst>
          </p:cNvPr>
          <p:cNvSpPr txBox="1"/>
          <p:nvPr/>
        </p:nvSpPr>
        <p:spPr>
          <a:xfrm>
            <a:off x="6645440" y="106588"/>
            <a:ext cx="2355284" cy="692497"/>
          </a:xfrm>
          <a:prstGeom prst="rect">
            <a:avLst/>
          </a:prstGeom>
          <a:noFill/>
          <a:ln>
            <a:noFill/>
          </a:ln>
        </p:spPr>
        <p:txBody>
          <a:bodyPr wrap="square">
            <a:spAutoFit/>
          </a:bodyPr>
          <a:lstStyle/>
          <a:p>
            <a:pPr algn="ctr">
              <a:defRPr>
                <a:solidFill>
                  <a:srgbClr val="0F172A"/>
                </a:solidFill>
              </a:defRPr>
            </a:pPr>
            <a:r>
              <a:rPr lang="fr-FR" sz="1300" b="0" i="1" dirty="0">
                <a:solidFill>
                  <a:srgbClr val="FF0000"/>
                </a:solidFill>
              </a:rPr>
              <a:t>Nous avons décidé de travailler en heures réelles et non en slots abstraits comme précédemment</a:t>
            </a:r>
          </a:p>
        </p:txBody>
      </p:sp>
      <p:sp>
        <p:nvSpPr>
          <p:cNvPr id="56" name="Espace réservé du numéro de diapositive 55">
            <a:extLst>
              <a:ext uri="{FF2B5EF4-FFF2-40B4-BE49-F238E27FC236}">
                <a16:creationId xmlns:a16="http://schemas.microsoft.com/office/drawing/2014/main" id="{860BF6B1-342F-AB86-AAF8-1010040A4810}"/>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20</a:t>
            </a:fld>
            <a:endParaRPr lang="en-US"/>
          </a:p>
        </p:txBody>
      </p:sp>
      <p:sp>
        <p:nvSpPr>
          <p:cNvPr id="54" name="TextBox 11">
            <a:extLst>
              <a:ext uri="{FF2B5EF4-FFF2-40B4-BE49-F238E27FC236}">
                <a16:creationId xmlns:a16="http://schemas.microsoft.com/office/drawing/2014/main" id="{9F17962A-A00B-1FB7-F5E5-DCEDB6A8FDD4}"/>
              </a:ext>
            </a:extLst>
          </p:cNvPr>
          <p:cNvSpPr txBox="1"/>
          <p:nvPr/>
        </p:nvSpPr>
        <p:spPr>
          <a:xfrm>
            <a:off x="316135" y="2182789"/>
            <a:ext cx="1783080" cy="230832"/>
          </a:xfrm>
          <a:prstGeom prst="rect">
            <a:avLst/>
          </a:prstGeom>
          <a:noFill/>
          <a:ln>
            <a:noFill/>
          </a:ln>
        </p:spPr>
        <p:txBody>
          <a:bodyPr wrap="square">
            <a:spAutoFit/>
          </a:bodyPr>
          <a:lstStyle/>
          <a:p>
            <a:pPr algn="l">
              <a:defRPr>
                <a:solidFill>
                  <a:srgbClr val="0F172A"/>
                </a:solidFill>
              </a:defRPr>
            </a:pPr>
            <a:r>
              <a:rPr lang="fr-FR" sz="900" b="1" err="1">
                <a:solidFill>
                  <a:srgbClr val="475569"/>
                </a:solidFill>
              </a:rPr>
              <a:t>s</a:t>
            </a:r>
            <a:r>
              <a:rPr lang="fr-FR" sz="900" b="1" i="0" err="1">
                <a:solidFill>
                  <a:srgbClr val="475569"/>
                </a:solidFill>
              </a:rPr>
              <a:t>ession_room_types</a:t>
            </a:r>
            <a:r>
              <a:rPr lang="fr-FR" sz="900" b="0" i="0">
                <a:solidFill>
                  <a:srgbClr val="475569"/>
                </a:solidFill>
              </a:rPr>
              <a:t>: dict[</a:t>
            </a:r>
            <a:r>
              <a:rPr lang="fr-FR" sz="900" b="0" i="0" err="1">
                <a:solidFill>
                  <a:srgbClr val="475569"/>
                </a:solidFill>
              </a:rPr>
              <a:t>int</a:t>
            </a:r>
            <a:r>
              <a:rPr lang="fr-FR" sz="900" b="0" i="0">
                <a:solidFill>
                  <a:srgbClr val="475569"/>
                </a:solidFill>
              </a:rPr>
              <a:t>, </a:t>
            </a:r>
            <a:r>
              <a:rPr lang="fr-FR" sz="900" b="0" i="0" err="1">
                <a:solidFill>
                  <a:srgbClr val="475569"/>
                </a:solidFill>
              </a:rPr>
              <a:t>str</a:t>
            </a:r>
            <a:r>
              <a:rPr lang="fr-FR" sz="900" b="0" i="0">
                <a:solidFill>
                  <a:srgbClr val="475569"/>
                </a:solidFill>
              </a:rPr>
              <a:t>]</a:t>
            </a:r>
          </a:p>
        </p:txBody>
      </p:sp>
      <p:sp>
        <p:nvSpPr>
          <p:cNvPr id="58" name="TextBox 11">
            <a:extLst>
              <a:ext uri="{FF2B5EF4-FFF2-40B4-BE49-F238E27FC236}">
                <a16:creationId xmlns:a16="http://schemas.microsoft.com/office/drawing/2014/main" id="{8259F8A6-7B4B-6BFD-D0AC-D0FAC3EEE788}"/>
              </a:ext>
            </a:extLst>
          </p:cNvPr>
          <p:cNvSpPr txBox="1"/>
          <p:nvPr/>
        </p:nvSpPr>
        <p:spPr>
          <a:xfrm>
            <a:off x="312231" y="2350816"/>
            <a:ext cx="1783080" cy="230832"/>
          </a:xfrm>
          <a:prstGeom prst="rect">
            <a:avLst/>
          </a:prstGeom>
          <a:noFill/>
          <a:ln>
            <a:noFill/>
          </a:ln>
        </p:spPr>
        <p:txBody>
          <a:bodyPr wrap="square">
            <a:spAutoFit/>
          </a:bodyPr>
          <a:lstStyle/>
          <a:p>
            <a:pPr algn="l">
              <a:defRPr>
                <a:solidFill>
                  <a:srgbClr val="0F172A"/>
                </a:solidFill>
              </a:defRPr>
            </a:pPr>
            <a:r>
              <a:rPr lang="fr-FR" sz="900" b="1" err="1">
                <a:solidFill>
                  <a:srgbClr val="475569"/>
                </a:solidFill>
              </a:rPr>
              <a:t>o</a:t>
            </a:r>
            <a:r>
              <a:rPr lang="fr-FR" sz="900" b="1" i="0" err="1">
                <a:solidFill>
                  <a:srgbClr val="475569"/>
                </a:solidFill>
              </a:rPr>
              <a:t>rdering_preference</a:t>
            </a:r>
            <a:r>
              <a:rPr lang="fr-FR" sz="900" b="0" i="0">
                <a:solidFill>
                  <a:srgbClr val="475569"/>
                </a:solidFill>
              </a:rPr>
              <a:t>: </a:t>
            </a:r>
            <a:r>
              <a:rPr lang="fr-FR" sz="900" err="1">
                <a:solidFill>
                  <a:srgbClr val="475569"/>
                </a:solidFill>
              </a:rPr>
              <a:t>str</a:t>
            </a:r>
            <a:endParaRPr lang="fr-FR" sz="900" b="0" i="0">
              <a:solidFill>
                <a:srgbClr val="475569"/>
              </a:solidFill>
            </a:endParaRPr>
          </a:p>
        </p:txBody>
      </p:sp>
      <p:sp>
        <p:nvSpPr>
          <p:cNvPr id="62" name="TextBox 11">
            <a:extLst>
              <a:ext uri="{FF2B5EF4-FFF2-40B4-BE49-F238E27FC236}">
                <a16:creationId xmlns:a16="http://schemas.microsoft.com/office/drawing/2014/main" id="{B60C2790-DBE3-A654-530B-507490DECA4D}"/>
              </a:ext>
            </a:extLst>
          </p:cNvPr>
          <p:cNvSpPr txBox="1"/>
          <p:nvPr/>
        </p:nvSpPr>
        <p:spPr>
          <a:xfrm>
            <a:off x="316135" y="2526662"/>
            <a:ext cx="1783080" cy="230832"/>
          </a:xfrm>
          <a:prstGeom prst="rect">
            <a:avLst/>
          </a:prstGeom>
          <a:noFill/>
          <a:ln>
            <a:noFill/>
          </a:ln>
        </p:spPr>
        <p:txBody>
          <a:bodyPr wrap="square">
            <a:spAutoFit/>
          </a:bodyPr>
          <a:lstStyle/>
          <a:p>
            <a:pPr algn="l">
              <a:defRPr>
                <a:solidFill>
                  <a:srgbClr val="0F172A"/>
                </a:solidFill>
              </a:defRPr>
            </a:pPr>
            <a:r>
              <a:rPr lang="fr-FR" sz="900" b="1" err="1">
                <a:solidFill>
                  <a:srgbClr val="475569"/>
                </a:solidFill>
              </a:rPr>
              <a:t>dept</a:t>
            </a:r>
            <a:r>
              <a:rPr lang="fr-FR" sz="900">
                <a:solidFill>
                  <a:srgbClr val="475569"/>
                </a:solidFill>
              </a:rPr>
              <a:t>: </a:t>
            </a:r>
            <a:r>
              <a:rPr lang="fr-FR" sz="900" err="1">
                <a:solidFill>
                  <a:srgbClr val="475569"/>
                </a:solidFill>
              </a:rPr>
              <a:t>str</a:t>
            </a:r>
            <a:endParaRPr lang="fr-FR" sz="900" b="0" i="0">
              <a:solidFill>
                <a:srgbClr val="475569"/>
              </a:solidFill>
            </a:endParaRPr>
          </a:p>
        </p:txBody>
      </p:sp>
      <p:sp>
        <p:nvSpPr>
          <p:cNvPr id="64" name="TextBox 21">
            <a:extLst>
              <a:ext uri="{FF2B5EF4-FFF2-40B4-BE49-F238E27FC236}">
                <a16:creationId xmlns:a16="http://schemas.microsoft.com/office/drawing/2014/main" id="{1A5664FB-216C-55FE-EBE1-9D00D8E43D4E}"/>
              </a:ext>
            </a:extLst>
          </p:cNvPr>
          <p:cNvSpPr txBox="1"/>
          <p:nvPr/>
        </p:nvSpPr>
        <p:spPr>
          <a:xfrm>
            <a:off x="316138" y="4774425"/>
            <a:ext cx="1783080" cy="230832"/>
          </a:xfrm>
          <a:prstGeom prst="rect">
            <a:avLst/>
          </a:prstGeom>
          <a:noFill/>
          <a:ln>
            <a:noFill/>
          </a:ln>
        </p:spPr>
        <p:txBody>
          <a:bodyPr wrap="square">
            <a:spAutoFit/>
          </a:bodyPr>
          <a:lstStyle/>
          <a:p>
            <a:pPr algn="l">
              <a:defRPr>
                <a:solidFill>
                  <a:srgbClr val="0F172A"/>
                </a:solidFill>
              </a:defRPr>
            </a:pPr>
            <a:r>
              <a:rPr lang="fr-FR" sz="900" b="1">
                <a:solidFill>
                  <a:srgbClr val="475569"/>
                </a:solidFill>
              </a:rPr>
              <a:t>bat</a:t>
            </a:r>
            <a:r>
              <a:rPr lang="fr-FR" sz="900">
                <a:solidFill>
                  <a:srgbClr val="475569"/>
                </a:solidFill>
              </a:rPr>
              <a:t>: </a:t>
            </a:r>
            <a:r>
              <a:rPr lang="fr-FR" sz="900" b="0" i="0" err="1">
                <a:solidFill>
                  <a:srgbClr val="475569"/>
                </a:solidFill>
              </a:rPr>
              <a:t>str</a:t>
            </a:r>
            <a:endParaRPr lang="fr-FR" sz="900" b="0" i="0">
              <a:solidFill>
                <a:srgbClr val="475569"/>
              </a:solidFill>
            </a:endParaRPr>
          </a:p>
        </p:txBody>
      </p:sp>
      <p:sp>
        <p:nvSpPr>
          <p:cNvPr id="66" name="TextBox 6">
            <a:extLst>
              <a:ext uri="{FF2B5EF4-FFF2-40B4-BE49-F238E27FC236}">
                <a16:creationId xmlns:a16="http://schemas.microsoft.com/office/drawing/2014/main" id="{D9AA0625-42E6-75D4-42CE-9B11E773C823}"/>
              </a:ext>
            </a:extLst>
          </p:cNvPr>
          <p:cNvSpPr txBox="1"/>
          <p:nvPr/>
        </p:nvSpPr>
        <p:spPr>
          <a:xfrm>
            <a:off x="2520067" y="1293376"/>
            <a:ext cx="1783080" cy="230832"/>
          </a:xfrm>
          <a:prstGeom prst="rect">
            <a:avLst/>
          </a:prstGeom>
          <a:noFill/>
          <a:ln>
            <a:noFill/>
          </a:ln>
        </p:spPr>
        <p:txBody>
          <a:bodyPr wrap="square">
            <a:spAutoFit/>
          </a:bodyPr>
          <a:lstStyle/>
          <a:p>
            <a:pPr algn="l">
              <a:defRPr>
                <a:solidFill>
                  <a:srgbClr val="0F172A"/>
                </a:solidFill>
              </a:defRPr>
            </a:pPr>
            <a:r>
              <a:rPr lang="fr-FR" sz="900" b="1" i="0">
                <a:solidFill>
                  <a:srgbClr val="475569"/>
                </a:solidFill>
              </a:rPr>
              <a:t>id</a:t>
            </a:r>
            <a:r>
              <a:rPr lang="fr-FR" sz="900" b="0" i="0">
                <a:solidFill>
                  <a:srgbClr val="475569"/>
                </a:solidFill>
              </a:rPr>
              <a:t>, </a:t>
            </a:r>
            <a:r>
              <a:rPr lang="fr-FR" sz="900" b="1" i="0" err="1">
                <a:solidFill>
                  <a:srgbClr val="475569"/>
                </a:solidFill>
              </a:rPr>
              <a:t>name</a:t>
            </a:r>
            <a:r>
              <a:rPr lang="fr-FR" sz="900" b="0" i="0">
                <a:solidFill>
                  <a:srgbClr val="475569"/>
                </a:solidFill>
              </a:rPr>
              <a:t>: </a:t>
            </a:r>
            <a:r>
              <a:rPr lang="fr-FR" sz="900" b="0" i="0" err="1">
                <a:solidFill>
                  <a:srgbClr val="475569"/>
                </a:solidFill>
              </a:rPr>
              <a:t>str</a:t>
            </a:r>
            <a:r>
              <a:rPr lang="fr-FR" sz="900" b="0" i="0">
                <a:solidFill>
                  <a:srgbClr val="475569"/>
                </a:solidFill>
              </a:rPr>
              <a:t>, </a:t>
            </a:r>
            <a:r>
              <a:rPr lang="fr-FR" sz="900" b="0" i="0" err="1">
                <a:solidFill>
                  <a:srgbClr val="475569"/>
                </a:solidFill>
              </a:rPr>
              <a:t>str</a:t>
            </a:r>
            <a:endParaRPr lang="fr-FR" sz="900" b="0" i="0">
              <a:solidFill>
                <a:srgbClr val="475569"/>
              </a:solidFill>
            </a:endParaRPr>
          </a:p>
        </p:txBody>
      </p:sp>
      <p:sp>
        <p:nvSpPr>
          <p:cNvPr id="68" name="TextBox 7">
            <a:extLst>
              <a:ext uri="{FF2B5EF4-FFF2-40B4-BE49-F238E27FC236}">
                <a16:creationId xmlns:a16="http://schemas.microsoft.com/office/drawing/2014/main" id="{FE758485-3217-E6E5-5831-24791FD46D9B}"/>
              </a:ext>
            </a:extLst>
          </p:cNvPr>
          <p:cNvSpPr txBox="1"/>
          <p:nvPr/>
        </p:nvSpPr>
        <p:spPr>
          <a:xfrm>
            <a:off x="2520067" y="1463442"/>
            <a:ext cx="1783080" cy="230832"/>
          </a:xfrm>
          <a:prstGeom prst="rect">
            <a:avLst/>
          </a:prstGeom>
          <a:noFill/>
          <a:ln>
            <a:noFill/>
          </a:ln>
        </p:spPr>
        <p:txBody>
          <a:bodyPr wrap="square">
            <a:spAutoFit/>
          </a:bodyPr>
          <a:lstStyle/>
          <a:p>
            <a:pPr algn="l">
              <a:defRPr>
                <a:solidFill>
                  <a:srgbClr val="0F172A"/>
                </a:solidFill>
              </a:defRPr>
            </a:pPr>
            <a:r>
              <a:rPr lang="fr-FR" sz="900" b="1" i="0">
                <a:solidFill>
                  <a:srgbClr val="475569"/>
                </a:solidFill>
              </a:rPr>
              <a:t>courses</a:t>
            </a:r>
            <a:r>
              <a:rPr lang="fr-FR" sz="900" b="0" i="0">
                <a:solidFill>
                  <a:srgbClr val="475569"/>
                </a:solidFill>
              </a:rPr>
              <a:t>: List[</a:t>
            </a:r>
            <a:r>
              <a:rPr lang="fr-FR" sz="900" b="0" i="0" err="1">
                <a:solidFill>
                  <a:srgbClr val="475569"/>
                </a:solidFill>
              </a:rPr>
              <a:t>int</a:t>
            </a:r>
            <a:r>
              <a:rPr lang="fr-FR" sz="900" b="0" i="0">
                <a:solidFill>
                  <a:srgbClr val="475569"/>
                </a:solidFill>
              </a:rPr>
              <a:t>]</a:t>
            </a:r>
          </a:p>
        </p:txBody>
      </p:sp>
      <p:sp>
        <p:nvSpPr>
          <p:cNvPr id="70" name="TextBox 8">
            <a:extLst>
              <a:ext uri="{FF2B5EF4-FFF2-40B4-BE49-F238E27FC236}">
                <a16:creationId xmlns:a16="http://schemas.microsoft.com/office/drawing/2014/main" id="{53CF2AAC-33C5-887F-72B1-179B8D6460C9}"/>
              </a:ext>
            </a:extLst>
          </p:cNvPr>
          <p:cNvSpPr txBox="1"/>
          <p:nvPr/>
        </p:nvSpPr>
        <p:spPr>
          <a:xfrm>
            <a:off x="2520067" y="1633509"/>
            <a:ext cx="1783080" cy="230832"/>
          </a:xfrm>
          <a:prstGeom prst="rect">
            <a:avLst/>
          </a:prstGeom>
          <a:noFill/>
          <a:ln>
            <a:noFill/>
          </a:ln>
        </p:spPr>
        <p:txBody>
          <a:bodyPr wrap="square">
            <a:spAutoFit/>
          </a:bodyPr>
          <a:lstStyle/>
          <a:p>
            <a:pPr algn="l">
              <a:defRPr>
                <a:solidFill>
                  <a:srgbClr val="0F172A"/>
                </a:solidFill>
              </a:defRPr>
            </a:pPr>
            <a:r>
              <a:rPr lang="fr-FR" sz="900" b="1" err="1">
                <a:solidFill>
                  <a:srgbClr val="475569"/>
                </a:solidFill>
              </a:rPr>
              <a:t>teacher_type</a:t>
            </a:r>
            <a:r>
              <a:rPr lang="fr-FR" sz="900">
                <a:solidFill>
                  <a:srgbClr val="475569"/>
                </a:solidFill>
              </a:rPr>
              <a:t>:</a:t>
            </a:r>
            <a:r>
              <a:rPr lang="fr-FR" sz="900" b="0" i="0">
                <a:solidFill>
                  <a:srgbClr val="475569"/>
                </a:solidFill>
              </a:rPr>
              <a:t> </a:t>
            </a:r>
            <a:r>
              <a:rPr lang="fr-FR" sz="900" b="0" i="0" err="1">
                <a:solidFill>
                  <a:srgbClr val="475569"/>
                </a:solidFill>
              </a:rPr>
              <a:t>str</a:t>
            </a:r>
            <a:endParaRPr lang="fr-FR" sz="900" b="0" i="0">
              <a:solidFill>
                <a:srgbClr val="475569"/>
              </a:solidFill>
            </a:endParaRPr>
          </a:p>
        </p:txBody>
      </p:sp>
      <p:sp>
        <p:nvSpPr>
          <p:cNvPr id="72" name="TextBox 10">
            <a:extLst>
              <a:ext uri="{FF2B5EF4-FFF2-40B4-BE49-F238E27FC236}">
                <a16:creationId xmlns:a16="http://schemas.microsoft.com/office/drawing/2014/main" id="{A19DF8D0-D335-0F7E-4B6D-28EB01D8C9D5}"/>
              </a:ext>
            </a:extLst>
          </p:cNvPr>
          <p:cNvSpPr txBox="1"/>
          <p:nvPr/>
        </p:nvSpPr>
        <p:spPr>
          <a:xfrm>
            <a:off x="2520067" y="1809519"/>
            <a:ext cx="1783080" cy="230832"/>
          </a:xfrm>
          <a:prstGeom prst="rect">
            <a:avLst/>
          </a:prstGeom>
          <a:noFill/>
          <a:ln>
            <a:noFill/>
          </a:ln>
        </p:spPr>
        <p:txBody>
          <a:bodyPr wrap="square">
            <a:spAutoFit/>
          </a:bodyPr>
          <a:lstStyle/>
          <a:p>
            <a:pPr algn="l">
              <a:defRPr>
                <a:solidFill>
                  <a:srgbClr val="0F172A"/>
                </a:solidFill>
              </a:defRPr>
            </a:pPr>
            <a:r>
              <a:rPr lang="fr-FR" sz="900" b="1" err="1">
                <a:solidFill>
                  <a:srgbClr val="475569"/>
                </a:solidFill>
              </a:rPr>
              <a:t>max_hours</a:t>
            </a:r>
            <a:r>
              <a:rPr lang="fr-FR" sz="900" b="0" i="0">
                <a:solidFill>
                  <a:srgbClr val="475569"/>
                </a:solidFill>
              </a:rPr>
              <a:t>: </a:t>
            </a:r>
            <a:r>
              <a:rPr lang="fr-FR" sz="900" b="0" i="0" err="1">
                <a:solidFill>
                  <a:srgbClr val="475569"/>
                </a:solidFill>
              </a:rPr>
              <a:t>float</a:t>
            </a:r>
            <a:endParaRPr lang="fr-FR" sz="900" b="0" i="0">
              <a:solidFill>
                <a:srgbClr val="475569"/>
              </a:solidFill>
            </a:endParaRPr>
          </a:p>
        </p:txBody>
      </p:sp>
      <p:sp>
        <p:nvSpPr>
          <p:cNvPr id="74" name="TextBox 11">
            <a:extLst>
              <a:ext uri="{FF2B5EF4-FFF2-40B4-BE49-F238E27FC236}">
                <a16:creationId xmlns:a16="http://schemas.microsoft.com/office/drawing/2014/main" id="{428AE295-9505-0ACC-7166-39B7A1C3EB1D}"/>
              </a:ext>
            </a:extLst>
          </p:cNvPr>
          <p:cNvSpPr txBox="1"/>
          <p:nvPr/>
        </p:nvSpPr>
        <p:spPr>
          <a:xfrm>
            <a:off x="2520067" y="1979582"/>
            <a:ext cx="1783080" cy="230832"/>
          </a:xfrm>
          <a:prstGeom prst="rect">
            <a:avLst/>
          </a:prstGeom>
          <a:noFill/>
          <a:ln>
            <a:noFill/>
          </a:ln>
        </p:spPr>
        <p:txBody>
          <a:bodyPr wrap="square">
            <a:spAutoFit/>
          </a:bodyPr>
          <a:lstStyle/>
          <a:p>
            <a:pPr algn="l">
              <a:defRPr>
                <a:solidFill>
                  <a:srgbClr val="0F172A"/>
                </a:solidFill>
              </a:defRPr>
            </a:pPr>
            <a:r>
              <a:rPr lang="fr-FR" sz="900" b="1" err="1">
                <a:solidFill>
                  <a:srgbClr val="475569"/>
                </a:solidFill>
              </a:rPr>
              <a:t>p</a:t>
            </a:r>
            <a:r>
              <a:rPr lang="fr-FR" sz="900" b="1" i="0" err="1">
                <a:solidFill>
                  <a:srgbClr val="475569"/>
                </a:solidFill>
              </a:rPr>
              <a:t>ossible_classes</a:t>
            </a:r>
            <a:r>
              <a:rPr lang="fr-FR" sz="900" b="0" i="0">
                <a:solidFill>
                  <a:srgbClr val="475569"/>
                </a:solidFill>
              </a:rPr>
              <a:t>: dict[</a:t>
            </a:r>
            <a:r>
              <a:rPr lang="fr-FR" sz="900" b="0" i="0" err="1">
                <a:solidFill>
                  <a:srgbClr val="475569"/>
                </a:solidFill>
              </a:rPr>
              <a:t>str,float</a:t>
            </a:r>
            <a:r>
              <a:rPr lang="fr-FR" sz="900" b="0" i="0">
                <a:solidFill>
                  <a:srgbClr val="475569"/>
                </a:solidFill>
              </a:rPr>
              <a:t>]</a:t>
            </a:r>
          </a:p>
        </p:txBody>
      </p:sp>
      <p:sp>
        <p:nvSpPr>
          <p:cNvPr id="76" name="TextBox 11">
            <a:extLst>
              <a:ext uri="{FF2B5EF4-FFF2-40B4-BE49-F238E27FC236}">
                <a16:creationId xmlns:a16="http://schemas.microsoft.com/office/drawing/2014/main" id="{DA92ECDB-3567-D177-EFCC-D93D74F789A3}"/>
              </a:ext>
            </a:extLst>
          </p:cNvPr>
          <p:cNvSpPr txBox="1"/>
          <p:nvPr/>
        </p:nvSpPr>
        <p:spPr>
          <a:xfrm>
            <a:off x="2523978" y="2147609"/>
            <a:ext cx="1783080"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dept</a:t>
            </a:r>
            <a:r>
              <a:rPr lang="fr-FR" sz="900" b="0" i="0">
                <a:solidFill>
                  <a:srgbClr val="475569"/>
                </a:solidFill>
              </a:rPr>
              <a:t>: </a:t>
            </a:r>
            <a:r>
              <a:rPr lang="fr-FR" sz="900" b="0" i="0" err="1">
                <a:solidFill>
                  <a:srgbClr val="475569"/>
                </a:solidFill>
              </a:rPr>
              <a:t>str</a:t>
            </a:r>
            <a:endParaRPr lang="fr-FR" sz="900" b="0" i="0">
              <a:solidFill>
                <a:srgbClr val="475569"/>
              </a:solidFill>
            </a:endParaRPr>
          </a:p>
        </p:txBody>
      </p:sp>
      <p:sp>
        <p:nvSpPr>
          <p:cNvPr id="78" name="TextBox 6">
            <a:extLst>
              <a:ext uri="{FF2B5EF4-FFF2-40B4-BE49-F238E27FC236}">
                <a16:creationId xmlns:a16="http://schemas.microsoft.com/office/drawing/2014/main" id="{D7B109FE-7ED5-570E-368A-7727F390B861}"/>
              </a:ext>
            </a:extLst>
          </p:cNvPr>
          <p:cNvSpPr txBox="1"/>
          <p:nvPr/>
        </p:nvSpPr>
        <p:spPr>
          <a:xfrm>
            <a:off x="2520881" y="2952994"/>
            <a:ext cx="1783080" cy="230832"/>
          </a:xfrm>
          <a:prstGeom prst="rect">
            <a:avLst/>
          </a:prstGeom>
          <a:noFill/>
          <a:ln>
            <a:noFill/>
          </a:ln>
        </p:spPr>
        <p:txBody>
          <a:bodyPr wrap="square">
            <a:spAutoFit/>
          </a:bodyPr>
          <a:lstStyle/>
          <a:p>
            <a:pPr algn="l">
              <a:defRPr>
                <a:solidFill>
                  <a:srgbClr val="0F172A"/>
                </a:solidFill>
              </a:defRPr>
            </a:pPr>
            <a:r>
              <a:rPr lang="fr-FR" sz="900" b="1">
                <a:solidFill>
                  <a:srgbClr val="475569"/>
                </a:solidFill>
              </a:rPr>
              <a:t>i</a:t>
            </a:r>
            <a:r>
              <a:rPr lang="fr-FR" sz="900" b="1" i="0">
                <a:solidFill>
                  <a:srgbClr val="475569"/>
                </a:solidFill>
              </a:rPr>
              <a:t>d</a:t>
            </a:r>
            <a:r>
              <a:rPr lang="fr-FR" sz="900">
                <a:solidFill>
                  <a:srgbClr val="475569"/>
                </a:solidFill>
              </a:rPr>
              <a:t>: </a:t>
            </a:r>
            <a:r>
              <a:rPr lang="fr-FR" sz="900" err="1">
                <a:solidFill>
                  <a:srgbClr val="475569"/>
                </a:solidFill>
              </a:rPr>
              <a:t>str</a:t>
            </a:r>
            <a:endParaRPr lang="fr-FR" sz="900" b="0" i="0">
              <a:solidFill>
                <a:srgbClr val="475569"/>
              </a:solidFill>
            </a:endParaRPr>
          </a:p>
        </p:txBody>
      </p:sp>
      <p:sp>
        <p:nvSpPr>
          <p:cNvPr id="80" name="TextBox 7">
            <a:extLst>
              <a:ext uri="{FF2B5EF4-FFF2-40B4-BE49-F238E27FC236}">
                <a16:creationId xmlns:a16="http://schemas.microsoft.com/office/drawing/2014/main" id="{46F13BB2-B6D0-2793-059C-477C50A56E8F}"/>
              </a:ext>
            </a:extLst>
          </p:cNvPr>
          <p:cNvSpPr txBox="1"/>
          <p:nvPr/>
        </p:nvSpPr>
        <p:spPr>
          <a:xfrm>
            <a:off x="2520881" y="3123060"/>
            <a:ext cx="1783080"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headcount</a:t>
            </a:r>
            <a:r>
              <a:rPr lang="fr-FR" sz="900" b="0" i="0">
                <a:solidFill>
                  <a:srgbClr val="475569"/>
                </a:solidFill>
              </a:rPr>
              <a:t>: </a:t>
            </a:r>
            <a:r>
              <a:rPr lang="fr-FR" sz="900" b="0" i="0" err="1">
                <a:solidFill>
                  <a:srgbClr val="475569"/>
                </a:solidFill>
              </a:rPr>
              <a:t>int</a:t>
            </a:r>
            <a:endParaRPr lang="fr-FR" sz="900" b="0" i="0">
              <a:solidFill>
                <a:srgbClr val="475569"/>
              </a:solidFill>
            </a:endParaRPr>
          </a:p>
        </p:txBody>
      </p:sp>
      <p:sp>
        <p:nvSpPr>
          <p:cNvPr id="82" name="TextBox 8">
            <a:extLst>
              <a:ext uri="{FF2B5EF4-FFF2-40B4-BE49-F238E27FC236}">
                <a16:creationId xmlns:a16="http://schemas.microsoft.com/office/drawing/2014/main" id="{47C9B2C1-7F30-0DB6-9D3E-97161B4F1C37}"/>
              </a:ext>
            </a:extLst>
          </p:cNvPr>
          <p:cNvSpPr txBox="1"/>
          <p:nvPr/>
        </p:nvSpPr>
        <p:spPr>
          <a:xfrm>
            <a:off x="2520881" y="3293127"/>
            <a:ext cx="1783080" cy="230832"/>
          </a:xfrm>
          <a:prstGeom prst="rect">
            <a:avLst/>
          </a:prstGeom>
          <a:noFill/>
          <a:ln>
            <a:noFill/>
          </a:ln>
        </p:spPr>
        <p:txBody>
          <a:bodyPr wrap="square">
            <a:spAutoFit/>
          </a:bodyPr>
          <a:lstStyle/>
          <a:p>
            <a:pPr algn="l">
              <a:defRPr>
                <a:solidFill>
                  <a:srgbClr val="0F172A"/>
                </a:solidFill>
              </a:defRPr>
            </a:pPr>
            <a:r>
              <a:rPr lang="fr-FR" sz="900" b="1">
                <a:solidFill>
                  <a:srgbClr val="475569"/>
                </a:solidFill>
              </a:rPr>
              <a:t>parent</a:t>
            </a:r>
            <a:r>
              <a:rPr lang="fr-FR" sz="900">
                <a:solidFill>
                  <a:srgbClr val="475569"/>
                </a:solidFill>
              </a:rPr>
              <a:t>:</a:t>
            </a:r>
            <a:r>
              <a:rPr lang="fr-FR" sz="900" b="0" i="0">
                <a:solidFill>
                  <a:srgbClr val="475569"/>
                </a:solidFill>
              </a:rPr>
              <a:t> Group</a:t>
            </a:r>
          </a:p>
        </p:txBody>
      </p:sp>
      <p:sp>
        <p:nvSpPr>
          <p:cNvPr id="84" name="TextBox 10">
            <a:extLst>
              <a:ext uri="{FF2B5EF4-FFF2-40B4-BE49-F238E27FC236}">
                <a16:creationId xmlns:a16="http://schemas.microsoft.com/office/drawing/2014/main" id="{58776EE3-7784-D3F5-04ED-6B113B5D9395}"/>
              </a:ext>
            </a:extLst>
          </p:cNvPr>
          <p:cNvSpPr txBox="1"/>
          <p:nvPr/>
        </p:nvSpPr>
        <p:spPr>
          <a:xfrm>
            <a:off x="2520881" y="3469137"/>
            <a:ext cx="1865002" cy="230832"/>
          </a:xfrm>
          <a:prstGeom prst="rect">
            <a:avLst/>
          </a:prstGeom>
          <a:noFill/>
          <a:ln>
            <a:noFill/>
          </a:ln>
        </p:spPr>
        <p:txBody>
          <a:bodyPr wrap="square">
            <a:spAutoFit/>
          </a:bodyPr>
          <a:lstStyle/>
          <a:p>
            <a:pPr algn="l">
              <a:defRPr>
                <a:solidFill>
                  <a:srgbClr val="0F172A"/>
                </a:solidFill>
              </a:defRPr>
            </a:pPr>
            <a:r>
              <a:rPr lang="fr-FR" sz="900" b="1" err="1">
                <a:solidFill>
                  <a:srgbClr val="475569"/>
                </a:solidFill>
              </a:rPr>
              <a:t>s</a:t>
            </a:r>
            <a:r>
              <a:rPr lang="fr-FR" sz="900" b="1" i="0" err="1">
                <a:solidFill>
                  <a:srgbClr val="475569"/>
                </a:solidFill>
              </a:rPr>
              <a:t>ubgroups_ids</a:t>
            </a:r>
            <a:r>
              <a:rPr lang="fr-FR" sz="900" b="0" i="0">
                <a:solidFill>
                  <a:srgbClr val="475569"/>
                </a:solidFill>
              </a:rPr>
              <a:t>: </a:t>
            </a:r>
            <a:r>
              <a:rPr lang="fr-FR" sz="900" b="0" i="0" err="1">
                <a:solidFill>
                  <a:srgbClr val="475569"/>
                </a:solidFill>
              </a:rPr>
              <a:t>Optionnal</a:t>
            </a:r>
            <a:r>
              <a:rPr lang="fr-FR" sz="900" b="0" i="0">
                <a:solidFill>
                  <a:srgbClr val="475569"/>
                </a:solidFill>
              </a:rPr>
              <a:t>[List[</a:t>
            </a:r>
            <a:r>
              <a:rPr lang="fr-FR" sz="900" b="0" i="0" err="1">
                <a:solidFill>
                  <a:srgbClr val="475569"/>
                </a:solidFill>
              </a:rPr>
              <a:t>str</a:t>
            </a:r>
            <a:r>
              <a:rPr lang="fr-FR" sz="900" b="0" i="0">
                <a:solidFill>
                  <a:srgbClr val="475569"/>
                </a:solidFill>
              </a:rPr>
              <a:t>]]</a:t>
            </a:r>
          </a:p>
        </p:txBody>
      </p:sp>
      <p:sp>
        <p:nvSpPr>
          <p:cNvPr id="90" name="TextBox 6">
            <a:extLst>
              <a:ext uri="{FF2B5EF4-FFF2-40B4-BE49-F238E27FC236}">
                <a16:creationId xmlns:a16="http://schemas.microsoft.com/office/drawing/2014/main" id="{9C479B17-75D5-DB07-F952-DC51C8D412D3}"/>
              </a:ext>
            </a:extLst>
          </p:cNvPr>
          <p:cNvSpPr txBox="1"/>
          <p:nvPr/>
        </p:nvSpPr>
        <p:spPr>
          <a:xfrm>
            <a:off x="243734" y="3251711"/>
            <a:ext cx="1783080" cy="230832"/>
          </a:xfrm>
          <a:prstGeom prst="rect">
            <a:avLst/>
          </a:prstGeom>
          <a:noFill/>
          <a:ln>
            <a:noFill/>
          </a:ln>
        </p:spPr>
        <p:txBody>
          <a:bodyPr wrap="square">
            <a:spAutoFit/>
          </a:bodyPr>
          <a:lstStyle/>
          <a:p>
            <a:pPr algn="l">
              <a:defRPr>
                <a:solidFill>
                  <a:srgbClr val="0F172A"/>
                </a:solidFill>
              </a:defRPr>
            </a:pPr>
            <a:r>
              <a:rPr lang="fr-FR" sz="900" b="1" i="0">
                <a:solidFill>
                  <a:srgbClr val="475569"/>
                </a:solidFill>
              </a:rPr>
              <a:t>id</a:t>
            </a:r>
            <a:r>
              <a:rPr lang="fr-FR" sz="900" b="0" i="0">
                <a:solidFill>
                  <a:srgbClr val="475569"/>
                </a:solidFill>
              </a:rPr>
              <a:t>, </a:t>
            </a:r>
            <a:r>
              <a:rPr lang="fr-FR" sz="900" b="1" i="0" err="1">
                <a:solidFill>
                  <a:srgbClr val="475569"/>
                </a:solidFill>
              </a:rPr>
              <a:t>name</a:t>
            </a:r>
            <a:r>
              <a:rPr lang="fr-FR" sz="900" b="0" i="0">
                <a:solidFill>
                  <a:srgbClr val="475569"/>
                </a:solidFill>
              </a:rPr>
              <a:t>: </a:t>
            </a:r>
            <a:r>
              <a:rPr lang="fr-FR" sz="900" b="0" i="0" err="1">
                <a:solidFill>
                  <a:srgbClr val="475569"/>
                </a:solidFill>
              </a:rPr>
              <a:t>str</a:t>
            </a:r>
            <a:r>
              <a:rPr lang="fr-FR" sz="900" b="0" i="0">
                <a:solidFill>
                  <a:srgbClr val="475569"/>
                </a:solidFill>
              </a:rPr>
              <a:t>, </a:t>
            </a:r>
            <a:r>
              <a:rPr lang="fr-FR" sz="900" b="0" i="0" err="1">
                <a:solidFill>
                  <a:srgbClr val="475569"/>
                </a:solidFill>
              </a:rPr>
              <a:t>str</a:t>
            </a:r>
            <a:endParaRPr lang="fr-FR" sz="900" b="0" i="0">
              <a:solidFill>
                <a:srgbClr val="475569"/>
              </a:solidFill>
            </a:endParaRPr>
          </a:p>
        </p:txBody>
      </p:sp>
      <p:sp>
        <p:nvSpPr>
          <p:cNvPr id="92" name="TextBox 7">
            <a:extLst>
              <a:ext uri="{FF2B5EF4-FFF2-40B4-BE49-F238E27FC236}">
                <a16:creationId xmlns:a16="http://schemas.microsoft.com/office/drawing/2014/main" id="{F8338564-305E-3E21-1A86-C0B6BE2D9964}"/>
              </a:ext>
            </a:extLst>
          </p:cNvPr>
          <p:cNvSpPr txBox="1"/>
          <p:nvPr/>
        </p:nvSpPr>
        <p:spPr>
          <a:xfrm>
            <a:off x="243734" y="3421777"/>
            <a:ext cx="1783080" cy="230832"/>
          </a:xfrm>
          <a:prstGeom prst="rect">
            <a:avLst/>
          </a:prstGeom>
          <a:noFill/>
          <a:ln>
            <a:noFill/>
          </a:ln>
        </p:spPr>
        <p:txBody>
          <a:bodyPr wrap="square">
            <a:spAutoFit/>
          </a:bodyPr>
          <a:lstStyle/>
          <a:p>
            <a:pPr algn="l">
              <a:defRPr>
                <a:solidFill>
                  <a:srgbClr val="0F172A"/>
                </a:solidFill>
              </a:defRPr>
            </a:pPr>
            <a:r>
              <a:rPr lang="fr-FR" sz="900" b="1" err="1">
                <a:solidFill>
                  <a:srgbClr val="475569"/>
                </a:solidFill>
              </a:rPr>
              <a:t>t</a:t>
            </a:r>
            <a:r>
              <a:rPr lang="fr-FR" sz="900" b="1" i="0" err="1">
                <a:solidFill>
                  <a:srgbClr val="475569"/>
                </a:solidFill>
              </a:rPr>
              <a:t>eacher_ids</a:t>
            </a:r>
            <a:r>
              <a:rPr lang="fr-FR" sz="900" b="0" i="0">
                <a:solidFill>
                  <a:srgbClr val="475569"/>
                </a:solidFill>
              </a:rPr>
              <a:t>: List[</a:t>
            </a:r>
            <a:r>
              <a:rPr lang="fr-FR" sz="900" b="0" i="0" err="1">
                <a:solidFill>
                  <a:srgbClr val="475569"/>
                </a:solidFill>
              </a:rPr>
              <a:t>str</a:t>
            </a:r>
            <a:r>
              <a:rPr lang="fr-FR" sz="900" b="0" i="0">
                <a:solidFill>
                  <a:srgbClr val="475569"/>
                </a:solidFill>
              </a:rPr>
              <a:t>]</a:t>
            </a:r>
          </a:p>
        </p:txBody>
      </p:sp>
      <p:sp>
        <p:nvSpPr>
          <p:cNvPr id="94" name="TextBox 8">
            <a:extLst>
              <a:ext uri="{FF2B5EF4-FFF2-40B4-BE49-F238E27FC236}">
                <a16:creationId xmlns:a16="http://schemas.microsoft.com/office/drawing/2014/main" id="{4C7BBCC7-024D-3D07-53C5-9A948090B08A}"/>
              </a:ext>
            </a:extLst>
          </p:cNvPr>
          <p:cNvSpPr txBox="1"/>
          <p:nvPr/>
        </p:nvSpPr>
        <p:spPr>
          <a:xfrm>
            <a:off x="243734" y="3591844"/>
            <a:ext cx="1783080" cy="230832"/>
          </a:xfrm>
          <a:prstGeom prst="rect">
            <a:avLst/>
          </a:prstGeom>
          <a:noFill/>
          <a:ln>
            <a:noFill/>
          </a:ln>
        </p:spPr>
        <p:txBody>
          <a:bodyPr wrap="square">
            <a:spAutoFit/>
          </a:bodyPr>
          <a:lstStyle/>
          <a:p>
            <a:pPr algn="l">
              <a:defRPr>
                <a:solidFill>
                  <a:srgbClr val="0F172A"/>
                </a:solidFill>
              </a:defRPr>
            </a:pPr>
            <a:r>
              <a:rPr lang="fr-FR" sz="900" b="1" err="1">
                <a:solidFill>
                  <a:srgbClr val="475569"/>
                </a:solidFill>
              </a:rPr>
              <a:t>course_ids</a:t>
            </a:r>
            <a:r>
              <a:rPr lang="fr-FR" sz="900">
                <a:solidFill>
                  <a:srgbClr val="475569"/>
                </a:solidFill>
              </a:rPr>
              <a:t>:</a:t>
            </a:r>
            <a:r>
              <a:rPr lang="fr-FR" sz="900" b="0" i="0">
                <a:solidFill>
                  <a:srgbClr val="475569"/>
                </a:solidFill>
              </a:rPr>
              <a:t> List[</a:t>
            </a:r>
            <a:r>
              <a:rPr lang="fr-FR" sz="900" b="0" i="0" err="1">
                <a:solidFill>
                  <a:srgbClr val="475569"/>
                </a:solidFill>
              </a:rPr>
              <a:t>int</a:t>
            </a:r>
            <a:r>
              <a:rPr lang="fr-FR" sz="900" b="0" i="0">
                <a:solidFill>
                  <a:srgbClr val="475569"/>
                </a:solidFill>
              </a:rPr>
              <a:t>]</a:t>
            </a:r>
          </a:p>
        </p:txBody>
      </p:sp>
      <p:sp>
        <p:nvSpPr>
          <p:cNvPr id="102" name="TextBox 6">
            <a:extLst>
              <a:ext uri="{FF2B5EF4-FFF2-40B4-BE49-F238E27FC236}">
                <a16:creationId xmlns:a16="http://schemas.microsoft.com/office/drawing/2014/main" id="{2B46D55A-2049-586E-A62C-B2294FE3EDF0}"/>
              </a:ext>
            </a:extLst>
          </p:cNvPr>
          <p:cNvSpPr txBox="1"/>
          <p:nvPr/>
        </p:nvSpPr>
        <p:spPr>
          <a:xfrm>
            <a:off x="4713732" y="2514621"/>
            <a:ext cx="1783080" cy="230832"/>
          </a:xfrm>
          <a:prstGeom prst="rect">
            <a:avLst/>
          </a:prstGeom>
          <a:noFill/>
          <a:ln>
            <a:noFill/>
          </a:ln>
        </p:spPr>
        <p:txBody>
          <a:bodyPr wrap="square">
            <a:spAutoFit/>
          </a:bodyPr>
          <a:lstStyle/>
          <a:p>
            <a:pPr algn="l">
              <a:defRPr>
                <a:solidFill>
                  <a:srgbClr val="0F172A"/>
                </a:solidFill>
              </a:defRPr>
            </a:pPr>
            <a:r>
              <a:rPr lang="fr-FR" sz="900" b="1" err="1">
                <a:solidFill>
                  <a:srgbClr val="475569"/>
                </a:solidFill>
              </a:rPr>
              <a:t>t</a:t>
            </a:r>
            <a:r>
              <a:rPr lang="fr-FR" sz="900" b="1" i="0" err="1">
                <a:solidFill>
                  <a:srgbClr val="475569"/>
                </a:solidFill>
              </a:rPr>
              <a:t>eacher</a:t>
            </a:r>
            <a:r>
              <a:rPr lang="fr-FR" sz="900" b="0" i="0">
                <a:solidFill>
                  <a:srgbClr val="475569"/>
                </a:solidFill>
              </a:rPr>
              <a:t>: Teacher</a:t>
            </a:r>
          </a:p>
        </p:txBody>
      </p:sp>
      <p:sp>
        <p:nvSpPr>
          <p:cNvPr id="104" name="TextBox 7">
            <a:extLst>
              <a:ext uri="{FF2B5EF4-FFF2-40B4-BE49-F238E27FC236}">
                <a16:creationId xmlns:a16="http://schemas.microsoft.com/office/drawing/2014/main" id="{48F1F824-9367-2162-EF57-490AEFBAE3E0}"/>
              </a:ext>
            </a:extLst>
          </p:cNvPr>
          <p:cNvSpPr txBox="1"/>
          <p:nvPr/>
        </p:nvSpPr>
        <p:spPr>
          <a:xfrm>
            <a:off x="4713732" y="2684687"/>
            <a:ext cx="1783080"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day</a:t>
            </a:r>
            <a:r>
              <a:rPr lang="fr-FR" sz="900">
                <a:solidFill>
                  <a:srgbClr val="475569"/>
                </a:solidFill>
              </a:rPr>
              <a:t>: </a:t>
            </a:r>
            <a:r>
              <a:rPr lang="fr-FR" sz="900" err="1">
                <a:solidFill>
                  <a:srgbClr val="475569"/>
                </a:solidFill>
              </a:rPr>
              <a:t>int</a:t>
            </a:r>
            <a:endParaRPr lang="fr-FR" sz="900" b="0" i="0">
              <a:solidFill>
                <a:srgbClr val="475569"/>
              </a:solidFill>
            </a:endParaRPr>
          </a:p>
        </p:txBody>
      </p:sp>
      <p:sp>
        <p:nvSpPr>
          <p:cNvPr id="106" name="TextBox 8">
            <a:extLst>
              <a:ext uri="{FF2B5EF4-FFF2-40B4-BE49-F238E27FC236}">
                <a16:creationId xmlns:a16="http://schemas.microsoft.com/office/drawing/2014/main" id="{D237F9CB-F017-BF32-C55E-181ACCBA774A}"/>
              </a:ext>
            </a:extLst>
          </p:cNvPr>
          <p:cNvSpPr txBox="1"/>
          <p:nvPr/>
        </p:nvSpPr>
        <p:spPr>
          <a:xfrm>
            <a:off x="4713732" y="2854754"/>
            <a:ext cx="1783080" cy="230832"/>
          </a:xfrm>
          <a:prstGeom prst="rect">
            <a:avLst/>
          </a:prstGeom>
          <a:noFill/>
          <a:ln>
            <a:noFill/>
          </a:ln>
        </p:spPr>
        <p:txBody>
          <a:bodyPr wrap="square">
            <a:spAutoFit/>
          </a:bodyPr>
          <a:lstStyle/>
          <a:p>
            <a:pPr algn="l">
              <a:defRPr>
                <a:solidFill>
                  <a:srgbClr val="0F172A"/>
                </a:solidFill>
              </a:defRPr>
            </a:pPr>
            <a:r>
              <a:rPr lang="fr-FR" sz="900" b="1" err="1">
                <a:solidFill>
                  <a:srgbClr val="475569"/>
                </a:solidFill>
              </a:rPr>
              <a:t>heure_debut</a:t>
            </a:r>
            <a:r>
              <a:rPr lang="fr-FR" sz="900">
                <a:solidFill>
                  <a:srgbClr val="475569"/>
                </a:solidFill>
              </a:rPr>
              <a:t>: </a:t>
            </a:r>
            <a:r>
              <a:rPr lang="fr-FR" sz="900" err="1">
                <a:solidFill>
                  <a:srgbClr val="475569"/>
                </a:solidFill>
              </a:rPr>
              <a:t>str</a:t>
            </a:r>
            <a:r>
              <a:rPr lang="fr-FR" sz="900">
                <a:solidFill>
                  <a:srgbClr val="475569"/>
                </a:solidFill>
              </a:rPr>
              <a:t> </a:t>
            </a:r>
            <a:endParaRPr lang="fr-FR" sz="900" b="0" i="0">
              <a:solidFill>
                <a:srgbClr val="475569"/>
              </a:solidFill>
            </a:endParaRPr>
          </a:p>
        </p:txBody>
      </p:sp>
      <p:sp>
        <p:nvSpPr>
          <p:cNvPr id="108" name="TextBox 10">
            <a:extLst>
              <a:ext uri="{FF2B5EF4-FFF2-40B4-BE49-F238E27FC236}">
                <a16:creationId xmlns:a16="http://schemas.microsoft.com/office/drawing/2014/main" id="{AFDEA674-D865-FAE6-3DBE-367F08E30798}"/>
              </a:ext>
            </a:extLst>
          </p:cNvPr>
          <p:cNvSpPr txBox="1"/>
          <p:nvPr/>
        </p:nvSpPr>
        <p:spPr>
          <a:xfrm>
            <a:off x="4713732" y="3030764"/>
            <a:ext cx="1783080" cy="230832"/>
          </a:xfrm>
          <a:prstGeom prst="rect">
            <a:avLst/>
          </a:prstGeom>
          <a:noFill/>
          <a:ln>
            <a:noFill/>
          </a:ln>
        </p:spPr>
        <p:txBody>
          <a:bodyPr wrap="square">
            <a:spAutoFit/>
          </a:bodyPr>
          <a:lstStyle/>
          <a:p>
            <a:pPr>
              <a:defRPr>
                <a:solidFill>
                  <a:srgbClr val="0F172A"/>
                </a:solidFill>
              </a:defRPr>
            </a:pPr>
            <a:r>
              <a:rPr lang="fr-FR" sz="900" b="1" err="1">
                <a:solidFill>
                  <a:srgbClr val="475569"/>
                </a:solidFill>
              </a:rPr>
              <a:t>heure_fin</a:t>
            </a:r>
            <a:r>
              <a:rPr lang="fr-FR" sz="900">
                <a:solidFill>
                  <a:srgbClr val="475569"/>
                </a:solidFill>
              </a:rPr>
              <a:t>: </a:t>
            </a:r>
            <a:r>
              <a:rPr lang="fr-FR" sz="900" err="1">
                <a:solidFill>
                  <a:srgbClr val="475569"/>
                </a:solidFill>
              </a:rPr>
              <a:t>str</a:t>
            </a:r>
            <a:r>
              <a:rPr lang="fr-FR" sz="900">
                <a:solidFill>
                  <a:srgbClr val="475569"/>
                </a:solidFill>
              </a:rPr>
              <a:t> </a:t>
            </a:r>
          </a:p>
        </p:txBody>
      </p:sp>
      <p:sp>
        <p:nvSpPr>
          <p:cNvPr id="110" name="TextBox 11">
            <a:extLst>
              <a:ext uri="{FF2B5EF4-FFF2-40B4-BE49-F238E27FC236}">
                <a16:creationId xmlns:a16="http://schemas.microsoft.com/office/drawing/2014/main" id="{41AB8620-8D9A-6EA0-4F84-87792C1085B4}"/>
              </a:ext>
            </a:extLst>
          </p:cNvPr>
          <p:cNvSpPr txBox="1"/>
          <p:nvPr/>
        </p:nvSpPr>
        <p:spPr>
          <a:xfrm>
            <a:off x="4713732" y="3200827"/>
            <a:ext cx="1783080" cy="230832"/>
          </a:xfrm>
          <a:prstGeom prst="rect">
            <a:avLst/>
          </a:prstGeom>
          <a:noFill/>
          <a:ln>
            <a:noFill/>
          </a:ln>
        </p:spPr>
        <p:txBody>
          <a:bodyPr wrap="square">
            <a:spAutoFit/>
          </a:bodyPr>
          <a:lstStyle/>
          <a:p>
            <a:pPr algn="l">
              <a:defRPr>
                <a:solidFill>
                  <a:srgbClr val="0F172A"/>
                </a:solidFill>
              </a:defRPr>
            </a:pPr>
            <a:r>
              <a:rPr lang="fr-FR" sz="900" b="1">
                <a:solidFill>
                  <a:srgbClr val="475569"/>
                </a:solidFill>
              </a:rPr>
              <a:t>r</a:t>
            </a:r>
            <a:r>
              <a:rPr lang="fr-FR" sz="900" b="1" i="0">
                <a:solidFill>
                  <a:srgbClr val="475569"/>
                </a:solidFill>
              </a:rPr>
              <a:t>oom</a:t>
            </a:r>
            <a:r>
              <a:rPr lang="fr-FR" sz="900" b="0" i="0">
                <a:solidFill>
                  <a:srgbClr val="475569"/>
                </a:solidFill>
              </a:rPr>
              <a:t>: </a:t>
            </a:r>
            <a:r>
              <a:rPr lang="fr-FR" sz="900" b="0" i="0" err="1">
                <a:solidFill>
                  <a:srgbClr val="475569"/>
                </a:solidFill>
              </a:rPr>
              <a:t>str</a:t>
            </a:r>
            <a:endParaRPr lang="fr-FR" sz="900" b="0" i="0">
              <a:solidFill>
                <a:srgbClr val="475569"/>
              </a:solidFill>
            </a:endParaRPr>
          </a:p>
        </p:txBody>
      </p:sp>
      <p:sp>
        <p:nvSpPr>
          <p:cNvPr id="112" name="TextBox 11">
            <a:extLst>
              <a:ext uri="{FF2B5EF4-FFF2-40B4-BE49-F238E27FC236}">
                <a16:creationId xmlns:a16="http://schemas.microsoft.com/office/drawing/2014/main" id="{FF24B018-2CD7-7E7D-870C-4489381E0B3C}"/>
              </a:ext>
            </a:extLst>
          </p:cNvPr>
          <p:cNvSpPr txBox="1"/>
          <p:nvPr/>
        </p:nvSpPr>
        <p:spPr>
          <a:xfrm>
            <a:off x="4709827" y="3376687"/>
            <a:ext cx="1783080" cy="230832"/>
          </a:xfrm>
          <a:prstGeom prst="rect">
            <a:avLst/>
          </a:prstGeom>
          <a:noFill/>
          <a:ln>
            <a:noFill/>
          </a:ln>
        </p:spPr>
        <p:txBody>
          <a:bodyPr wrap="square">
            <a:spAutoFit/>
          </a:bodyPr>
          <a:lstStyle/>
          <a:p>
            <a:pPr algn="l">
              <a:defRPr>
                <a:solidFill>
                  <a:srgbClr val="0F172A"/>
                </a:solidFill>
              </a:defRPr>
            </a:pPr>
            <a:r>
              <a:rPr lang="fr-FR" sz="900" b="1">
                <a:solidFill>
                  <a:srgbClr val="475569"/>
                </a:solidFill>
              </a:rPr>
              <a:t>building</a:t>
            </a:r>
            <a:r>
              <a:rPr lang="fr-FR" sz="900">
                <a:solidFill>
                  <a:srgbClr val="475569"/>
                </a:solidFill>
              </a:rPr>
              <a:t>: </a:t>
            </a:r>
            <a:r>
              <a:rPr lang="fr-FR" sz="900" err="1">
                <a:solidFill>
                  <a:srgbClr val="475569"/>
                </a:solidFill>
              </a:rPr>
              <a:t>str</a:t>
            </a:r>
            <a:endParaRPr lang="fr-FR" sz="900" b="0" i="0">
              <a:solidFill>
                <a:srgbClr val="475569"/>
              </a:solidFill>
            </a:endParaRPr>
          </a:p>
        </p:txBody>
      </p:sp>
      <p:sp>
        <p:nvSpPr>
          <p:cNvPr id="114" name="TextBox 11">
            <a:extLst>
              <a:ext uri="{FF2B5EF4-FFF2-40B4-BE49-F238E27FC236}">
                <a16:creationId xmlns:a16="http://schemas.microsoft.com/office/drawing/2014/main" id="{427664AE-1BAA-E272-A9AB-9780E6217CA4}"/>
              </a:ext>
            </a:extLst>
          </p:cNvPr>
          <p:cNvSpPr txBox="1"/>
          <p:nvPr/>
        </p:nvSpPr>
        <p:spPr>
          <a:xfrm>
            <a:off x="4705923" y="3544714"/>
            <a:ext cx="1783080" cy="230832"/>
          </a:xfrm>
          <a:prstGeom prst="rect">
            <a:avLst/>
          </a:prstGeom>
          <a:noFill/>
          <a:ln>
            <a:noFill/>
          </a:ln>
        </p:spPr>
        <p:txBody>
          <a:bodyPr wrap="square">
            <a:spAutoFit/>
          </a:bodyPr>
          <a:lstStyle/>
          <a:p>
            <a:pPr algn="l">
              <a:defRPr>
                <a:solidFill>
                  <a:srgbClr val="0F172A"/>
                </a:solidFill>
              </a:defRPr>
            </a:pPr>
            <a:r>
              <a:rPr lang="fr-FR" sz="900" b="1" err="1">
                <a:solidFill>
                  <a:srgbClr val="475569"/>
                </a:solidFill>
              </a:rPr>
              <a:t>session_type</a:t>
            </a:r>
            <a:r>
              <a:rPr lang="fr-FR" sz="900">
                <a:solidFill>
                  <a:srgbClr val="475569"/>
                </a:solidFill>
              </a:rPr>
              <a:t>: </a:t>
            </a:r>
            <a:r>
              <a:rPr lang="fr-FR" sz="900" err="1">
                <a:solidFill>
                  <a:srgbClr val="475569"/>
                </a:solidFill>
              </a:rPr>
              <a:t>str</a:t>
            </a:r>
            <a:endParaRPr lang="fr-FR" sz="900" b="0" i="0">
              <a:solidFill>
                <a:srgbClr val="475569"/>
              </a:solidFill>
            </a:endParaRPr>
          </a:p>
        </p:txBody>
      </p:sp>
      <p:sp>
        <p:nvSpPr>
          <p:cNvPr id="118" name="Rectangle 117">
            <a:extLst>
              <a:ext uri="{FF2B5EF4-FFF2-40B4-BE49-F238E27FC236}">
                <a16:creationId xmlns:a16="http://schemas.microsoft.com/office/drawing/2014/main" id="{73C27E16-5FBB-CD39-88D0-4F21156DABB0}"/>
              </a:ext>
            </a:extLst>
          </p:cNvPr>
          <p:cNvSpPr/>
          <p:nvPr/>
        </p:nvSpPr>
        <p:spPr>
          <a:xfrm>
            <a:off x="2386818" y="3868918"/>
            <a:ext cx="2103120" cy="347472"/>
          </a:xfrm>
          <a:prstGeom prst="rect">
            <a:avLst/>
          </a:prstGeom>
          <a:solidFill>
            <a:srgbClr val="E2E8F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20" name="TextBox 17">
            <a:extLst>
              <a:ext uri="{FF2B5EF4-FFF2-40B4-BE49-F238E27FC236}">
                <a16:creationId xmlns:a16="http://schemas.microsoft.com/office/drawing/2014/main" id="{4399C2D7-AD2B-AA95-28B1-F0428EF71B5A}"/>
              </a:ext>
            </a:extLst>
          </p:cNvPr>
          <p:cNvSpPr txBox="1"/>
          <p:nvPr/>
        </p:nvSpPr>
        <p:spPr>
          <a:xfrm>
            <a:off x="2386818" y="3914637"/>
            <a:ext cx="2103120" cy="261610"/>
          </a:xfrm>
          <a:prstGeom prst="rect">
            <a:avLst/>
          </a:prstGeom>
          <a:noFill/>
          <a:ln>
            <a:noFill/>
          </a:ln>
        </p:spPr>
        <p:txBody>
          <a:bodyPr wrap="square">
            <a:spAutoFit/>
          </a:bodyPr>
          <a:lstStyle/>
          <a:p>
            <a:pPr algn="ctr">
              <a:defRPr>
                <a:solidFill>
                  <a:srgbClr val="0F172A"/>
                </a:solidFill>
              </a:defRPr>
            </a:pPr>
            <a:r>
              <a:rPr lang="fr-FR" sz="1100" b="1" i="0">
                <a:solidFill>
                  <a:srgbClr val="0F172A"/>
                </a:solidFill>
              </a:rPr>
              <a:t>Building</a:t>
            </a:r>
          </a:p>
        </p:txBody>
      </p:sp>
      <p:sp>
        <p:nvSpPr>
          <p:cNvPr id="122" name="Rectangle 121">
            <a:extLst>
              <a:ext uri="{FF2B5EF4-FFF2-40B4-BE49-F238E27FC236}">
                <a16:creationId xmlns:a16="http://schemas.microsoft.com/office/drawing/2014/main" id="{8FF899E0-3BB1-69C5-B6A0-2D76293ADFC0}"/>
              </a:ext>
            </a:extLst>
          </p:cNvPr>
          <p:cNvSpPr/>
          <p:nvPr/>
        </p:nvSpPr>
        <p:spPr>
          <a:xfrm>
            <a:off x="2391513" y="4216390"/>
            <a:ext cx="2098425" cy="768096"/>
          </a:xfrm>
          <a:prstGeom prst="rect">
            <a:avLst/>
          </a:prstGeom>
          <a:solidFill>
            <a:srgbClr val="E6EEF9"/>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24" name="TextBox 19">
            <a:extLst>
              <a:ext uri="{FF2B5EF4-FFF2-40B4-BE49-F238E27FC236}">
                <a16:creationId xmlns:a16="http://schemas.microsoft.com/office/drawing/2014/main" id="{5A278427-134C-7298-28AF-6C14C09AB950}"/>
              </a:ext>
            </a:extLst>
          </p:cNvPr>
          <p:cNvSpPr txBox="1"/>
          <p:nvPr/>
        </p:nvSpPr>
        <p:spPr>
          <a:xfrm>
            <a:off x="2545083" y="4229521"/>
            <a:ext cx="1783080" cy="230832"/>
          </a:xfrm>
          <a:prstGeom prst="rect">
            <a:avLst/>
          </a:prstGeom>
          <a:noFill/>
          <a:ln>
            <a:noFill/>
          </a:ln>
        </p:spPr>
        <p:txBody>
          <a:bodyPr wrap="square">
            <a:spAutoFit/>
          </a:bodyPr>
          <a:lstStyle/>
          <a:p>
            <a:pPr algn="l">
              <a:defRPr>
                <a:solidFill>
                  <a:srgbClr val="0F172A"/>
                </a:solidFill>
              </a:defRPr>
            </a:pPr>
            <a:r>
              <a:rPr lang="fr-FR" sz="900" b="1" i="0">
                <a:solidFill>
                  <a:srgbClr val="475569"/>
                </a:solidFill>
              </a:rPr>
              <a:t>id</a:t>
            </a:r>
            <a:r>
              <a:rPr lang="fr-FR" sz="900" b="0" i="0">
                <a:solidFill>
                  <a:srgbClr val="475569"/>
                </a:solidFill>
              </a:rPr>
              <a:t>: </a:t>
            </a:r>
            <a:r>
              <a:rPr lang="fr-FR" sz="900" b="0" i="0" err="1">
                <a:solidFill>
                  <a:srgbClr val="475569"/>
                </a:solidFill>
              </a:rPr>
              <a:t>str</a:t>
            </a:r>
            <a:endParaRPr lang="fr-FR" sz="900" b="0" i="0">
              <a:solidFill>
                <a:srgbClr val="475569"/>
              </a:solidFill>
            </a:endParaRPr>
          </a:p>
        </p:txBody>
      </p:sp>
      <p:sp>
        <p:nvSpPr>
          <p:cNvPr id="126" name="TextBox 20">
            <a:extLst>
              <a:ext uri="{FF2B5EF4-FFF2-40B4-BE49-F238E27FC236}">
                <a16:creationId xmlns:a16="http://schemas.microsoft.com/office/drawing/2014/main" id="{21570604-0AD2-7801-39FC-C3590809159F}"/>
              </a:ext>
            </a:extLst>
          </p:cNvPr>
          <p:cNvSpPr txBox="1"/>
          <p:nvPr/>
        </p:nvSpPr>
        <p:spPr>
          <a:xfrm>
            <a:off x="2545083" y="4399587"/>
            <a:ext cx="1783080"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name</a:t>
            </a:r>
            <a:r>
              <a:rPr lang="fr-FR" sz="900" b="0" i="0">
                <a:solidFill>
                  <a:srgbClr val="475569"/>
                </a:solidFill>
              </a:rPr>
              <a:t>: </a:t>
            </a:r>
            <a:r>
              <a:rPr lang="fr-FR" sz="900" b="0" i="0" err="1">
                <a:solidFill>
                  <a:srgbClr val="475569"/>
                </a:solidFill>
              </a:rPr>
              <a:t>str</a:t>
            </a:r>
            <a:endParaRPr lang="fr-FR" sz="900" b="0" i="0">
              <a:solidFill>
                <a:srgbClr val="475569"/>
              </a:solidFill>
            </a:endParaRPr>
          </a:p>
        </p:txBody>
      </p:sp>
      <p:sp>
        <p:nvSpPr>
          <p:cNvPr id="128" name="TextBox 21">
            <a:extLst>
              <a:ext uri="{FF2B5EF4-FFF2-40B4-BE49-F238E27FC236}">
                <a16:creationId xmlns:a16="http://schemas.microsoft.com/office/drawing/2014/main" id="{591E6275-900A-95F4-0015-5A21775C3509}"/>
              </a:ext>
            </a:extLst>
          </p:cNvPr>
          <p:cNvSpPr txBox="1"/>
          <p:nvPr/>
        </p:nvSpPr>
        <p:spPr>
          <a:xfrm>
            <a:off x="2545083" y="4569653"/>
            <a:ext cx="1783080" cy="230832"/>
          </a:xfrm>
          <a:prstGeom prst="rect">
            <a:avLst/>
          </a:prstGeom>
          <a:noFill/>
          <a:ln>
            <a:noFill/>
          </a:ln>
        </p:spPr>
        <p:txBody>
          <a:bodyPr wrap="square">
            <a:spAutoFit/>
          </a:bodyPr>
          <a:lstStyle/>
          <a:p>
            <a:pPr algn="l">
              <a:defRPr>
                <a:solidFill>
                  <a:srgbClr val="0F172A"/>
                </a:solidFill>
              </a:defRPr>
            </a:pPr>
            <a:r>
              <a:rPr lang="fr-FR" sz="900" b="1" err="1">
                <a:solidFill>
                  <a:srgbClr val="475569"/>
                </a:solidFill>
              </a:rPr>
              <a:t>r</a:t>
            </a:r>
            <a:r>
              <a:rPr lang="fr-FR" sz="900" b="1" i="0" err="1">
                <a:solidFill>
                  <a:srgbClr val="475569"/>
                </a:solidFill>
              </a:rPr>
              <a:t>ooms</a:t>
            </a:r>
            <a:r>
              <a:rPr lang="fr-FR" sz="900" b="0" i="0">
                <a:solidFill>
                  <a:srgbClr val="475569"/>
                </a:solidFill>
              </a:rPr>
              <a:t>: List[Room]</a:t>
            </a:r>
          </a:p>
        </p:txBody>
      </p:sp>
      <p:sp>
        <p:nvSpPr>
          <p:cNvPr id="130" name="TextBox 21">
            <a:extLst>
              <a:ext uri="{FF2B5EF4-FFF2-40B4-BE49-F238E27FC236}">
                <a16:creationId xmlns:a16="http://schemas.microsoft.com/office/drawing/2014/main" id="{6572792A-5C5B-9846-0307-B36CCCFEEBEF}"/>
              </a:ext>
            </a:extLst>
          </p:cNvPr>
          <p:cNvSpPr txBox="1"/>
          <p:nvPr/>
        </p:nvSpPr>
        <p:spPr>
          <a:xfrm>
            <a:off x="2541181" y="4737685"/>
            <a:ext cx="1783080" cy="230832"/>
          </a:xfrm>
          <a:prstGeom prst="rect">
            <a:avLst/>
          </a:prstGeom>
          <a:noFill/>
          <a:ln>
            <a:noFill/>
          </a:ln>
        </p:spPr>
        <p:txBody>
          <a:bodyPr wrap="square">
            <a:spAutoFit/>
          </a:bodyPr>
          <a:lstStyle/>
          <a:p>
            <a:pPr algn="l">
              <a:defRPr>
                <a:solidFill>
                  <a:srgbClr val="0F172A"/>
                </a:solidFill>
              </a:defRPr>
            </a:pPr>
            <a:r>
              <a:rPr lang="fr-FR" sz="900" b="1" err="1">
                <a:solidFill>
                  <a:srgbClr val="475569"/>
                </a:solidFill>
              </a:rPr>
              <a:t>dist</a:t>
            </a:r>
            <a:r>
              <a:rPr lang="fr-FR" sz="900">
                <a:solidFill>
                  <a:srgbClr val="475569"/>
                </a:solidFill>
              </a:rPr>
              <a:t>: </a:t>
            </a:r>
            <a:r>
              <a:rPr lang="fr-FR" sz="900" b="0" i="0">
                <a:solidFill>
                  <a:srgbClr val="475569"/>
                </a:solidFill>
              </a:rPr>
              <a:t>dict[</a:t>
            </a:r>
            <a:r>
              <a:rPr lang="fr-FR" sz="900" b="0" i="0" err="1">
                <a:solidFill>
                  <a:srgbClr val="475569"/>
                </a:solidFill>
              </a:rPr>
              <a:t>str</a:t>
            </a:r>
            <a:r>
              <a:rPr lang="fr-FR" sz="900" b="0" i="0">
                <a:solidFill>
                  <a:srgbClr val="475569"/>
                </a:solidFill>
              </a:rPr>
              <a:t>, </a:t>
            </a:r>
            <a:r>
              <a:rPr lang="fr-FR" sz="900" b="0" i="0" err="1">
                <a:solidFill>
                  <a:srgbClr val="475569"/>
                </a:solidFill>
              </a:rPr>
              <a:t>float</a:t>
            </a:r>
            <a:r>
              <a:rPr lang="fr-FR" sz="900" b="0" i="0">
                <a:solidFill>
                  <a:srgbClr val="475569"/>
                </a:solidFill>
              </a:rPr>
              <a:t>]</a:t>
            </a:r>
          </a:p>
        </p:txBody>
      </p:sp>
      <p:sp>
        <p:nvSpPr>
          <p:cNvPr id="26" name="Rectangle 25">
            <a:extLst>
              <a:ext uri="{FF2B5EF4-FFF2-40B4-BE49-F238E27FC236}">
                <a16:creationId xmlns:a16="http://schemas.microsoft.com/office/drawing/2014/main" id="{C08FBD03-6595-B791-4D03-2256F025F8CC}"/>
              </a:ext>
            </a:extLst>
          </p:cNvPr>
          <p:cNvSpPr/>
          <p:nvPr/>
        </p:nvSpPr>
        <p:spPr>
          <a:xfrm>
            <a:off x="5289516" y="3921680"/>
            <a:ext cx="3164782" cy="1058861"/>
          </a:xfrm>
          <a:prstGeom prst="rect">
            <a:avLst/>
          </a:prstGeom>
          <a:solidFill>
            <a:srgbClr val="EAF1FB"/>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28" name="TextBox 50">
            <a:extLst>
              <a:ext uri="{FF2B5EF4-FFF2-40B4-BE49-F238E27FC236}">
                <a16:creationId xmlns:a16="http://schemas.microsoft.com/office/drawing/2014/main" id="{DB6FE961-CDC1-119B-B274-1CB6D4926D54}"/>
              </a:ext>
            </a:extLst>
          </p:cNvPr>
          <p:cNvSpPr txBox="1"/>
          <p:nvPr/>
        </p:nvSpPr>
        <p:spPr>
          <a:xfrm>
            <a:off x="5358311" y="3970917"/>
            <a:ext cx="3014344" cy="954107"/>
          </a:xfrm>
          <a:prstGeom prst="rect">
            <a:avLst/>
          </a:prstGeom>
          <a:noFill/>
          <a:ln>
            <a:noFill/>
          </a:ln>
        </p:spPr>
        <p:txBody>
          <a:bodyPr wrap="square">
            <a:spAutoFit/>
          </a:bodyPr>
          <a:lstStyle/>
          <a:p>
            <a:pPr algn="ctr">
              <a:defRPr>
                <a:solidFill>
                  <a:srgbClr val="0F172A"/>
                </a:solidFill>
              </a:defRPr>
            </a:pPr>
            <a:r>
              <a:rPr lang="fr-FR" sz="1400" b="1" dirty="0">
                <a:solidFill>
                  <a:srgbClr val="FF0000"/>
                </a:solidFill>
              </a:rPr>
              <a:t>Nous travaillons en « jours absolus », le mode semestriel et le mode hebdomadaire sont donc les mêmes par design</a:t>
            </a:r>
          </a:p>
        </p:txBody>
      </p:sp>
    </p:spTree>
    <p:extLst>
      <p:ext uri="{BB962C8B-B14F-4D97-AF65-F5344CB8AC3E}">
        <p14:creationId xmlns:p14="http://schemas.microsoft.com/office/powerpoint/2010/main" val="24129909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2237C-652E-825B-09A6-8987E112551E}"/>
            </a:ext>
          </a:extLst>
        </p:cNvPr>
        <p:cNvGrpSpPr/>
        <p:nvPr/>
      </p:nvGrpSpPr>
      <p:grpSpPr>
        <a:xfrm>
          <a:off x="0" y="0"/>
          <a:ext cx="0" cy="0"/>
          <a:chOff x="0" y="0"/>
          <a:chExt cx="0" cy="0"/>
        </a:xfrm>
      </p:grpSpPr>
      <p:sp>
        <p:nvSpPr>
          <p:cNvPr id="5" name="Oval 1">
            <a:extLst>
              <a:ext uri="{FF2B5EF4-FFF2-40B4-BE49-F238E27FC236}">
                <a16:creationId xmlns:a16="http://schemas.microsoft.com/office/drawing/2014/main" id="{369304B3-6FB5-73C6-2658-F545B302C711}"/>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2">
            <a:extLst>
              <a:ext uri="{FF2B5EF4-FFF2-40B4-BE49-F238E27FC236}">
                <a16:creationId xmlns:a16="http://schemas.microsoft.com/office/drawing/2014/main" id="{3B52E3A6-F71C-52C1-7054-EF08D92E7EFE}"/>
              </a:ext>
            </a:extLst>
          </p:cNvPr>
          <p:cNvSpPr txBox="1"/>
          <p:nvPr/>
        </p:nvSpPr>
        <p:spPr>
          <a:xfrm>
            <a:off x="22644" y="80113"/>
            <a:ext cx="411911" cy="400110"/>
          </a:xfrm>
          <a:prstGeom prst="rect">
            <a:avLst/>
          </a:prstGeom>
          <a:noFill/>
        </p:spPr>
        <p:txBody>
          <a:bodyPr wrap="square">
            <a:spAutoFit/>
          </a:bodyPr>
          <a:lstStyle/>
          <a:p>
            <a:pPr algn="ctr"/>
            <a:r>
              <a:rPr lang="fr-FR" sz="2000" b="1">
                <a:solidFill>
                  <a:srgbClr val="FFFFFF"/>
                </a:solidFill>
              </a:rPr>
              <a:t>2</a:t>
            </a:r>
            <a:endParaRPr sz="2000" b="1" i="0">
              <a:solidFill>
                <a:srgbClr val="FFFFFF"/>
              </a:solidFill>
            </a:endParaRPr>
          </a:p>
        </p:txBody>
      </p:sp>
      <p:sp>
        <p:nvSpPr>
          <p:cNvPr id="2" name="TextBox 1">
            <a:extLst>
              <a:ext uri="{FF2B5EF4-FFF2-40B4-BE49-F238E27FC236}">
                <a16:creationId xmlns:a16="http://schemas.microsoft.com/office/drawing/2014/main" id="{D3EFC05B-9B6C-0560-299F-F38A196DAD99}"/>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Perturbations mises en place</a:t>
            </a:r>
          </a:p>
        </p:txBody>
      </p:sp>
      <p:sp>
        <p:nvSpPr>
          <p:cNvPr id="3" name="Rectangle 2">
            <a:extLst>
              <a:ext uri="{FF2B5EF4-FFF2-40B4-BE49-F238E27FC236}">
                <a16:creationId xmlns:a16="http://schemas.microsoft.com/office/drawing/2014/main" id="{6B547DC5-5C78-5E1C-1D52-4F97AEF694D6}"/>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5" name="Rectangle 64">
            <a:extLst>
              <a:ext uri="{FF2B5EF4-FFF2-40B4-BE49-F238E27FC236}">
                <a16:creationId xmlns:a16="http://schemas.microsoft.com/office/drawing/2014/main" id="{A8FEBEA4-319F-05EC-9CA5-80459CCAD7F0}"/>
              </a:ext>
            </a:extLst>
          </p:cNvPr>
          <p:cNvSpPr/>
          <p:nvPr/>
        </p:nvSpPr>
        <p:spPr>
          <a:xfrm>
            <a:off x="256902" y="1014238"/>
            <a:ext cx="2743200" cy="3246120"/>
          </a:xfrm>
          <a:prstGeom prst="rect">
            <a:avLst/>
          </a:prstGeom>
          <a:solidFill>
            <a:srgbClr val="E8F0FA"/>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7" name="Rectangle 66">
            <a:extLst>
              <a:ext uri="{FF2B5EF4-FFF2-40B4-BE49-F238E27FC236}">
                <a16:creationId xmlns:a16="http://schemas.microsoft.com/office/drawing/2014/main" id="{B20ECDE0-5439-9F60-796E-822278A0EBA0}"/>
              </a:ext>
            </a:extLst>
          </p:cNvPr>
          <p:cNvSpPr/>
          <p:nvPr/>
        </p:nvSpPr>
        <p:spPr>
          <a:xfrm>
            <a:off x="256902" y="1014238"/>
            <a:ext cx="2743200" cy="329184"/>
          </a:xfrm>
          <a:prstGeom prst="rect">
            <a:avLst/>
          </a:prstGeom>
          <a:solidFill>
            <a:srgbClr val="FDE2E0"/>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9" name="TextBox 5">
            <a:extLst>
              <a:ext uri="{FF2B5EF4-FFF2-40B4-BE49-F238E27FC236}">
                <a16:creationId xmlns:a16="http://schemas.microsoft.com/office/drawing/2014/main" id="{826397EE-C987-FB1B-838D-3979E3038A06}"/>
              </a:ext>
            </a:extLst>
          </p:cNvPr>
          <p:cNvSpPr txBox="1"/>
          <p:nvPr/>
        </p:nvSpPr>
        <p:spPr>
          <a:xfrm>
            <a:off x="348342" y="1050813"/>
            <a:ext cx="2560320" cy="276999"/>
          </a:xfrm>
          <a:prstGeom prst="rect">
            <a:avLst/>
          </a:prstGeom>
          <a:noFill/>
          <a:ln>
            <a:noFill/>
          </a:ln>
        </p:spPr>
        <p:txBody>
          <a:bodyPr wrap="square">
            <a:spAutoFit/>
          </a:bodyPr>
          <a:lstStyle/>
          <a:p>
            <a:pPr algn="ctr">
              <a:defRPr>
                <a:solidFill>
                  <a:srgbClr val="0F172A"/>
                </a:solidFill>
              </a:defRPr>
            </a:pPr>
            <a:r>
              <a:rPr lang="fr-FR" sz="1200" b="1" i="0" err="1">
                <a:solidFill>
                  <a:srgbClr val="0F172A"/>
                </a:solidFill>
              </a:rPr>
              <a:t>teacher_absent</a:t>
            </a:r>
            <a:r>
              <a:rPr lang="fr-FR" sz="1200" b="1" i="0">
                <a:solidFill>
                  <a:srgbClr val="0F172A"/>
                </a:solidFill>
              </a:rPr>
              <a:t>()</a:t>
            </a:r>
          </a:p>
        </p:txBody>
      </p:sp>
      <p:sp>
        <p:nvSpPr>
          <p:cNvPr id="71" name="TextBox 6">
            <a:extLst>
              <a:ext uri="{FF2B5EF4-FFF2-40B4-BE49-F238E27FC236}">
                <a16:creationId xmlns:a16="http://schemas.microsoft.com/office/drawing/2014/main" id="{B250A172-47BA-00AE-42E4-8D36160E3D6D}"/>
              </a:ext>
            </a:extLst>
          </p:cNvPr>
          <p:cNvSpPr txBox="1"/>
          <p:nvPr/>
        </p:nvSpPr>
        <p:spPr>
          <a:xfrm>
            <a:off x="348342" y="1453150"/>
            <a:ext cx="2560320" cy="276999"/>
          </a:xfrm>
          <a:prstGeom prst="rect">
            <a:avLst/>
          </a:prstGeom>
          <a:noFill/>
          <a:ln>
            <a:solidFill/>
          </a:ln>
        </p:spPr>
        <p:txBody>
          <a:bodyPr wrap="square">
            <a:spAutoFit/>
          </a:bodyPr>
          <a:lstStyle/>
          <a:p>
            <a:pPr algn="ctr">
              <a:defRPr>
                <a:solidFill>
                  <a:srgbClr val="0F172A"/>
                </a:solidFill>
              </a:defRPr>
            </a:pPr>
            <a:r>
              <a:rPr lang="pt-BR" sz="1200" b="1" i="0">
                <a:solidFill>
                  <a:srgbClr val="B91C1C"/>
                </a:solidFill>
              </a:rPr>
              <a:t>Professeur soudainement absent</a:t>
            </a:r>
          </a:p>
        </p:txBody>
      </p:sp>
      <p:sp>
        <p:nvSpPr>
          <p:cNvPr id="73" name="TextBox 7">
            <a:extLst>
              <a:ext uri="{FF2B5EF4-FFF2-40B4-BE49-F238E27FC236}">
                <a16:creationId xmlns:a16="http://schemas.microsoft.com/office/drawing/2014/main" id="{2D39275B-89C7-5098-CF26-31EDE59BEDF4}"/>
              </a:ext>
            </a:extLst>
          </p:cNvPr>
          <p:cNvSpPr txBox="1"/>
          <p:nvPr/>
        </p:nvSpPr>
        <p:spPr>
          <a:xfrm>
            <a:off x="348342" y="1830407"/>
            <a:ext cx="2560320" cy="600164"/>
          </a:xfrm>
          <a:prstGeom prst="rect">
            <a:avLst/>
          </a:prstGeom>
          <a:noFill/>
          <a:ln>
            <a:solidFill/>
          </a:ln>
        </p:spPr>
        <p:txBody>
          <a:bodyPr wrap="square">
            <a:spAutoFit/>
          </a:bodyPr>
          <a:lstStyle/>
          <a:p>
            <a:pPr>
              <a:defRPr>
                <a:solidFill>
                  <a:srgbClr val="0F172A"/>
                </a:solidFill>
              </a:defRPr>
            </a:pPr>
            <a:r>
              <a:rPr lang="es-ES" sz="1100" b="1">
                <a:solidFill>
                  <a:srgbClr val="475569"/>
                </a:solidFill>
              </a:rPr>
              <a:t>Input : </a:t>
            </a:r>
          </a:p>
          <a:p>
            <a:pPr>
              <a:defRPr>
                <a:solidFill>
                  <a:srgbClr val="0F172A"/>
                </a:solidFill>
              </a:defRPr>
            </a:pPr>
            <a:r>
              <a:rPr lang="fr-FR" sz="1100">
                <a:solidFill>
                  <a:srgbClr val="0F172A"/>
                </a:solidFill>
              </a:rPr>
              <a:t>•  Identifiant du professeur</a:t>
            </a:r>
          </a:p>
          <a:p>
            <a:pPr>
              <a:defRPr>
                <a:solidFill>
                  <a:srgbClr val="0F172A"/>
                </a:solidFill>
              </a:defRPr>
            </a:pPr>
            <a:r>
              <a:rPr lang="fr-FR" sz="1100">
                <a:solidFill>
                  <a:srgbClr val="0F172A"/>
                </a:solidFill>
              </a:rPr>
              <a:t>•  Jours et créneaux horaires d’absence</a:t>
            </a:r>
            <a:endParaRPr lang="es-ES" sz="1100" b="1" i="0">
              <a:solidFill>
                <a:srgbClr val="475569"/>
              </a:solidFill>
            </a:endParaRPr>
          </a:p>
        </p:txBody>
      </p:sp>
      <p:sp>
        <p:nvSpPr>
          <p:cNvPr id="77" name="Rectangle 76">
            <a:extLst>
              <a:ext uri="{FF2B5EF4-FFF2-40B4-BE49-F238E27FC236}">
                <a16:creationId xmlns:a16="http://schemas.microsoft.com/office/drawing/2014/main" id="{AEAB4C50-E5A8-D883-5797-9B679AA2A9E8}"/>
              </a:ext>
            </a:extLst>
          </p:cNvPr>
          <p:cNvSpPr/>
          <p:nvPr/>
        </p:nvSpPr>
        <p:spPr>
          <a:xfrm>
            <a:off x="3228702" y="1014238"/>
            <a:ext cx="2743200" cy="3246120"/>
          </a:xfrm>
          <a:prstGeom prst="rect">
            <a:avLst/>
          </a:prstGeom>
          <a:solidFill>
            <a:srgbClr val="E8F0FA"/>
          </a:solidFill>
          <a:ln w="254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79" name="Rectangle 78">
            <a:extLst>
              <a:ext uri="{FF2B5EF4-FFF2-40B4-BE49-F238E27FC236}">
                <a16:creationId xmlns:a16="http://schemas.microsoft.com/office/drawing/2014/main" id="{B18FEC9A-BA8C-5F64-DD7A-AB44968B4C2E}"/>
              </a:ext>
            </a:extLst>
          </p:cNvPr>
          <p:cNvSpPr/>
          <p:nvPr/>
        </p:nvSpPr>
        <p:spPr>
          <a:xfrm>
            <a:off x="3228702" y="1014238"/>
            <a:ext cx="2743200" cy="329184"/>
          </a:xfrm>
          <a:prstGeom prst="rect">
            <a:avLst/>
          </a:prstGeom>
          <a:solidFill>
            <a:srgbClr val="FCEAD6"/>
          </a:solidFill>
          <a:ln>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81" name="TextBox 11">
            <a:extLst>
              <a:ext uri="{FF2B5EF4-FFF2-40B4-BE49-F238E27FC236}">
                <a16:creationId xmlns:a16="http://schemas.microsoft.com/office/drawing/2014/main" id="{7503F985-39B8-3110-7A2B-D472BB5D49D8}"/>
              </a:ext>
            </a:extLst>
          </p:cNvPr>
          <p:cNvSpPr txBox="1"/>
          <p:nvPr/>
        </p:nvSpPr>
        <p:spPr>
          <a:xfrm>
            <a:off x="3320142" y="1050813"/>
            <a:ext cx="2560320" cy="276999"/>
          </a:xfrm>
          <a:prstGeom prst="rect">
            <a:avLst/>
          </a:prstGeom>
          <a:noFill/>
          <a:ln>
            <a:noFill/>
          </a:ln>
        </p:spPr>
        <p:txBody>
          <a:bodyPr wrap="square">
            <a:spAutoFit/>
          </a:bodyPr>
          <a:lstStyle/>
          <a:p>
            <a:pPr algn="ctr">
              <a:defRPr>
                <a:solidFill>
                  <a:srgbClr val="0F172A"/>
                </a:solidFill>
              </a:defRPr>
            </a:pPr>
            <a:r>
              <a:rPr lang="fr-FR" sz="1200" b="1" err="1">
                <a:solidFill>
                  <a:srgbClr val="0F172A"/>
                </a:solidFill>
              </a:rPr>
              <a:t>r</a:t>
            </a:r>
            <a:r>
              <a:rPr lang="fr-FR" sz="1200" b="1" i="0" err="1">
                <a:solidFill>
                  <a:srgbClr val="0F172A"/>
                </a:solidFill>
              </a:rPr>
              <a:t>oom_unavailable</a:t>
            </a:r>
            <a:r>
              <a:rPr lang="fr-FR" sz="1200" b="1" i="0">
                <a:solidFill>
                  <a:srgbClr val="0F172A"/>
                </a:solidFill>
              </a:rPr>
              <a:t>()</a:t>
            </a:r>
          </a:p>
        </p:txBody>
      </p:sp>
      <p:sp>
        <p:nvSpPr>
          <p:cNvPr id="83" name="TextBox 12">
            <a:extLst>
              <a:ext uri="{FF2B5EF4-FFF2-40B4-BE49-F238E27FC236}">
                <a16:creationId xmlns:a16="http://schemas.microsoft.com/office/drawing/2014/main" id="{6CDDB133-F9D0-AF50-DFC5-B6B81D465F92}"/>
              </a:ext>
            </a:extLst>
          </p:cNvPr>
          <p:cNvSpPr txBox="1"/>
          <p:nvPr/>
        </p:nvSpPr>
        <p:spPr>
          <a:xfrm>
            <a:off x="3320142" y="1453150"/>
            <a:ext cx="2560320" cy="276999"/>
          </a:xfrm>
          <a:prstGeom prst="rect">
            <a:avLst/>
          </a:prstGeom>
          <a:noFill/>
          <a:ln>
            <a:solidFill/>
          </a:ln>
        </p:spPr>
        <p:txBody>
          <a:bodyPr wrap="square">
            <a:spAutoFit/>
          </a:bodyPr>
          <a:lstStyle/>
          <a:p>
            <a:pPr algn="ctr">
              <a:defRPr>
                <a:solidFill>
                  <a:srgbClr val="0F172A"/>
                </a:solidFill>
              </a:defRPr>
            </a:pPr>
            <a:r>
              <a:rPr lang="en-US" sz="1200" b="1" i="0">
                <a:solidFill>
                  <a:srgbClr val="C2410C"/>
                </a:solidFill>
              </a:rPr>
              <a:t>Salle </a:t>
            </a:r>
            <a:r>
              <a:rPr lang="en-US" sz="1200" b="1" i="0" err="1">
                <a:solidFill>
                  <a:srgbClr val="C2410C"/>
                </a:solidFill>
              </a:rPr>
              <a:t>soudainement</a:t>
            </a:r>
            <a:r>
              <a:rPr lang="en-US" sz="1200" b="1" i="0">
                <a:solidFill>
                  <a:srgbClr val="C2410C"/>
                </a:solidFill>
              </a:rPr>
              <a:t> </a:t>
            </a:r>
            <a:r>
              <a:rPr lang="en-US" sz="1200" b="1" i="0" err="1">
                <a:solidFill>
                  <a:srgbClr val="C2410C"/>
                </a:solidFill>
              </a:rPr>
              <a:t>indisponible</a:t>
            </a:r>
            <a:endParaRPr lang="en-US" sz="1200" b="1" i="0">
              <a:solidFill>
                <a:srgbClr val="C2410C"/>
              </a:solidFill>
            </a:endParaRPr>
          </a:p>
        </p:txBody>
      </p:sp>
      <p:sp>
        <p:nvSpPr>
          <p:cNvPr id="89" name="Rectangle 88">
            <a:extLst>
              <a:ext uri="{FF2B5EF4-FFF2-40B4-BE49-F238E27FC236}">
                <a16:creationId xmlns:a16="http://schemas.microsoft.com/office/drawing/2014/main" id="{C12AAFBA-C967-02F3-A3C4-6D1D9FBA23C3}"/>
              </a:ext>
            </a:extLst>
          </p:cNvPr>
          <p:cNvSpPr/>
          <p:nvPr/>
        </p:nvSpPr>
        <p:spPr>
          <a:xfrm>
            <a:off x="6200502" y="1014238"/>
            <a:ext cx="2743200" cy="3246120"/>
          </a:xfrm>
          <a:prstGeom prst="rect">
            <a:avLst/>
          </a:prstGeom>
          <a:solidFill>
            <a:srgbClr val="E8F0FA"/>
          </a:solidFill>
          <a:ln w="254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1" name="Rectangle 90">
            <a:extLst>
              <a:ext uri="{FF2B5EF4-FFF2-40B4-BE49-F238E27FC236}">
                <a16:creationId xmlns:a16="http://schemas.microsoft.com/office/drawing/2014/main" id="{7CCE7422-3569-D016-94E6-BEE99B7794CA}"/>
              </a:ext>
            </a:extLst>
          </p:cNvPr>
          <p:cNvSpPr/>
          <p:nvPr/>
        </p:nvSpPr>
        <p:spPr>
          <a:xfrm>
            <a:off x="6200502" y="1014238"/>
            <a:ext cx="2743200" cy="329184"/>
          </a:xfrm>
          <a:prstGeom prst="rect">
            <a:avLst/>
          </a:prstGeom>
          <a:solidFill>
            <a:srgbClr val="DCFCE7"/>
          </a:solidFill>
          <a:ln>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3" name="TextBox 17">
            <a:extLst>
              <a:ext uri="{FF2B5EF4-FFF2-40B4-BE49-F238E27FC236}">
                <a16:creationId xmlns:a16="http://schemas.microsoft.com/office/drawing/2014/main" id="{C7FE932D-7D8D-73ED-733C-0BD56A5ABB61}"/>
              </a:ext>
            </a:extLst>
          </p:cNvPr>
          <p:cNvSpPr txBox="1"/>
          <p:nvPr/>
        </p:nvSpPr>
        <p:spPr>
          <a:xfrm>
            <a:off x="6291941" y="1050813"/>
            <a:ext cx="2560320" cy="276999"/>
          </a:xfrm>
          <a:prstGeom prst="rect">
            <a:avLst/>
          </a:prstGeom>
          <a:noFill/>
          <a:ln>
            <a:noFill/>
          </a:ln>
        </p:spPr>
        <p:txBody>
          <a:bodyPr wrap="square">
            <a:spAutoFit/>
          </a:bodyPr>
          <a:lstStyle/>
          <a:p>
            <a:pPr algn="ctr">
              <a:defRPr>
                <a:solidFill>
                  <a:srgbClr val="0F172A"/>
                </a:solidFill>
              </a:defRPr>
            </a:pPr>
            <a:r>
              <a:rPr lang="fr-FR" sz="1200" b="1" i="0" err="1">
                <a:solidFill>
                  <a:srgbClr val="0F172A"/>
                </a:solidFill>
              </a:rPr>
              <a:t>free_slot</a:t>
            </a:r>
            <a:r>
              <a:rPr lang="fr-FR" sz="1200" b="1" i="0">
                <a:solidFill>
                  <a:srgbClr val="0F172A"/>
                </a:solidFill>
              </a:rPr>
              <a:t>()</a:t>
            </a:r>
          </a:p>
        </p:txBody>
      </p:sp>
      <p:sp>
        <p:nvSpPr>
          <p:cNvPr id="95" name="TextBox 18">
            <a:extLst>
              <a:ext uri="{FF2B5EF4-FFF2-40B4-BE49-F238E27FC236}">
                <a16:creationId xmlns:a16="http://schemas.microsoft.com/office/drawing/2014/main" id="{F073D980-2290-0E57-BF11-5B3B87BDACA5}"/>
              </a:ext>
            </a:extLst>
          </p:cNvPr>
          <p:cNvSpPr txBox="1"/>
          <p:nvPr/>
        </p:nvSpPr>
        <p:spPr>
          <a:xfrm>
            <a:off x="6291941" y="1453150"/>
            <a:ext cx="2560320" cy="276999"/>
          </a:xfrm>
          <a:prstGeom prst="rect">
            <a:avLst/>
          </a:prstGeom>
          <a:noFill/>
          <a:ln>
            <a:solidFill/>
          </a:ln>
        </p:spPr>
        <p:txBody>
          <a:bodyPr wrap="square">
            <a:spAutoFit/>
          </a:bodyPr>
          <a:lstStyle/>
          <a:p>
            <a:pPr algn="ctr">
              <a:defRPr>
                <a:solidFill>
                  <a:srgbClr val="0F172A"/>
                </a:solidFill>
              </a:defRPr>
            </a:pPr>
            <a:r>
              <a:rPr lang="en-US" sz="1200" b="1" i="0" err="1">
                <a:solidFill>
                  <a:srgbClr val="15803D"/>
                </a:solidFill>
              </a:rPr>
              <a:t>Libère</a:t>
            </a:r>
            <a:r>
              <a:rPr lang="en-US" sz="1200" b="1" i="0">
                <a:solidFill>
                  <a:srgbClr val="15803D"/>
                </a:solidFill>
              </a:rPr>
              <a:t> un </a:t>
            </a:r>
            <a:r>
              <a:rPr lang="en-US" sz="1200" b="1" i="0" err="1">
                <a:solidFill>
                  <a:srgbClr val="15803D"/>
                </a:solidFill>
              </a:rPr>
              <a:t>créneau</a:t>
            </a:r>
            <a:r>
              <a:rPr lang="en-US" sz="1200" b="1" i="0">
                <a:solidFill>
                  <a:srgbClr val="15803D"/>
                </a:solidFill>
              </a:rPr>
              <a:t> </a:t>
            </a:r>
            <a:r>
              <a:rPr lang="en-US" sz="1200" b="1" i="0" err="1">
                <a:solidFill>
                  <a:srgbClr val="15803D"/>
                </a:solidFill>
              </a:rPr>
              <a:t>horaire</a:t>
            </a:r>
            <a:r>
              <a:rPr lang="en-US" sz="1200" b="1" i="0">
                <a:solidFill>
                  <a:srgbClr val="15803D"/>
                </a:solidFill>
              </a:rPr>
              <a:t> </a:t>
            </a:r>
            <a:r>
              <a:rPr lang="en-US" sz="1200" b="1" i="0" err="1">
                <a:solidFill>
                  <a:srgbClr val="15803D"/>
                </a:solidFill>
              </a:rPr>
              <a:t>donn</a:t>
            </a:r>
            <a:r>
              <a:rPr lang="en-US" sz="1200" b="1" err="1">
                <a:solidFill>
                  <a:srgbClr val="15803D"/>
                </a:solidFill>
              </a:rPr>
              <a:t>é</a:t>
            </a:r>
            <a:endParaRPr lang="en-US" sz="1200" b="1" i="0">
              <a:solidFill>
                <a:srgbClr val="15803D"/>
              </a:solidFill>
            </a:endParaRPr>
          </a:p>
        </p:txBody>
      </p:sp>
      <p:sp>
        <p:nvSpPr>
          <p:cNvPr id="103" name="TextBox 23">
            <a:extLst>
              <a:ext uri="{FF2B5EF4-FFF2-40B4-BE49-F238E27FC236}">
                <a16:creationId xmlns:a16="http://schemas.microsoft.com/office/drawing/2014/main" id="{C33E1B78-E92B-A45B-1B78-46219A49744B}"/>
              </a:ext>
            </a:extLst>
          </p:cNvPr>
          <p:cNvSpPr txBox="1"/>
          <p:nvPr/>
        </p:nvSpPr>
        <p:spPr>
          <a:xfrm>
            <a:off x="302622" y="4503427"/>
            <a:ext cx="8503920" cy="307777"/>
          </a:xfrm>
          <a:prstGeom prst="rect">
            <a:avLst/>
          </a:prstGeom>
          <a:noFill/>
          <a:ln>
            <a:solidFill/>
          </a:ln>
        </p:spPr>
        <p:txBody>
          <a:bodyPr wrap="square">
            <a:spAutoFit/>
          </a:bodyPr>
          <a:lstStyle/>
          <a:p>
            <a:pPr algn="ctr">
              <a:defRPr>
                <a:solidFill>
                  <a:srgbClr val="0F172A"/>
                </a:solidFill>
              </a:defRPr>
            </a:pPr>
            <a:r>
              <a:rPr lang="fr-FR" sz="1400" b="1">
                <a:solidFill>
                  <a:srgbClr val="FF0000"/>
                </a:solidFill>
              </a:rPr>
              <a:t>Des perturbations réalistes et courantes</a:t>
            </a:r>
          </a:p>
        </p:txBody>
      </p:sp>
      <p:sp>
        <p:nvSpPr>
          <p:cNvPr id="107" name="TextBox 7">
            <a:extLst>
              <a:ext uri="{FF2B5EF4-FFF2-40B4-BE49-F238E27FC236}">
                <a16:creationId xmlns:a16="http://schemas.microsoft.com/office/drawing/2014/main" id="{5BB54A8B-2158-FA65-8353-0E446BD5D143}"/>
              </a:ext>
            </a:extLst>
          </p:cNvPr>
          <p:cNvSpPr txBox="1"/>
          <p:nvPr/>
        </p:nvSpPr>
        <p:spPr>
          <a:xfrm>
            <a:off x="361400" y="3570587"/>
            <a:ext cx="2560320" cy="600164"/>
          </a:xfrm>
          <a:prstGeom prst="rect">
            <a:avLst/>
          </a:prstGeom>
          <a:noFill/>
          <a:ln>
            <a:solidFill/>
          </a:ln>
        </p:spPr>
        <p:txBody>
          <a:bodyPr wrap="square">
            <a:spAutoFit/>
          </a:bodyPr>
          <a:lstStyle/>
          <a:p>
            <a:pPr>
              <a:defRPr>
                <a:solidFill>
                  <a:srgbClr val="0F172A"/>
                </a:solidFill>
              </a:defRPr>
            </a:pPr>
            <a:r>
              <a:rPr lang="es-ES" sz="1100" b="1">
                <a:solidFill>
                  <a:srgbClr val="475569"/>
                </a:solidFill>
              </a:rPr>
              <a:t>Output : </a:t>
            </a:r>
          </a:p>
          <a:p>
            <a:pPr>
              <a:defRPr>
                <a:solidFill>
                  <a:srgbClr val="0F172A"/>
                </a:solidFill>
              </a:defRPr>
            </a:pPr>
            <a:r>
              <a:rPr lang="fr-FR" sz="1100">
                <a:solidFill>
                  <a:srgbClr val="0F172A"/>
                </a:solidFill>
              </a:rPr>
              <a:t>• Nombre de cours à replacer</a:t>
            </a:r>
          </a:p>
          <a:p>
            <a:pPr>
              <a:defRPr>
                <a:solidFill>
                  <a:srgbClr val="0F172A"/>
                </a:solidFill>
              </a:defRPr>
            </a:pPr>
            <a:r>
              <a:rPr lang="fr-FR" sz="1100">
                <a:solidFill>
                  <a:srgbClr val="0F172A"/>
                </a:solidFill>
              </a:rPr>
              <a:t>• Nouvel emploi du temps</a:t>
            </a:r>
          </a:p>
        </p:txBody>
      </p:sp>
      <p:sp>
        <p:nvSpPr>
          <p:cNvPr id="111" name="TextBox 7">
            <a:extLst>
              <a:ext uri="{FF2B5EF4-FFF2-40B4-BE49-F238E27FC236}">
                <a16:creationId xmlns:a16="http://schemas.microsoft.com/office/drawing/2014/main" id="{E94EA9D2-C288-882A-0A20-14E4A709B296}"/>
              </a:ext>
            </a:extLst>
          </p:cNvPr>
          <p:cNvSpPr txBox="1"/>
          <p:nvPr/>
        </p:nvSpPr>
        <p:spPr>
          <a:xfrm>
            <a:off x="343985" y="2711781"/>
            <a:ext cx="2560320" cy="600164"/>
          </a:xfrm>
          <a:prstGeom prst="rect">
            <a:avLst/>
          </a:prstGeom>
          <a:noFill/>
          <a:ln>
            <a:solidFill/>
          </a:ln>
        </p:spPr>
        <p:txBody>
          <a:bodyPr wrap="square">
            <a:spAutoFit/>
          </a:bodyPr>
          <a:lstStyle/>
          <a:p>
            <a:pPr>
              <a:defRPr>
                <a:solidFill>
                  <a:srgbClr val="0F172A"/>
                </a:solidFill>
              </a:defRPr>
            </a:pPr>
            <a:r>
              <a:rPr lang="es-ES" sz="1100" b="1">
                <a:solidFill>
                  <a:srgbClr val="475569"/>
                </a:solidFill>
              </a:rPr>
              <a:t>Corps : </a:t>
            </a:r>
          </a:p>
          <a:p>
            <a:pPr>
              <a:defRPr>
                <a:solidFill>
                  <a:srgbClr val="0F172A"/>
                </a:solidFill>
              </a:defRPr>
            </a:pPr>
            <a:r>
              <a:rPr lang="fr-FR" sz="1100">
                <a:solidFill>
                  <a:srgbClr val="0F172A"/>
                </a:solidFill>
              </a:rPr>
              <a:t>•  Trouve les cours perturbés</a:t>
            </a:r>
            <a:endParaRPr lang="es-ES" sz="1100" b="1">
              <a:solidFill>
                <a:srgbClr val="475569"/>
              </a:solidFill>
            </a:endParaRPr>
          </a:p>
          <a:p>
            <a:pPr>
              <a:defRPr>
                <a:solidFill>
                  <a:srgbClr val="0F172A"/>
                </a:solidFill>
              </a:defRPr>
            </a:pPr>
            <a:r>
              <a:rPr lang="fr-FR" sz="1100">
                <a:solidFill>
                  <a:srgbClr val="0F172A"/>
                </a:solidFill>
              </a:rPr>
              <a:t>•  Appelle la résolution</a:t>
            </a:r>
            <a:endParaRPr lang="es-ES" sz="1100" b="1" i="0">
              <a:solidFill>
                <a:srgbClr val="475569"/>
              </a:solidFill>
            </a:endParaRPr>
          </a:p>
        </p:txBody>
      </p:sp>
      <p:sp>
        <p:nvSpPr>
          <p:cNvPr id="113" name="TextBox 7">
            <a:extLst>
              <a:ext uri="{FF2B5EF4-FFF2-40B4-BE49-F238E27FC236}">
                <a16:creationId xmlns:a16="http://schemas.microsoft.com/office/drawing/2014/main" id="{1455F6A6-4694-5E0E-B2C7-D4EFC4D2ED14}"/>
              </a:ext>
            </a:extLst>
          </p:cNvPr>
          <p:cNvSpPr txBox="1"/>
          <p:nvPr/>
        </p:nvSpPr>
        <p:spPr>
          <a:xfrm>
            <a:off x="3315664" y="1839371"/>
            <a:ext cx="2560320" cy="600164"/>
          </a:xfrm>
          <a:prstGeom prst="rect">
            <a:avLst/>
          </a:prstGeom>
          <a:noFill/>
          <a:ln>
            <a:solidFill/>
          </a:ln>
        </p:spPr>
        <p:txBody>
          <a:bodyPr wrap="square">
            <a:spAutoFit/>
          </a:bodyPr>
          <a:lstStyle/>
          <a:p>
            <a:pPr>
              <a:defRPr>
                <a:solidFill>
                  <a:srgbClr val="0F172A"/>
                </a:solidFill>
              </a:defRPr>
            </a:pPr>
            <a:r>
              <a:rPr lang="es-ES" sz="1100" b="1">
                <a:solidFill>
                  <a:srgbClr val="475569"/>
                </a:solidFill>
              </a:rPr>
              <a:t>Input : </a:t>
            </a:r>
          </a:p>
          <a:p>
            <a:pPr>
              <a:defRPr>
                <a:solidFill>
                  <a:srgbClr val="0F172A"/>
                </a:solidFill>
              </a:defRPr>
            </a:pPr>
            <a:r>
              <a:rPr lang="fr-FR" sz="1100">
                <a:solidFill>
                  <a:srgbClr val="0F172A"/>
                </a:solidFill>
              </a:rPr>
              <a:t>•  Nom de la salle</a:t>
            </a:r>
          </a:p>
          <a:p>
            <a:pPr>
              <a:defRPr>
                <a:solidFill>
                  <a:srgbClr val="0F172A"/>
                </a:solidFill>
              </a:defRPr>
            </a:pPr>
            <a:r>
              <a:rPr lang="fr-FR" sz="1100">
                <a:solidFill>
                  <a:srgbClr val="0F172A"/>
                </a:solidFill>
              </a:rPr>
              <a:t>•  Jours et créneaux horaires d’indispo</a:t>
            </a:r>
            <a:endParaRPr lang="es-ES" sz="1100" b="1" i="0">
              <a:solidFill>
                <a:srgbClr val="475569"/>
              </a:solidFill>
            </a:endParaRPr>
          </a:p>
        </p:txBody>
      </p:sp>
      <p:sp>
        <p:nvSpPr>
          <p:cNvPr id="115" name="TextBox 7">
            <a:extLst>
              <a:ext uri="{FF2B5EF4-FFF2-40B4-BE49-F238E27FC236}">
                <a16:creationId xmlns:a16="http://schemas.microsoft.com/office/drawing/2014/main" id="{5E83776A-E6A0-2097-2F20-B388DF43E622}"/>
              </a:ext>
            </a:extLst>
          </p:cNvPr>
          <p:cNvSpPr txBox="1"/>
          <p:nvPr/>
        </p:nvSpPr>
        <p:spPr>
          <a:xfrm>
            <a:off x="3328722" y="3570586"/>
            <a:ext cx="2560320" cy="600164"/>
          </a:xfrm>
          <a:prstGeom prst="rect">
            <a:avLst/>
          </a:prstGeom>
          <a:noFill/>
          <a:ln>
            <a:solidFill/>
          </a:ln>
        </p:spPr>
        <p:txBody>
          <a:bodyPr wrap="square">
            <a:spAutoFit/>
          </a:bodyPr>
          <a:lstStyle/>
          <a:p>
            <a:pPr>
              <a:defRPr>
                <a:solidFill>
                  <a:srgbClr val="0F172A"/>
                </a:solidFill>
              </a:defRPr>
            </a:pPr>
            <a:r>
              <a:rPr lang="es-ES" sz="1100" b="1">
                <a:solidFill>
                  <a:srgbClr val="475569"/>
                </a:solidFill>
              </a:rPr>
              <a:t>Output : </a:t>
            </a:r>
          </a:p>
          <a:p>
            <a:pPr>
              <a:defRPr>
                <a:solidFill>
                  <a:srgbClr val="0F172A"/>
                </a:solidFill>
              </a:defRPr>
            </a:pPr>
            <a:r>
              <a:rPr lang="fr-FR" sz="1100">
                <a:solidFill>
                  <a:srgbClr val="0F172A"/>
                </a:solidFill>
              </a:rPr>
              <a:t>• Nombre de cours à replacer</a:t>
            </a:r>
          </a:p>
          <a:p>
            <a:pPr>
              <a:defRPr>
                <a:solidFill>
                  <a:srgbClr val="0F172A"/>
                </a:solidFill>
              </a:defRPr>
            </a:pPr>
            <a:r>
              <a:rPr lang="fr-FR" sz="1100">
                <a:solidFill>
                  <a:srgbClr val="0F172A"/>
                </a:solidFill>
              </a:rPr>
              <a:t>• Nouvel emploi du temps</a:t>
            </a:r>
          </a:p>
        </p:txBody>
      </p:sp>
      <p:sp>
        <p:nvSpPr>
          <p:cNvPr id="117" name="TextBox 7">
            <a:extLst>
              <a:ext uri="{FF2B5EF4-FFF2-40B4-BE49-F238E27FC236}">
                <a16:creationId xmlns:a16="http://schemas.microsoft.com/office/drawing/2014/main" id="{5D1889C8-CA78-AF56-85FD-E8DBE53F922E}"/>
              </a:ext>
            </a:extLst>
          </p:cNvPr>
          <p:cNvSpPr txBox="1"/>
          <p:nvPr/>
        </p:nvSpPr>
        <p:spPr>
          <a:xfrm>
            <a:off x="3311307" y="2550410"/>
            <a:ext cx="2560320" cy="938719"/>
          </a:xfrm>
          <a:prstGeom prst="rect">
            <a:avLst/>
          </a:prstGeom>
          <a:noFill/>
          <a:ln>
            <a:solidFill/>
          </a:ln>
        </p:spPr>
        <p:txBody>
          <a:bodyPr wrap="square">
            <a:spAutoFit/>
          </a:bodyPr>
          <a:lstStyle/>
          <a:p>
            <a:pPr>
              <a:defRPr>
                <a:solidFill>
                  <a:srgbClr val="0F172A"/>
                </a:solidFill>
              </a:defRPr>
            </a:pPr>
            <a:r>
              <a:rPr lang="es-ES" sz="1100" b="1">
                <a:solidFill>
                  <a:srgbClr val="475569"/>
                </a:solidFill>
              </a:rPr>
              <a:t>Corps : </a:t>
            </a:r>
          </a:p>
          <a:p>
            <a:pPr>
              <a:defRPr>
                <a:solidFill>
                  <a:srgbClr val="0F172A"/>
                </a:solidFill>
              </a:defRPr>
            </a:pPr>
            <a:r>
              <a:rPr lang="fr-FR" sz="1100">
                <a:solidFill>
                  <a:srgbClr val="0F172A"/>
                </a:solidFill>
              </a:rPr>
              <a:t>•  Trouve les cours perturbés</a:t>
            </a:r>
          </a:p>
          <a:p>
            <a:pPr>
              <a:defRPr>
                <a:solidFill>
                  <a:srgbClr val="0F172A"/>
                </a:solidFill>
              </a:defRPr>
            </a:pPr>
            <a:r>
              <a:rPr lang="fr-FR" sz="1100">
                <a:solidFill>
                  <a:srgbClr val="0F172A"/>
                </a:solidFill>
              </a:rPr>
              <a:t>•  Supprime la salle des salles disponibles aux créneaux donnés</a:t>
            </a:r>
            <a:endParaRPr lang="es-ES" sz="1100" b="1">
              <a:solidFill>
                <a:srgbClr val="475569"/>
              </a:solidFill>
            </a:endParaRPr>
          </a:p>
          <a:p>
            <a:pPr>
              <a:defRPr>
                <a:solidFill>
                  <a:srgbClr val="0F172A"/>
                </a:solidFill>
              </a:defRPr>
            </a:pPr>
            <a:r>
              <a:rPr lang="fr-FR" sz="1100">
                <a:solidFill>
                  <a:srgbClr val="0F172A"/>
                </a:solidFill>
              </a:rPr>
              <a:t>•  Appelle la résolution</a:t>
            </a:r>
            <a:endParaRPr lang="es-ES" sz="1100" b="1">
              <a:solidFill>
                <a:srgbClr val="475569"/>
              </a:solidFill>
            </a:endParaRPr>
          </a:p>
        </p:txBody>
      </p:sp>
      <p:sp>
        <p:nvSpPr>
          <p:cNvPr id="119" name="TextBox 7">
            <a:extLst>
              <a:ext uri="{FF2B5EF4-FFF2-40B4-BE49-F238E27FC236}">
                <a16:creationId xmlns:a16="http://schemas.microsoft.com/office/drawing/2014/main" id="{B5F8ADCD-31F8-15D4-D1CB-7902C8FA7FCC}"/>
              </a:ext>
            </a:extLst>
          </p:cNvPr>
          <p:cNvSpPr txBox="1"/>
          <p:nvPr/>
        </p:nvSpPr>
        <p:spPr>
          <a:xfrm>
            <a:off x="6291949" y="1839369"/>
            <a:ext cx="2560320" cy="600164"/>
          </a:xfrm>
          <a:prstGeom prst="rect">
            <a:avLst/>
          </a:prstGeom>
          <a:noFill/>
          <a:ln>
            <a:solidFill/>
          </a:ln>
        </p:spPr>
        <p:txBody>
          <a:bodyPr wrap="square">
            <a:spAutoFit/>
          </a:bodyPr>
          <a:lstStyle/>
          <a:p>
            <a:pPr>
              <a:defRPr>
                <a:solidFill>
                  <a:srgbClr val="0F172A"/>
                </a:solidFill>
              </a:defRPr>
            </a:pPr>
            <a:r>
              <a:rPr lang="es-ES" sz="1100" b="1">
                <a:solidFill>
                  <a:srgbClr val="475569"/>
                </a:solidFill>
              </a:rPr>
              <a:t>Input : </a:t>
            </a:r>
          </a:p>
          <a:p>
            <a:pPr>
              <a:defRPr>
                <a:solidFill>
                  <a:srgbClr val="0F172A"/>
                </a:solidFill>
              </a:defRPr>
            </a:pPr>
            <a:r>
              <a:rPr lang="fr-FR" sz="1100">
                <a:solidFill>
                  <a:srgbClr val="0F172A"/>
                </a:solidFill>
              </a:rPr>
              <a:t>•  Nom du ou des groupes</a:t>
            </a:r>
          </a:p>
          <a:p>
            <a:pPr>
              <a:defRPr>
                <a:solidFill>
                  <a:srgbClr val="0F172A"/>
                </a:solidFill>
              </a:defRPr>
            </a:pPr>
            <a:r>
              <a:rPr lang="fr-FR" sz="1100">
                <a:solidFill>
                  <a:srgbClr val="0F172A"/>
                </a:solidFill>
              </a:rPr>
              <a:t>•  Jours et créneaux horaires à libérer</a:t>
            </a:r>
            <a:endParaRPr lang="es-ES" sz="1100" b="1" i="0">
              <a:solidFill>
                <a:srgbClr val="475569"/>
              </a:solidFill>
            </a:endParaRPr>
          </a:p>
        </p:txBody>
      </p:sp>
      <p:sp>
        <p:nvSpPr>
          <p:cNvPr id="121" name="TextBox 7">
            <a:extLst>
              <a:ext uri="{FF2B5EF4-FFF2-40B4-BE49-F238E27FC236}">
                <a16:creationId xmlns:a16="http://schemas.microsoft.com/office/drawing/2014/main" id="{A4D77500-9163-14E1-99C7-4773EE6B5F68}"/>
              </a:ext>
            </a:extLst>
          </p:cNvPr>
          <p:cNvSpPr txBox="1"/>
          <p:nvPr/>
        </p:nvSpPr>
        <p:spPr>
          <a:xfrm>
            <a:off x="6305007" y="3570584"/>
            <a:ext cx="2560320" cy="600164"/>
          </a:xfrm>
          <a:prstGeom prst="rect">
            <a:avLst/>
          </a:prstGeom>
          <a:noFill/>
          <a:ln>
            <a:solidFill/>
          </a:ln>
        </p:spPr>
        <p:txBody>
          <a:bodyPr wrap="square">
            <a:spAutoFit/>
          </a:bodyPr>
          <a:lstStyle/>
          <a:p>
            <a:pPr>
              <a:defRPr>
                <a:solidFill>
                  <a:srgbClr val="0F172A"/>
                </a:solidFill>
              </a:defRPr>
            </a:pPr>
            <a:r>
              <a:rPr lang="es-ES" sz="1100" b="1">
                <a:solidFill>
                  <a:srgbClr val="475569"/>
                </a:solidFill>
              </a:rPr>
              <a:t>Output : </a:t>
            </a:r>
          </a:p>
          <a:p>
            <a:pPr>
              <a:defRPr>
                <a:solidFill>
                  <a:srgbClr val="0F172A"/>
                </a:solidFill>
              </a:defRPr>
            </a:pPr>
            <a:r>
              <a:rPr lang="fr-FR" sz="1100">
                <a:solidFill>
                  <a:srgbClr val="0F172A"/>
                </a:solidFill>
              </a:rPr>
              <a:t>• Nombre de cours à replacer</a:t>
            </a:r>
          </a:p>
          <a:p>
            <a:pPr>
              <a:defRPr>
                <a:solidFill>
                  <a:srgbClr val="0F172A"/>
                </a:solidFill>
              </a:defRPr>
            </a:pPr>
            <a:r>
              <a:rPr lang="fr-FR" sz="1100">
                <a:solidFill>
                  <a:srgbClr val="0F172A"/>
                </a:solidFill>
              </a:rPr>
              <a:t>• Nouvel emploi du temps</a:t>
            </a:r>
          </a:p>
        </p:txBody>
      </p:sp>
      <p:sp>
        <p:nvSpPr>
          <p:cNvPr id="123" name="TextBox 7">
            <a:extLst>
              <a:ext uri="{FF2B5EF4-FFF2-40B4-BE49-F238E27FC236}">
                <a16:creationId xmlns:a16="http://schemas.microsoft.com/office/drawing/2014/main" id="{F9522E0D-7ADB-C8B4-99A2-8AC48958459B}"/>
              </a:ext>
            </a:extLst>
          </p:cNvPr>
          <p:cNvSpPr txBox="1"/>
          <p:nvPr/>
        </p:nvSpPr>
        <p:spPr>
          <a:xfrm>
            <a:off x="6287592" y="2631093"/>
            <a:ext cx="2560320" cy="769441"/>
          </a:xfrm>
          <a:prstGeom prst="rect">
            <a:avLst/>
          </a:prstGeom>
          <a:noFill/>
          <a:ln>
            <a:solidFill/>
          </a:ln>
        </p:spPr>
        <p:txBody>
          <a:bodyPr wrap="square">
            <a:spAutoFit/>
          </a:bodyPr>
          <a:lstStyle/>
          <a:p>
            <a:pPr>
              <a:defRPr>
                <a:solidFill>
                  <a:srgbClr val="0F172A"/>
                </a:solidFill>
              </a:defRPr>
            </a:pPr>
            <a:r>
              <a:rPr lang="es-ES" sz="1100" b="1">
                <a:solidFill>
                  <a:srgbClr val="475569"/>
                </a:solidFill>
              </a:rPr>
              <a:t>Corps : </a:t>
            </a:r>
          </a:p>
          <a:p>
            <a:pPr>
              <a:defRPr>
                <a:solidFill>
                  <a:srgbClr val="0F172A"/>
                </a:solidFill>
              </a:defRPr>
            </a:pPr>
            <a:r>
              <a:rPr lang="fr-FR" sz="1100">
                <a:solidFill>
                  <a:srgbClr val="0F172A"/>
                </a:solidFill>
              </a:rPr>
              <a:t>•  Trouve les cours perturbés</a:t>
            </a:r>
          </a:p>
          <a:p>
            <a:pPr>
              <a:defRPr>
                <a:solidFill>
                  <a:srgbClr val="0F172A"/>
                </a:solidFill>
              </a:defRPr>
            </a:pPr>
            <a:r>
              <a:rPr lang="fr-FR" sz="1100">
                <a:solidFill>
                  <a:srgbClr val="0F172A"/>
                </a:solidFill>
              </a:rPr>
              <a:t>•  Marque les créneaux donnés indispo</a:t>
            </a:r>
            <a:endParaRPr lang="es-ES" sz="1100" b="1">
              <a:solidFill>
                <a:srgbClr val="475569"/>
              </a:solidFill>
            </a:endParaRPr>
          </a:p>
          <a:p>
            <a:pPr>
              <a:defRPr>
                <a:solidFill>
                  <a:srgbClr val="0F172A"/>
                </a:solidFill>
              </a:defRPr>
            </a:pPr>
            <a:r>
              <a:rPr lang="fr-FR" sz="1100">
                <a:solidFill>
                  <a:srgbClr val="0F172A"/>
                </a:solidFill>
              </a:rPr>
              <a:t>•  Appelle la résolution</a:t>
            </a:r>
            <a:endParaRPr lang="es-ES" sz="1100" b="1">
              <a:solidFill>
                <a:srgbClr val="475569"/>
              </a:solidFill>
            </a:endParaRPr>
          </a:p>
        </p:txBody>
      </p:sp>
      <p:sp>
        <p:nvSpPr>
          <p:cNvPr id="8" name="Espace réservé du numéro de diapositive 7">
            <a:extLst>
              <a:ext uri="{FF2B5EF4-FFF2-40B4-BE49-F238E27FC236}">
                <a16:creationId xmlns:a16="http://schemas.microsoft.com/office/drawing/2014/main" id="{5E8C367B-FCE4-919B-F82D-F9AB955E1353}"/>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21</a:t>
            </a:fld>
            <a:endParaRPr lang="en-US"/>
          </a:p>
        </p:txBody>
      </p:sp>
    </p:spTree>
    <p:extLst>
      <p:ext uri="{BB962C8B-B14F-4D97-AF65-F5344CB8AC3E}">
        <p14:creationId xmlns:p14="http://schemas.microsoft.com/office/powerpoint/2010/main" val="21572501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5B98C-AC39-816C-E9BF-65133FC2D415}"/>
            </a:ext>
          </a:extLst>
        </p:cNvPr>
        <p:cNvGrpSpPr/>
        <p:nvPr/>
      </p:nvGrpSpPr>
      <p:grpSpPr>
        <a:xfrm>
          <a:off x="0" y="0"/>
          <a:ext cx="0" cy="0"/>
          <a:chOff x="0" y="0"/>
          <a:chExt cx="0" cy="0"/>
        </a:xfrm>
      </p:grpSpPr>
      <p:sp>
        <p:nvSpPr>
          <p:cNvPr id="5" name="Oval 1">
            <a:extLst>
              <a:ext uri="{FF2B5EF4-FFF2-40B4-BE49-F238E27FC236}">
                <a16:creationId xmlns:a16="http://schemas.microsoft.com/office/drawing/2014/main" id="{624A298E-3942-51FD-7F8C-D0A8A3167845}"/>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2">
            <a:extLst>
              <a:ext uri="{FF2B5EF4-FFF2-40B4-BE49-F238E27FC236}">
                <a16:creationId xmlns:a16="http://schemas.microsoft.com/office/drawing/2014/main" id="{0106CCAE-A468-AB19-014E-5807C917CC25}"/>
              </a:ext>
            </a:extLst>
          </p:cNvPr>
          <p:cNvSpPr txBox="1"/>
          <p:nvPr/>
        </p:nvSpPr>
        <p:spPr>
          <a:xfrm>
            <a:off x="22644" y="80113"/>
            <a:ext cx="411911" cy="400110"/>
          </a:xfrm>
          <a:prstGeom prst="rect">
            <a:avLst/>
          </a:prstGeom>
          <a:noFill/>
        </p:spPr>
        <p:txBody>
          <a:bodyPr wrap="square">
            <a:spAutoFit/>
          </a:bodyPr>
          <a:lstStyle/>
          <a:p>
            <a:pPr algn="ctr"/>
            <a:r>
              <a:rPr lang="fr-FR" sz="2000" b="1">
                <a:solidFill>
                  <a:srgbClr val="FFFFFF"/>
                </a:solidFill>
              </a:rPr>
              <a:t>2</a:t>
            </a:r>
            <a:endParaRPr sz="2000" b="1" i="0">
              <a:solidFill>
                <a:srgbClr val="FFFFFF"/>
              </a:solidFill>
            </a:endParaRPr>
          </a:p>
        </p:txBody>
      </p:sp>
      <p:sp>
        <p:nvSpPr>
          <p:cNvPr id="2" name="TextBox 1">
            <a:extLst>
              <a:ext uri="{FF2B5EF4-FFF2-40B4-BE49-F238E27FC236}">
                <a16:creationId xmlns:a16="http://schemas.microsoft.com/office/drawing/2014/main" id="{74829493-F74E-7D96-B3DC-4F0173E6220A}"/>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Perturbations mises en place</a:t>
            </a:r>
          </a:p>
        </p:txBody>
      </p:sp>
      <p:sp>
        <p:nvSpPr>
          <p:cNvPr id="3" name="Rectangle 2">
            <a:extLst>
              <a:ext uri="{FF2B5EF4-FFF2-40B4-BE49-F238E27FC236}">
                <a16:creationId xmlns:a16="http://schemas.microsoft.com/office/drawing/2014/main" id="{018E95B9-EAAE-BCE8-4BFA-87B49FA69242}"/>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5" name="Rectangle 64">
            <a:extLst>
              <a:ext uri="{FF2B5EF4-FFF2-40B4-BE49-F238E27FC236}">
                <a16:creationId xmlns:a16="http://schemas.microsoft.com/office/drawing/2014/main" id="{7AA8DEAD-5CBC-1A55-B278-EF6BBC70864A}"/>
              </a:ext>
            </a:extLst>
          </p:cNvPr>
          <p:cNvSpPr/>
          <p:nvPr/>
        </p:nvSpPr>
        <p:spPr>
          <a:xfrm>
            <a:off x="256902" y="1014237"/>
            <a:ext cx="2743200" cy="3366907"/>
          </a:xfrm>
          <a:prstGeom prst="rect">
            <a:avLst/>
          </a:prstGeom>
          <a:solidFill>
            <a:srgbClr val="E8F0FA"/>
          </a:solidFill>
          <a:ln w="2540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7" name="Rectangle 66">
            <a:extLst>
              <a:ext uri="{FF2B5EF4-FFF2-40B4-BE49-F238E27FC236}">
                <a16:creationId xmlns:a16="http://schemas.microsoft.com/office/drawing/2014/main" id="{9CD769BA-4CE8-7EDB-4203-D4BE86FD6D53}"/>
              </a:ext>
            </a:extLst>
          </p:cNvPr>
          <p:cNvSpPr/>
          <p:nvPr/>
        </p:nvSpPr>
        <p:spPr>
          <a:xfrm>
            <a:off x="256902" y="1014238"/>
            <a:ext cx="2743200" cy="329184"/>
          </a:xfrm>
          <a:prstGeom prst="rect">
            <a:avLst/>
          </a:prstGeom>
          <a:solidFill>
            <a:schemeClr val="accent4">
              <a:lumMod val="40000"/>
              <a:lumOff val="60000"/>
            </a:schemeClr>
          </a:solidFill>
          <a:ln>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9" name="TextBox 5">
            <a:extLst>
              <a:ext uri="{FF2B5EF4-FFF2-40B4-BE49-F238E27FC236}">
                <a16:creationId xmlns:a16="http://schemas.microsoft.com/office/drawing/2014/main" id="{7312791F-1BB7-AD4C-3181-6CD40E1466C6}"/>
              </a:ext>
            </a:extLst>
          </p:cNvPr>
          <p:cNvSpPr txBox="1"/>
          <p:nvPr/>
        </p:nvSpPr>
        <p:spPr>
          <a:xfrm>
            <a:off x="348342" y="1050813"/>
            <a:ext cx="2560320" cy="276999"/>
          </a:xfrm>
          <a:prstGeom prst="rect">
            <a:avLst/>
          </a:prstGeom>
          <a:noFill/>
          <a:ln>
            <a:noFill/>
          </a:ln>
        </p:spPr>
        <p:txBody>
          <a:bodyPr wrap="square">
            <a:spAutoFit/>
          </a:bodyPr>
          <a:lstStyle/>
          <a:p>
            <a:pPr algn="ctr">
              <a:defRPr>
                <a:solidFill>
                  <a:srgbClr val="0F172A"/>
                </a:solidFill>
              </a:defRPr>
            </a:pPr>
            <a:r>
              <a:rPr lang="fr-FR" sz="1200" b="1" i="0" dirty="0" err="1">
                <a:solidFill>
                  <a:srgbClr val="0F172A"/>
                </a:solidFill>
              </a:rPr>
              <a:t>teacher_replacement</a:t>
            </a:r>
            <a:r>
              <a:rPr lang="fr-FR" sz="1200" b="1" i="0" dirty="0">
                <a:solidFill>
                  <a:srgbClr val="0F172A"/>
                </a:solidFill>
              </a:rPr>
              <a:t>()</a:t>
            </a:r>
          </a:p>
        </p:txBody>
      </p:sp>
      <p:sp>
        <p:nvSpPr>
          <p:cNvPr id="71" name="TextBox 6">
            <a:extLst>
              <a:ext uri="{FF2B5EF4-FFF2-40B4-BE49-F238E27FC236}">
                <a16:creationId xmlns:a16="http://schemas.microsoft.com/office/drawing/2014/main" id="{CD9F76B6-E8A6-47FA-AD47-5DD2FA37F785}"/>
              </a:ext>
            </a:extLst>
          </p:cNvPr>
          <p:cNvSpPr txBox="1"/>
          <p:nvPr/>
        </p:nvSpPr>
        <p:spPr>
          <a:xfrm>
            <a:off x="348342" y="1398445"/>
            <a:ext cx="2560320" cy="461665"/>
          </a:xfrm>
          <a:prstGeom prst="rect">
            <a:avLst/>
          </a:prstGeom>
          <a:noFill/>
          <a:ln>
            <a:solidFill/>
          </a:ln>
        </p:spPr>
        <p:txBody>
          <a:bodyPr wrap="square">
            <a:spAutoFit/>
          </a:bodyPr>
          <a:lstStyle/>
          <a:p>
            <a:pPr algn="ctr">
              <a:defRPr>
                <a:solidFill>
                  <a:srgbClr val="0F172A"/>
                </a:solidFill>
              </a:defRPr>
            </a:pPr>
            <a:r>
              <a:rPr lang="pt-BR" sz="1200" b="1" i="0">
                <a:solidFill>
                  <a:schemeClr val="accent4">
                    <a:lumMod val="75000"/>
                  </a:schemeClr>
                </a:solidFill>
              </a:rPr>
              <a:t>Professeur ne peut plus enseigner un cours ou cours sans prof</a:t>
            </a:r>
          </a:p>
        </p:txBody>
      </p:sp>
      <p:sp>
        <p:nvSpPr>
          <p:cNvPr id="73" name="TextBox 7">
            <a:extLst>
              <a:ext uri="{FF2B5EF4-FFF2-40B4-BE49-F238E27FC236}">
                <a16:creationId xmlns:a16="http://schemas.microsoft.com/office/drawing/2014/main" id="{E64454F1-5E89-31F8-9D18-03BCEB2E77FD}"/>
              </a:ext>
            </a:extLst>
          </p:cNvPr>
          <p:cNvSpPr txBox="1"/>
          <p:nvPr/>
        </p:nvSpPr>
        <p:spPr>
          <a:xfrm>
            <a:off x="348342" y="1897348"/>
            <a:ext cx="2560320" cy="1107996"/>
          </a:xfrm>
          <a:prstGeom prst="rect">
            <a:avLst/>
          </a:prstGeom>
          <a:noFill/>
          <a:ln>
            <a:solidFill/>
          </a:ln>
        </p:spPr>
        <p:txBody>
          <a:bodyPr wrap="square">
            <a:spAutoFit/>
          </a:bodyPr>
          <a:lstStyle/>
          <a:p>
            <a:pPr>
              <a:defRPr>
                <a:solidFill>
                  <a:srgbClr val="0F172A"/>
                </a:solidFill>
              </a:defRPr>
            </a:pPr>
            <a:r>
              <a:rPr lang="es-ES" sz="1100" b="1">
                <a:solidFill>
                  <a:srgbClr val="475569"/>
                </a:solidFill>
              </a:rPr>
              <a:t>Input : </a:t>
            </a:r>
          </a:p>
          <a:p>
            <a:pPr>
              <a:defRPr>
                <a:solidFill>
                  <a:srgbClr val="0F172A"/>
                </a:solidFill>
              </a:defRPr>
            </a:pPr>
            <a:r>
              <a:rPr lang="fr-FR" sz="1100">
                <a:solidFill>
                  <a:srgbClr val="0F172A"/>
                </a:solidFill>
              </a:rPr>
              <a:t>•  Identifiant du professeur</a:t>
            </a:r>
          </a:p>
          <a:p>
            <a:pPr>
              <a:defRPr>
                <a:solidFill>
                  <a:srgbClr val="0F172A"/>
                </a:solidFill>
              </a:defRPr>
            </a:pPr>
            <a:r>
              <a:rPr lang="fr-FR" sz="1100">
                <a:solidFill>
                  <a:srgbClr val="0F172A"/>
                </a:solidFill>
              </a:rPr>
              <a:t>•  Nom du cours</a:t>
            </a:r>
          </a:p>
          <a:p>
            <a:pPr>
              <a:defRPr>
                <a:solidFill>
                  <a:srgbClr val="0F172A"/>
                </a:solidFill>
              </a:defRPr>
            </a:pPr>
            <a:r>
              <a:rPr lang="fr-FR" sz="1100">
                <a:solidFill>
                  <a:srgbClr val="0F172A"/>
                </a:solidFill>
              </a:rPr>
              <a:t>•  Groupe(s) impactés</a:t>
            </a:r>
          </a:p>
          <a:p>
            <a:pPr>
              <a:defRPr>
                <a:solidFill>
                  <a:srgbClr val="0F172A"/>
                </a:solidFill>
              </a:defRPr>
            </a:pPr>
            <a:r>
              <a:rPr lang="fr-FR" sz="1100">
                <a:solidFill>
                  <a:srgbClr val="0F172A"/>
                </a:solidFill>
              </a:rPr>
              <a:t>•  Type de sessions impactées</a:t>
            </a:r>
          </a:p>
          <a:p>
            <a:pPr>
              <a:defRPr>
                <a:solidFill>
                  <a:srgbClr val="0F172A"/>
                </a:solidFill>
              </a:defRPr>
            </a:pPr>
            <a:r>
              <a:rPr lang="fr-FR" sz="1100">
                <a:solidFill>
                  <a:srgbClr val="0F172A"/>
                </a:solidFill>
              </a:rPr>
              <a:t>•  Jours et créneaux horaires d’absence</a:t>
            </a:r>
            <a:endParaRPr lang="es-ES" sz="1100" b="1" i="0">
              <a:solidFill>
                <a:srgbClr val="475569"/>
              </a:solidFill>
            </a:endParaRPr>
          </a:p>
        </p:txBody>
      </p:sp>
      <p:sp>
        <p:nvSpPr>
          <p:cNvPr id="77" name="Rectangle 76">
            <a:extLst>
              <a:ext uri="{FF2B5EF4-FFF2-40B4-BE49-F238E27FC236}">
                <a16:creationId xmlns:a16="http://schemas.microsoft.com/office/drawing/2014/main" id="{7F7E49CD-A038-9F56-2F95-6B44C2ACD833}"/>
              </a:ext>
            </a:extLst>
          </p:cNvPr>
          <p:cNvSpPr/>
          <p:nvPr/>
        </p:nvSpPr>
        <p:spPr>
          <a:xfrm>
            <a:off x="3228702" y="1014238"/>
            <a:ext cx="2743200" cy="3366906"/>
          </a:xfrm>
          <a:prstGeom prst="rect">
            <a:avLst/>
          </a:prstGeom>
          <a:solidFill>
            <a:srgbClr val="E8F0FA"/>
          </a:solidFill>
          <a:ln w="25400">
            <a:solidFill>
              <a:schemeClr val="tx2">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79" name="Rectangle 78">
            <a:extLst>
              <a:ext uri="{FF2B5EF4-FFF2-40B4-BE49-F238E27FC236}">
                <a16:creationId xmlns:a16="http://schemas.microsoft.com/office/drawing/2014/main" id="{5C86A09B-465B-0DB9-925E-EB84639D6FAA}"/>
              </a:ext>
            </a:extLst>
          </p:cNvPr>
          <p:cNvSpPr/>
          <p:nvPr/>
        </p:nvSpPr>
        <p:spPr>
          <a:xfrm>
            <a:off x="3228702" y="1014238"/>
            <a:ext cx="2743200" cy="329184"/>
          </a:xfrm>
          <a:prstGeom prst="rect">
            <a:avLst/>
          </a:prstGeom>
          <a:solidFill>
            <a:schemeClr val="tx2">
              <a:lumMod val="40000"/>
              <a:lumOff val="60000"/>
            </a:schemeClr>
          </a:solidFill>
          <a:ln>
            <a:solidFill>
              <a:schemeClr val="tx2">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dirty="0"/>
          </a:p>
        </p:txBody>
      </p:sp>
      <p:sp>
        <p:nvSpPr>
          <p:cNvPr id="83" name="TextBox 12">
            <a:extLst>
              <a:ext uri="{FF2B5EF4-FFF2-40B4-BE49-F238E27FC236}">
                <a16:creationId xmlns:a16="http://schemas.microsoft.com/office/drawing/2014/main" id="{BFD95633-F62A-5491-F185-2F9C90871BD3}"/>
              </a:ext>
            </a:extLst>
          </p:cNvPr>
          <p:cNvSpPr txBox="1"/>
          <p:nvPr/>
        </p:nvSpPr>
        <p:spPr>
          <a:xfrm>
            <a:off x="3320142" y="1453150"/>
            <a:ext cx="2560320" cy="276999"/>
          </a:xfrm>
          <a:prstGeom prst="rect">
            <a:avLst/>
          </a:prstGeom>
          <a:noFill/>
          <a:ln>
            <a:solidFill/>
          </a:ln>
        </p:spPr>
        <p:txBody>
          <a:bodyPr wrap="square">
            <a:spAutoFit/>
          </a:bodyPr>
          <a:lstStyle/>
          <a:p>
            <a:pPr algn="ctr">
              <a:defRPr>
                <a:solidFill>
                  <a:srgbClr val="0F172A"/>
                </a:solidFill>
              </a:defRPr>
            </a:pPr>
            <a:r>
              <a:rPr lang="en-US" sz="1200" b="1" i="0" dirty="0" err="1">
                <a:solidFill>
                  <a:schemeClr val="tx2"/>
                </a:solidFill>
              </a:rPr>
              <a:t>Déplacer</a:t>
            </a:r>
            <a:r>
              <a:rPr lang="en-US" sz="1200" b="1" i="0" dirty="0">
                <a:solidFill>
                  <a:schemeClr val="tx2"/>
                </a:solidFill>
              </a:rPr>
              <a:t> </a:t>
            </a:r>
            <a:r>
              <a:rPr lang="en-US" sz="1200" b="1" i="0" dirty="0" err="1">
                <a:solidFill>
                  <a:schemeClr val="tx2"/>
                </a:solidFill>
              </a:rPr>
              <a:t>une</a:t>
            </a:r>
            <a:r>
              <a:rPr lang="en-US" sz="1200" b="1" i="0" dirty="0">
                <a:solidFill>
                  <a:schemeClr val="tx2"/>
                </a:solidFill>
              </a:rPr>
              <a:t> </a:t>
            </a:r>
            <a:r>
              <a:rPr lang="en-US" sz="1200" b="1" i="0" dirty="0" err="1">
                <a:solidFill>
                  <a:schemeClr val="tx2"/>
                </a:solidFill>
              </a:rPr>
              <a:t>ou</a:t>
            </a:r>
            <a:r>
              <a:rPr lang="en-US" sz="1200" b="1" i="0" dirty="0">
                <a:solidFill>
                  <a:schemeClr val="tx2"/>
                </a:solidFill>
              </a:rPr>
              <a:t> </a:t>
            </a:r>
            <a:r>
              <a:rPr lang="en-US" sz="1200" b="1" i="0" dirty="0" err="1">
                <a:solidFill>
                  <a:schemeClr val="tx2"/>
                </a:solidFill>
              </a:rPr>
              <a:t>plusieurs</a:t>
            </a:r>
            <a:r>
              <a:rPr lang="en-US" sz="1200" b="1" i="0" dirty="0">
                <a:solidFill>
                  <a:schemeClr val="tx2"/>
                </a:solidFill>
              </a:rPr>
              <a:t> sessions</a:t>
            </a:r>
          </a:p>
        </p:txBody>
      </p:sp>
      <p:sp>
        <p:nvSpPr>
          <p:cNvPr id="89" name="Rectangle 88">
            <a:extLst>
              <a:ext uri="{FF2B5EF4-FFF2-40B4-BE49-F238E27FC236}">
                <a16:creationId xmlns:a16="http://schemas.microsoft.com/office/drawing/2014/main" id="{144168CE-4F69-1217-CB4B-DEEA8092F95D}"/>
              </a:ext>
            </a:extLst>
          </p:cNvPr>
          <p:cNvSpPr/>
          <p:nvPr/>
        </p:nvSpPr>
        <p:spPr>
          <a:xfrm>
            <a:off x="6200502" y="1014238"/>
            <a:ext cx="2743200" cy="3366906"/>
          </a:xfrm>
          <a:prstGeom prst="rect">
            <a:avLst/>
          </a:prstGeom>
          <a:solidFill>
            <a:srgbClr val="E8F0FA"/>
          </a:solidFill>
          <a:ln w="254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1" name="Rectangle 90">
            <a:extLst>
              <a:ext uri="{FF2B5EF4-FFF2-40B4-BE49-F238E27FC236}">
                <a16:creationId xmlns:a16="http://schemas.microsoft.com/office/drawing/2014/main" id="{636AAA42-6D7E-096E-FBBB-838130BFEFC5}"/>
              </a:ext>
            </a:extLst>
          </p:cNvPr>
          <p:cNvSpPr/>
          <p:nvPr/>
        </p:nvSpPr>
        <p:spPr>
          <a:xfrm>
            <a:off x="6200502" y="1014238"/>
            <a:ext cx="2743200" cy="329184"/>
          </a:xfrm>
          <a:prstGeom prst="rect">
            <a:avLst/>
          </a:prstGeom>
          <a:solidFill>
            <a:schemeClr val="accent5">
              <a:lumMod val="60000"/>
              <a:lumOff val="40000"/>
            </a:schemeClr>
          </a:solidFill>
          <a:ln>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dirty="0"/>
          </a:p>
        </p:txBody>
      </p:sp>
      <p:sp>
        <p:nvSpPr>
          <p:cNvPr id="95" name="TextBox 18">
            <a:extLst>
              <a:ext uri="{FF2B5EF4-FFF2-40B4-BE49-F238E27FC236}">
                <a16:creationId xmlns:a16="http://schemas.microsoft.com/office/drawing/2014/main" id="{4F1B895A-6393-941E-6F76-67BB1BCB4C93}"/>
              </a:ext>
            </a:extLst>
          </p:cNvPr>
          <p:cNvSpPr txBox="1"/>
          <p:nvPr/>
        </p:nvSpPr>
        <p:spPr>
          <a:xfrm>
            <a:off x="6291941" y="1453150"/>
            <a:ext cx="2560320" cy="276999"/>
          </a:xfrm>
          <a:prstGeom prst="rect">
            <a:avLst/>
          </a:prstGeom>
          <a:noFill/>
          <a:ln>
            <a:solidFill/>
          </a:ln>
        </p:spPr>
        <p:txBody>
          <a:bodyPr wrap="square">
            <a:spAutoFit/>
          </a:bodyPr>
          <a:lstStyle/>
          <a:p>
            <a:pPr algn="ctr">
              <a:defRPr>
                <a:solidFill>
                  <a:srgbClr val="0F172A"/>
                </a:solidFill>
              </a:defRPr>
            </a:pPr>
            <a:r>
              <a:rPr lang="en-US" sz="1200" b="1" i="0" dirty="0" err="1">
                <a:solidFill>
                  <a:schemeClr val="accent5">
                    <a:lumMod val="75000"/>
                  </a:schemeClr>
                </a:solidFill>
              </a:rPr>
              <a:t>Permuter</a:t>
            </a:r>
            <a:r>
              <a:rPr lang="en-US" sz="1200" b="1" i="0" dirty="0">
                <a:solidFill>
                  <a:schemeClr val="accent5">
                    <a:lumMod val="75000"/>
                  </a:schemeClr>
                </a:solidFill>
              </a:rPr>
              <a:t> 2 sessions données</a:t>
            </a:r>
          </a:p>
        </p:txBody>
      </p:sp>
      <p:sp>
        <p:nvSpPr>
          <p:cNvPr id="103" name="TextBox 23">
            <a:extLst>
              <a:ext uri="{FF2B5EF4-FFF2-40B4-BE49-F238E27FC236}">
                <a16:creationId xmlns:a16="http://schemas.microsoft.com/office/drawing/2014/main" id="{618570AE-8F36-E9A7-55FE-134263B80F8B}"/>
              </a:ext>
            </a:extLst>
          </p:cNvPr>
          <p:cNvSpPr txBox="1"/>
          <p:nvPr/>
        </p:nvSpPr>
        <p:spPr>
          <a:xfrm>
            <a:off x="302622" y="4503427"/>
            <a:ext cx="8503920" cy="307777"/>
          </a:xfrm>
          <a:prstGeom prst="rect">
            <a:avLst/>
          </a:prstGeom>
          <a:noFill/>
          <a:ln>
            <a:solidFill/>
          </a:ln>
        </p:spPr>
        <p:txBody>
          <a:bodyPr wrap="square">
            <a:spAutoFit/>
          </a:bodyPr>
          <a:lstStyle/>
          <a:p>
            <a:pPr algn="ctr">
              <a:defRPr>
                <a:solidFill>
                  <a:srgbClr val="0F172A"/>
                </a:solidFill>
              </a:defRPr>
            </a:pPr>
            <a:r>
              <a:rPr lang="fr-FR" sz="1400" b="1">
                <a:solidFill>
                  <a:srgbClr val="FF0000"/>
                </a:solidFill>
              </a:rPr>
              <a:t>Des perturbations réalistes et courantes</a:t>
            </a:r>
          </a:p>
        </p:txBody>
      </p:sp>
      <p:sp>
        <p:nvSpPr>
          <p:cNvPr id="107" name="TextBox 7">
            <a:extLst>
              <a:ext uri="{FF2B5EF4-FFF2-40B4-BE49-F238E27FC236}">
                <a16:creationId xmlns:a16="http://schemas.microsoft.com/office/drawing/2014/main" id="{1CC7088B-0BD6-F9AA-49A3-850446E02969}"/>
              </a:ext>
            </a:extLst>
          </p:cNvPr>
          <p:cNvSpPr txBox="1"/>
          <p:nvPr/>
        </p:nvSpPr>
        <p:spPr>
          <a:xfrm>
            <a:off x="348183" y="3720150"/>
            <a:ext cx="2560320" cy="600164"/>
          </a:xfrm>
          <a:prstGeom prst="rect">
            <a:avLst/>
          </a:prstGeom>
          <a:noFill/>
          <a:ln>
            <a:solidFill/>
          </a:ln>
        </p:spPr>
        <p:txBody>
          <a:bodyPr wrap="square">
            <a:spAutoFit/>
          </a:bodyPr>
          <a:lstStyle/>
          <a:p>
            <a:pPr>
              <a:defRPr>
                <a:solidFill>
                  <a:srgbClr val="0F172A"/>
                </a:solidFill>
              </a:defRPr>
            </a:pPr>
            <a:r>
              <a:rPr lang="es-ES" sz="1100" b="1" dirty="0">
                <a:solidFill>
                  <a:srgbClr val="475569"/>
                </a:solidFill>
              </a:rPr>
              <a:t>Output : </a:t>
            </a:r>
          </a:p>
          <a:p>
            <a:pPr>
              <a:defRPr>
                <a:solidFill>
                  <a:srgbClr val="0F172A"/>
                </a:solidFill>
              </a:defRPr>
            </a:pPr>
            <a:r>
              <a:rPr lang="fr-FR" sz="1100" dirty="0">
                <a:solidFill>
                  <a:srgbClr val="0F172A"/>
                </a:solidFill>
              </a:rPr>
              <a:t>• Cours non replacés</a:t>
            </a:r>
          </a:p>
          <a:p>
            <a:pPr>
              <a:defRPr>
                <a:solidFill>
                  <a:srgbClr val="0F172A"/>
                </a:solidFill>
              </a:defRPr>
            </a:pPr>
            <a:r>
              <a:rPr lang="fr-FR" sz="1100" dirty="0">
                <a:solidFill>
                  <a:srgbClr val="0F172A"/>
                </a:solidFill>
              </a:rPr>
              <a:t>• Nouvel emploi du temps</a:t>
            </a:r>
          </a:p>
        </p:txBody>
      </p:sp>
      <p:sp>
        <p:nvSpPr>
          <p:cNvPr id="111" name="TextBox 7">
            <a:extLst>
              <a:ext uri="{FF2B5EF4-FFF2-40B4-BE49-F238E27FC236}">
                <a16:creationId xmlns:a16="http://schemas.microsoft.com/office/drawing/2014/main" id="{98076511-D196-2490-2A79-5CF107E76513}"/>
              </a:ext>
            </a:extLst>
          </p:cNvPr>
          <p:cNvSpPr txBox="1"/>
          <p:nvPr/>
        </p:nvSpPr>
        <p:spPr>
          <a:xfrm>
            <a:off x="348342" y="3062665"/>
            <a:ext cx="2560320" cy="600164"/>
          </a:xfrm>
          <a:prstGeom prst="rect">
            <a:avLst/>
          </a:prstGeom>
          <a:noFill/>
          <a:ln>
            <a:solidFill/>
          </a:ln>
        </p:spPr>
        <p:txBody>
          <a:bodyPr wrap="square">
            <a:spAutoFit/>
          </a:bodyPr>
          <a:lstStyle/>
          <a:p>
            <a:pPr>
              <a:defRPr>
                <a:solidFill>
                  <a:srgbClr val="0F172A"/>
                </a:solidFill>
              </a:defRPr>
            </a:pPr>
            <a:r>
              <a:rPr lang="es-ES" sz="1100" b="1">
                <a:solidFill>
                  <a:srgbClr val="475569"/>
                </a:solidFill>
              </a:rPr>
              <a:t>Corps : </a:t>
            </a:r>
          </a:p>
          <a:p>
            <a:pPr>
              <a:defRPr>
                <a:solidFill>
                  <a:srgbClr val="0F172A"/>
                </a:solidFill>
              </a:defRPr>
            </a:pPr>
            <a:r>
              <a:rPr lang="fr-FR" sz="1100">
                <a:solidFill>
                  <a:srgbClr val="0F172A"/>
                </a:solidFill>
              </a:rPr>
              <a:t>•  Trouve les cours perturbés</a:t>
            </a:r>
            <a:endParaRPr lang="es-ES" sz="1100" b="1">
              <a:solidFill>
                <a:srgbClr val="475569"/>
              </a:solidFill>
            </a:endParaRPr>
          </a:p>
          <a:p>
            <a:pPr>
              <a:defRPr>
                <a:solidFill>
                  <a:srgbClr val="0F172A"/>
                </a:solidFill>
              </a:defRPr>
            </a:pPr>
            <a:r>
              <a:rPr lang="fr-FR" sz="1100">
                <a:solidFill>
                  <a:srgbClr val="0F172A"/>
                </a:solidFill>
              </a:rPr>
              <a:t>•  Appelle la résolution pour l’affectation</a:t>
            </a:r>
            <a:endParaRPr lang="es-ES" sz="1100" b="1" i="0">
              <a:solidFill>
                <a:srgbClr val="475569"/>
              </a:solidFill>
            </a:endParaRPr>
          </a:p>
        </p:txBody>
      </p:sp>
      <p:sp>
        <p:nvSpPr>
          <p:cNvPr id="113" name="TextBox 7">
            <a:extLst>
              <a:ext uri="{FF2B5EF4-FFF2-40B4-BE49-F238E27FC236}">
                <a16:creationId xmlns:a16="http://schemas.microsoft.com/office/drawing/2014/main" id="{7910D3E0-BA2B-9C33-705F-D8B469906E03}"/>
              </a:ext>
            </a:extLst>
          </p:cNvPr>
          <p:cNvSpPr txBox="1"/>
          <p:nvPr/>
        </p:nvSpPr>
        <p:spPr>
          <a:xfrm>
            <a:off x="3315664" y="1839371"/>
            <a:ext cx="2560320" cy="769441"/>
          </a:xfrm>
          <a:prstGeom prst="rect">
            <a:avLst/>
          </a:prstGeom>
          <a:noFill/>
          <a:ln>
            <a:solidFill/>
          </a:ln>
        </p:spPr>
        <p:txBody>
          <a:bodyPr wrap="square">
            <a:spAutoFit/>
          </a:bodyPr>
          <a:lstStyle/>
          <a:p>
            <a:pPr>
              <a:defRPr>
                <a:solidFill>
                  <a:srgbClr val="0F172A"/>
                </a:solidFill>
              </a:defRPr>
            </a:pPr>
            <a:r>
              <a:rPr lang="es-ES" sz="1100" b="1" dirty="0">
                <a:solidFill>
                  <a:srgbClr val="475569"/>
                </a:solidFill>
              </a:rPr>
              <a:t>Input : </a:t>
            </a:r>
          </a:p>
          <a:p>
            <a:pPr>
              <a:defRPr>
                <a:solidFill>
                  <a:srgbClr val="0F172A"/>
                </a:solidFill>
              </a:defRPr>
            </a:pPr>
            <a:r>
              <a:rPr lang="fr-FR" sz="1100" dirty="0">
                <a:solidFill>
                  <a:srgbClr val="0F172A"/>
                </a:solidFill>
              </a:rPr>
              <a:t>• Liste des sessions impactées, du jour visé pour chacune et de l’heure de début visée</a:t>
            </a:r>
          </a:p>
        </p:txBody>
      </p:sp>
      <p:sp>
        <p:nvSpPr>
          <p:cNvPr id="115" name="TextBox 7">
            <a:extLst>
              <a:ext uri="{FF2B5EF4-FFF2-40B4-BE49-F238E27FC236}">
                <a16:creationId xmlns:a16="http://schemas.microsoft.com/office/drawing/2014/main" id="{5A8ABB71-69A6-3F94-AF04-99455A9E554F}"/>
              </a:ext>
            </a:extLst>
          </p:cNvPr>
          <p:cNvSpPr txBox="1"/>
          <p:nvPr/>
        </p:nvSpPr>
        <p:spPr>
          <a:xfrm>
            <a:off x="3328722" y="3674662"/>
            <a:ext cx="2560320" cy="600164"/>
          </a:xfrm>
          <a:prstGeom prst="rect">
            <a:avLst/>
          </a:prstGeom>
          <a:noFill/>
          <a:ln>
            <a:solidFill/>
          </a:ln>
        </p:spPr>
        <p:txBody>
          <a:bodyPr wrap="square">
            <a:spAutoFit/>
          </a:bodyPr>
          <a:lstStyle/>
          <a:p>
            <a:pPr>
              <a:defRPr>
                <a:solidFill>
                  <a:srgbClr val="0F172A"/>
                </a:solidFill>
              </a:defRPr>
            </a:pPr>
            <a:r>
              <a:rPr lang="es-ES" sz="1100" b="1" dirty="0">
                <a:solidFill>
                  <a:srgbClr val="475569"/>
                </a:solidFill>
              </a:rPr>
              <a:t>Output : </a:t>
            </a:r>
          </a:p>
          <a:p>
            <a:pPr>
              <a:defRPr>
                <a:solidFill>
                  <a:srgbClr val="0F172A"/>
                </a:solidFill>
              </a:defRPr>
            </a:pPr>
            <a:r>
              <a:rPr lang="fr-FR" sz="1100" dirty="0">
                <a:solidFill>
                  <a:srgbClr val="0F172A"/>
                </a:solidFill>
              </a:rPr>
              <a:t>• Cours non replacés</a:t>
            </a:r>
          </a:p>
          <a:p>
            <a:pPr>
              <a:defRPr>
                <a:solidFill>
                  <a:srgbClr val="0F172A"/>
                </a:solidFill>
              </a:defRPr>
            </a:pPr>
            <a:r>
              <a:rPr lang="fr-FR" sz="1100" dirty="0">
                <a:solidFill>
                  <a:srgbClr val="0F172A"/>
                </a:solidFill>
              </a:rPr>
              <a:t>• Nouvel emploi du temps</a:t>
            </a:r>
          </a:p>
        </p:txBody>
      </p:sp>
      <p:sp>
        <p:nvSpPr>
          <p:cNvPr id="117" name="TextBox 7">
            <a:extLst>
              <a:ext uri="{FF2B5EF4-FFF2-40B4-BE49-F238E27FC236}">
                <a16:creationId xmlns:a16="http://schemas.microsoft.com/office/drawing/2014/main" id="{6A3828A7-7E00-96AE-EB8D-9DF20EB80CC0}"/>
              </a:ext>
            </a:extLst>
          </p:cNvPr>
          <p:cNvSpPr txBox="1"/>
          <p:nvPr/>
        </p:nvSpPr>
        <p:spPr>
          <a:xfrm>
            <a:off x="3311307" y="2758570"/>
            <a:ext cx="2560320" cy="769441"/>
          </a:xfrm>
          <a:prstGeom prst="rect">
            <a:avLst/>
          </a:prstGeom>
          <a:noFill/>
          <a:ln>
            <a:solidFill/>
          </a:ln>
        </p:spPr>
        <p:txBody>
          <a:bodyPr wrap="square">
            <a:spAutoFit/>
          </a:bodyPr>
          <a:lstStyle/>
          <a:p>
            <a:pPr>
              <a:defRPr>
                <a:solidFill>
                  <a:srgbClr val="0F172A"/>
                </a:solidFill>
              </a:defRPr>
            </a:pPr>
            <a:r>
              <a:rPr lang="es-ES" sz="1100" b="1" dirty="0">
                <a:solidFill>
                  <a:srgbClr val="475569"/>
                </a:solidFill>
              </a:rPr>
              <a:t>Corps : </a:t>
            </a:r>
          </a:p>
          <a:p>
            <a:pPr>
              <a:defRPr>
                <a:solidFill>
                  <a:srgbClr val="0F172A"/>
                </a:solidFill>
              </a:defRPr>
            </a:pPr>
            <a:r>
              <a:rPr lang="fr-FR" sz="1100" dirty="0">
                <a:solidFill>
                  <a:srgbClr val="0F172A"/>
                </a:solidFill>
              </a:rPr>
              <a:t>• Appelle une résolution propre CP-SAT</a:t>
            </a:r>
          </a:p>
          <a:p>
            <a:pPr>
              <a:defRPr>
                <a:solidFill>
                  <a:srgbClr val="0F172A"/>
                </a:solidFill>
              </a:defRPr>
            </a:pPr>
            <a:r>
              <a:rPr lang="fr-FR" sz="1100" dirty="0">
                <a:solidFill>
                  <a:srgbClr val="0F172A"/>
                </a:solidFill>
              </a:rPr>
              <a:t>• Appelle un </a:t>
            </a:r>
            <a:r>
              <a:rPr lang="fr-FR" sz="1100" dirty="0" err="1">
                <a:solidFill>
                  <a:srgbClr val="0F172A"/>
                </a:solidFill>
              </a:rPr>
              <a:t>greedy</a:t>
            </a:r>
            <a:r>
              <a:rPr lang="fr-FR" sz="1100" dirty="0">
                <a:solidFill>
                  <a:srgbClr val="0F172A"/>
                </a:solidFill>
              </a:rPr>
              <a:t> (</a:t>
            </a:r>
            <a:r>
              <a:rPr lang="fr-FR" sz="1100" dirty="0" err="1">
                <a:solidFill>
                  <a:srgbClr val="0F172A"/>
                </a:solidFill>
              </a:rPr>
              <a:t>move_one</a:t>
            </a:r>
            <a:r>
              <a:rPr lang="fr-FR" sz="1100" dirty="0">
                <a:solidFill>
                  <a:srgbClr val="0F172A"/>
                </a:solidFill>
              </a:rPr>
              <a:t>) si CP-SAT échoue</a:t>
            </a:r>
          </a:p>
        </p:txBody>
      </p:sp>
      <p:sp>
        <p:nvSpPr>
          <p:cNvPr id="119" name="TextBox 7">
            <a:extLst>
              <a:ext uri="{FF2B5EF4-FFF2-40B4-BE49-F238E27FC236}">
                <a16:creationId xmlns:a16="http://schemas.microsoft.com/office/drawing/2014/main" id="{A219086C-66BF-1F9D-8468-5F2B7F81AA46}"/>
              </a:ext>
            </a:extLst>
          </p:cNvPr>
          <p:cNvSpPr txBox="1"/>
          <p:nvPr/>
        </p:nvSpPr>
        <p:spPr>
          <a:xfrm>
            <a:off x="6291949" y="1876539"/>
            <a:ext cx="2560320" cy="430887"/>
          </a:xfrm>
          <a:prstGeom prst="rect">
            <a:avLst/>
          </a:prstGeom>
          <a:noFill/>
          <a:ln>
            <a:solidFill/>
          </a:ln>
        </p:spPr>
        <p:txBody>
          <a:bodyPr wrap="square">
            <a:spAutoFit/>
          </a:bodyPr>
          <a:lstStyle/>
          <a:p>
            <a:pPr>
              <a:defRPr>
                <a:solidFill>
                  <a:srgbClr val="0F172A"/>
                </a:solidFill>
              </a:defRPr>
            </a:pPr>
            <a:r>
              <a:rPr lang="es-ES" sz="1100" b="1" dirty="0">
                <a:solidFill>
                  <a:srgbClr val="475569"/>
                </a:solidFill>
              </a:rPr>
              <a:t>Input : </a:t>
            </a:r>
          </a:p>
          <a:p>
            <a:pPr>
              <a:defRPr>
                <a:solidFill>
                  <a:srgbClr val="0F172A"/>
                </a:solidFill>
              </a:defRPr>
            </a:pPr>
            <a:r>
              <a:rPr lang="fr-FR" sz="1100" dirty="0">
                <a:solidFill>
                  <a:srgbClr val="0F172A"/>
                </a:solidFill>
              </a:rPr>
              <a:t>• 2 sessions à permuter</a:t>
            </a:r>
            <a:endParaRPr lang="es-ES" sz="1100" b="1" i="0" dirty="0">
              <a:solidFill>
                <a:srgbClr val="475569"/>
              </a:solidFill>
            </a:endParaRPr>
          </a:p>
        </p:txBody>
      </p:sp>
      <p:sp>
        <p:nvSpPr>
          <p:cNvPr id="121" name="TextBox 7">
            <a:extLst>
              <a:ext uri="{FF2B5EF4-FFF2-40B4-BE49-F238E27FC236}">
                <a16:creationId xmlns:a16="http://schemas.microsoft.com/office/drawing/2014/main" id="{E96863F0-495E-995E-AA8A-238E5281E2CF}"/>
              </a:ext>
            </a:extLst>
          </p:cNvPr>
          <p:cNvSpPr txBox="1"/>
          <p:nvPr/>
        </p:nvSpPr>
        <p:spPr>
          <a:xfrm>
            <a:off x="6305007" y="3295525"/>
            <a:ext cx="2560320" cy="938719"/>
          </a:xfrm>
          <a:prstGeom prst="rect">
            <a:avLst/>
          </a:prstGeom>
          <a:noFill/>
          <a:ln>
            <a:solidFill/>
          </a:ln>
        </p:spPr>
        <p:txBody>
          <a:bodyPr wrap="square">
            <a:spAutoFit/>
          </a:bodyPr>
          <a:lstStyle/>
          <a:p>
            <a:pPr>
              <a:defRPr>
                <a:solidFill>
                  <a:srgbClr val="0F172A"/>
                </a:solidFill>
              </a:defRPr>
            </a:pPr>
            <a:r>
              <a:rPr lang="es-ES" sz="1100" b="1" dirty="0">
                <a:solidFill>
                  <a:srgbClr val="475569"/>
                </a:solidFill>
              </a:rPr>
              <a:t>Output : </a:t>
            </a:r>
          </a:p>
          <a:p>
            <a:pPr>
              <a:defRPr>
                <a:solidFill>
                  <a:srgbClr val="0F172A"/>
                </a:solidFill>
              </a:defRPr>
            </a:pPr>
            <a:r>
              <a:rPr lang="fr-FR" sz="1100" dirty="0">
                <a:solidFill>
                  <a:srgbClr val="0F172A"/>
                </a:solidFill>
              </a:rPr>
              <a:t>• Nouvel emploi du temps</a:t>
            </a:r>
          </a:p>
          <a:p>
            <a:pPr>
              <a:defRPr>
                <a:solidFill>
                  <a:srgbClr val="0F172A"/>
                </a:solidFill>
              </a:defRPr>
            </a:pPr>
            <a:r>
              <a:rPr lang="fr-FR" sz="1100" dirty="0">
                <a:solidFill>
                  <a:srgbClr val="0F172A"/>
                </a:solidFill>
              </a:rPr>
              <a:t>• Items bougés et leur nouveau créneau</a:t>
            </a:r>
          </a:p>
          <a:p>
            <a:pPr>
              <a:defRPr>
                <a:solidFill>
                  <a:srgbClr val="0F172A"/>
                </a:solidFill>
              </a:defRPr>
            </a:pPr>
            <a:r>
              <a:rPr lang="fr-FR" sz="1100" dirty="0">
                <a:solidFill>
                  <a:srgbClr val="0F172A"/>
                </a:solidFill>
              </a:rPr>
              <a:t>• Indication du statut de la permutation (booléen)</a:t>
            </a:r>
          </a:p>
        </p:txBody>
      </p:sp>
      <p:sp>
        <p:nvSpPr>
          <p:cNvPr id="123" name="TextBox 7">
            <a:extLst>
              <a:ext uri="{FF2B5EF4-FFF2-40B4-BE49-F238E27FC236}">
                <a16:creationId xmlns:a16="http://schemas.microsoft.com/office/drawing/2014/main" id="{7477A59B-304C-9EF8-53E6-FC18527C7196}"/>
              </a:ext>
            </a:extLst>
          </p:cNvPr>
          <p:cNvSpPr txBox="1"/>
          <p:nvPr/>
        </p:nvSpPr>
        <p:spPr>
          <a:xfrm>
            <a:off x="6287592" y="2512149"/>
            <a:ext cx="2560320" cy="600164"/>
          </a:xfrm>
          <a:prstGeom prst="rect">
            <a:avLst/>
          </a:prstGeom>
          <a:noFill/>
          <a:ln>
            <a:solidFill/>
          </a:ln>
        </p:spPr>
        <p:txBody>
          <a:bodyPr wrap="square">
            <a:spAutoFit/>
          </a:bodyPr>
          <a:lstStyle/>
          <a:p>
            <a:pPr>
              <a:defRPr>
                <a:solidFill>
                  <a:srgbClr val="0F172A"/>
                </a:solidFill>
              </a:defRPr>
            </a:pPr>
            <a:r>
              <a:rPr lang="es-ES" sz="1100" b="1" dirty="0">
                <a:solidFill>
                  <a:srgbClr val="475569"/>
                </a:solidFill>
              </a:rPr>
              <a:t>Corps : </a:t>
            </a:r>
          </a:p>
          <a:p>
            <a:pPr>
              <a:defRPr>
                <a:solidFill>
                  <a:srgbClr val="0F172A"/>
                </a:solidFill>
              </a:defRPr>
            </a:pPr>
            <a:r>
              <a:rPr lang="fr-FR" sz="1100" dirty="0">
                <a:solidFill>
                  <a:srgbClr val="0F172A"/>
                </a:solidFill>
              </a:rPr>
              <a:t>• Permute les créneaux si aucune contre indication</a:t>
            </a:r>
          </a:p>
        </p:txBody>
      </p:sp>
      <p:sp>
        <p:nvSpPr>
          <p:cNvPr id="8" name="Espace réservé du numéro de diapositive 7">
            <a:extLst>
              <a:ext uri="{FF2B5EF4-FFF2-40B4-BE49-F238E27FC236}">
                <a16:creationId xmlns:a16="http://schemas.microsoft.com/office/drawing/2014/main" id="{534BDF54-7860-57E3-1297-21F90EDAFEF4}"/>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22</a:t>
            </a:fld>
            <a:endParaRPr lang="en-US"/>
          </a:p>
        </p:txBody>
      </p:sp>
      <p:sp>
        <p:nvSpPr>
          <p:cNvPr id="6" name="TextBox 5">
            <a:extLst>
              <a:ext uri="{FF2B5EF4-FFF2-40B4-BE49-F238E27FC236}">
                <a16:creationId xmlns:a16="http://schemas.microsoft.com/office/drawing/2014/main" id="{BCC7FB2D-FAC4-09C7-1012-F22CBD126287}"/>
              </a:ext>
            </a:extLst>
          </p:cNvPr>
          <p:cNvSpPr txBox="1"/>
          <p:nvPr/>
        </p:nvSpPr>
        <p:spPr>
          <a:xfrm>
            <a:off x="3325344" y="1041070"/>
            <a:ext cx="2560320" cy="276999"/>
          </a:xfrm>
          <a:prstGeom prst="rect">
            <a:avLst/>
          </a:prstGeom>
          <a:noFill/>
          <a:ln>
            <a:noFill/>
          </a:ln>
        </p:spPr>
        <p:txBody>
          <a:bodyPr wrap="square">
            <a:spAutoFit/>
          </a:bodyPr>
          <a:lstStyle/>
          <a:p>
            <a:pPr algn="ctr">
              <a:defRPr>
                <a:solidFill>
                  <a:srgbClr val="0F172A"/>
                </a:solidFill>
              </a:defRPr>
            </a:pPr>
            <a:r>
              <a:rPr lang="fr-FR" sz="1200" b="1" dirty="0" err="1">
                <a:solidFill>
                  <a:srgbClr val="0F172A"/>
                </a:solidFill>
              </a:rPr>
              <a:t>m</a:t>
            </a:r>
            <a:r>
              <a:rPr lang="fr-FR" sz="1200" b="1" i="0" dirty="0" err="1">
                <a:solidFill>
                  <a:srgbClr val="0F172A"/>
                </a:solidFill>
              </a:rPr>
              <a:t>ove_all</a:t>
            </a:r>
            <a:r>
              <a:rPr lang="fr-FR" sz="1200" b="1" i="0" dirty="0">
                <a:solidFill>
                  <a:srgbClr val="0F172A"/>
                </a:solidFill>
              </a:rPr>
              <a:t>()</a:t>
            </a:r>
          </a:p>
        </p:txBody>
      </p:sp>
      <p:sp>
        <p:nvSpPr>
          <p:cNvPr id="12" name="TextBox 5">
            <a:extLst>
              <a:ext uri="{FF2B5EF4-FFF2-40B4-BE49-F238E27FC236}">
                <a16:creationId xmlns:a16="http://schemas.microsoft.com/office/drawing/2014/main" id="{E91F15FB-A8E2-9F60-429A-033A178054D8}"/>
              </a:ext>
            </a:extLst>
          </p:cNvPr>
          <p:cNvSpPr txBox="1"/>
          <p:nvPr/>
        </p:nvSpPr>
        <p:spPr>
          <a:xfrm>
            <a:off x="6302701" y="1037353"/>
            <a:ext cx="2560320" cy="276999"/>
          </a:xfrm>
          <a:prstGeom prst="rect">
            <a:avLst/>
          </a:prstGeom>
          <a:noFill/>
          <a:ln>
            <a:noFill/>
          </a:ln>
        </p:spPr>
        <p:txBody>
          <a:bodyPr wrap="square">
            <a:spAutoFit/>
          </a:bodyPr>
          <a:lstStyle/>
          <a:p>
            <a:pPr algn="ctr">
              <a:defRPr>
                <a:solidFill>
                  <a:srgbClr val="0F172A"/>
                </a:solidFill>
              </a:defRPr>
            </a:pPr>
            <a:r>
              <a:rPr lang="fr-FR" sz="1200" b="1" dirty="0">
                <a:solidFill>
                  <a:srgbClr val="0F172A"/>
                </a:solidFill>
              </a:rPr>
              <a:t>permutation</a:t>
            </a:r>
            <a:r>
              <a:rPr lang="fr-FR" sz="1200" b="1" i="0" dirty="0">
                <a:solidFill>
                  <a:srgbClr val="0F172A"/>
                </a:solidFill>
              </a:rPr>
              <a:t>()</a:t>
            </a:r>
          </a:p>
        </p:txBody>
      </p:sp>
    </p:spTree>
    <p:extLst>
      <p:ext uri="{BB962C8B-B14F-4D97-AF65-F5344CB8AC3E}">
        <p14:creationId xmlns:p14="http://schemas.microsoft.com/office/powerpoint/2010/main" val="27810610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E1931-AD7C-00BE-8F2E-795ADEDD2672}"/>
            </a:ext>
          </a:extLst>
        </p:cNvPr>
        <p:cNvGrpSpPr/>
        <p:nvPr/>
      </p:nvGrpSpPr>
      <p:grpSpPr>
        <a:xfrm>
          <a:off x="0" y="0"/>
          <a:ext cx="0" cy="0"/>
          <a:chOff x="0" y="0"/>
          <a:chExt cx="0" cy="0"/>
        </a:xfrm>
      </p:grpSpPr>
      <p:sp>
        <p:nvSpPr>
          <p:cNvPr id="5" name="Oval 1">
            <a:extLst>
              <a:ext uri="{FF2B5EF4-FFF2-40B4-BE49-F238E27FC236}">
                <a16:creationId xmlns:a16="http://schemas.microsoft.com/office/drawing/2014/main" id="{98E609BB-185D-5B55-B97B-584938A0EB0C}"/>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2">
            <a:extLst>
              <a:ext uri="{FF2B5EF4-FFF2-40B4-BE49-F238E27FC236}">
                <a16:creationId xmlns:a16="http://schemas.microsoft.com/office/drawing/2014/main" id="{1F3674C7-5F88-20AA-CCFC-70FD18960459}"/>
              </a:ext>
            </a:extLst>
          </p:cNvPr>
          <p:cNvSpPr txBox="1"/>
          <p:nvPr/>
        </p:nvSpPr>
        <p:spPr>
          <a:xfrm>
            <a:off x="22644" y="80113"/>
            <a:ext cx="411911" cy="400110"/>
          </a:xfrm>
          <a:prstGeom prst="rect">
            <a:avLst/>
          </a:prstGeom>
          <a:noFill/>
        </p:spPr>
        <p:txBody>
          <a:bodyPr wrap="square">
            <a:spAutoFit/>
          </a:bodyPr>
          <a:lstStyle/>
          <a:p>
            <a:pPr algn="ctr"/>
            <a:r>
              <a:rPr lang="fr-FR" sz="2000" b="1">
                <a:solidFill>
                  <a:srgbClr val="FFFFFF"/>
                </a:solidFill>
              </a:rPr>
              <a:t>2</a:t>
            </a:r>
            <a:endParaRPr sz="2000" b="1" i="0">
              <a:solidFill>
                <a:srgbClr val="FFFFFF"/>
              </a:solidFill>
            </a:endParaRPr>
          </a:p>
        </p:txBody>
      </p:sp>
      <p:sp>
        <p:nvSpPr>
          <p:cNvPr id="2" name="TextBox 1">
            <a:extLst>
              <a:ext uri="{FF2B5EF4-FFF2-40B4-BE49-F238E27FC236}">
                <a16:creationId xmlns:a16="http://schemas.microsoft.com/office/drawing/2014/main" id="{F86F7ECD-E40D-52F1-E76E-BA4D1A974282}"/>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Perturbations mises en place</a:t>
            </a:r>
          </a:p>
        </p:txBody>
      </p:sp>
      <p:sp>
        <p:nvSpPr>
          <p:cNvPr id="3" name="Rectangle 2">
            <a:extLst>
              <a:ext uri="{FF2B5EF4-FFF2-40B4-BE49-F238E27FC236}">
                <a16:creationId xmlns:a16="http://schemas.microsoft.com/office/drawing/2014/main" id="{0ECC7E79-90A2-9885-1356-9BBFDF753ACF}"/>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5" name="Rectangle 64">
            <a:extLst>
              <a:ext uri="{FF2B5EF4-FFF2-40B4-BE49-F238E27FC236}">
                <a16:creationId xmlns:a16="http://schemas.microsoft.com/office/drawing/2014/main" id="{4FABE4C6-334A-D29A-A34D-E4307D59DAF4}"/>
              </a:ext>
            </a:extLst>
          </p:cNvPr>
          <p:cNvSpPr/>
          <p:nvPr/>
        </p:nvSpPr>
        <p:spPr>
          <a:xfrm>
            <a:off x="256902" y="1014237"/>
            <a:ext cx="2743200" cy="3366907"/>
          </a:xfrm>
          <a:prstGeom prst="rect">
            <a:avLst/>
          </a:prstGeom>
          <a:solidFill>
            <a:srgbClr val="E8F0FA"/>
          </a:solidFill>
          <a:ln w="25400">
            <a:solidFill>
              <a:srgbClr val="AE1FB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7" name="Rectangle 66">
            <a:extLst>
              <a:ext uri="{FF2B5EF4-FFF2-40B4-BE49-F238E27FC236}">
                <a16:creationId xmlns:a16="http://schemas.microsoft.com/office/drawing/2014/main" id="{EB7C764F-B30D-EEB8-6174-F10366E26BC3}"/>
              </a:ext>
            </a:extLst>
          </p:cNvPr>
          <p:cNvSpPr/>
          <p:nvPr/>
        </p:nvSpPr>
        <p:spPr>
          <a:xfrm>
            <a:off x="256902" y="1014238"/>
            <a:ext cx="2743200" cy="329184"/>
          </a:xfrm>
          <a:prstGeom prst="rect">
            <a:avLst/>
          </a:prstGeom>
          <a:solidFill>
            <a:srgbClr val="FF99FF"/>
          </a:solidFill>
          <a:ln>
            <a:solidFill>
              <a:srgbClr val="AE1FB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9" name="TextBox 5">
            <a:extLst>
              <a:ext uri="{FF2B5EF4-FFF2-40B4-BE49-F238E27FC236}">
                <a16:creationId xmlns:a16="http://schemas.microsoft.com/office/drawing/2014/main" id="{6FC33738-3CE8-2367-6BF4-CD0BB84E8C74}"/>
              </a:ext>
            </a:extLst>
          </p:cNvPr>
          <p:cNvSpPr txBox="1"/>
          <p:nvPr/>
        </p:nvSpPr>
        <p:spPr>
          <a:xfrm>
            <a:off x="348342" y="1050813"/>
            <a:ext cx="2560320" cy="276999"/>
          </a:xfrm>
          <a:prstGeom prst="rect">
            <a:avLst/>
          </a:prstGeom>
          <a:noFill/>
          <a:ln>
            <a:noFill/>
          </a:ln>
        </p:spPr>
        <p:txBody>
          <a:bodyPr wrap="square">
            <a:spAutoFit/>
          </a:bodyPr>
          <a:lstStyle/>
          <a:p>
            <a:pPr algn="ctr">
              <a:defRPr>
                <a:solidFill>
                  <a:srgbClr val="0F172A"/>
                </a:solidFill>
              </a:defRPr>
            </a:pPr>
            <a:r>
              <a:rPr lang="fr-FR" sz="1200" b="1" dirty="0" err="1">
                <a:solidFill>
                  <a:srgbClr val="0F172A"/>
                </a:solidFill>
              </a:rPr>
              <a:t>all_room_change</a:t>
            </a:r>
            <a:r>
              <a:rPr lang="fr-FR" sz="1200" b="1" i="0" dirty="0">
                <a:solidFill>
                  <a:srgbClr val="0F172A"/>
                </a:solidFill>
              </a:rPr>
              <a:t>()</a:t>
            </a:r>
          </a:p>
        </p:txBody>
      </p:sp>
      <p:sp>
        <p:nvSpPr>
          <p:cNvPr id="71" name="TextBox 6">
            <a:extLst>
              <a:ext uri="{FF2B5EF4-FFF2-40B4-BE49-F238E27FC236}">
                <a16:creationId xmlns:a16="http://schemas.microsoft.com/office/drawing/2014/main" id="{41DED3DE-5D12-C8F6-2619-9F6A17753FD3}"/>
              </a:ext>
            </a:extLst>
          </p:cNvPr>
          <p:cNvSpPr txBox="1"/>
          <p:nvPr/>
        </p:nvSpPr>
        <p:spPr>
          <a:xfrm>
            <a:off x="348342" y="1398445"/>
            <a:ext cx="2560320" cy="276999"/>
          </a:xfrm>
          <a:prstGeom prst="rect">
            <a:avLst/>
          </a:prstGeom>
          <a:noFill/>
          <a:ln>
            <a:solidFill/>
          </a:ln>
        </p:spPr>
        <p:txBody>
          <a:bodyPr wrap="square">
            <a:spAutoFit/>
          </a:bodyPr>
          <a:lstStyle/>
          <a:p>
            <a:pPr algn="ctr">
              <a:defRPr>
                <a:solidFill>
                  <a:srgbClr val="0F172A"/>
                </a:solidFill>
              </a:defRPr>
            </a:pPr>
            <a:r>
              <a:rPr lang="pt-BR" sz="1200" b="1" i="0" dirty="0">
                <a:solidFill>
                  <a:schemeClr val="accent4">
                    <a:lumMod val="75000"/>
                  </a:schemeClr>
                </a:solidFill>
              </a:rPr>
              <a:t>Changer une session de salle</a:t>
            </a:r>
          </a:p>
        </p:txBody>
      </p:sp>
      <p:sp>
        <p:nvSpPr>
          <p:cNvPr id="73" name="TextBox 7">
            <a:extLst>
              <a:ext uri="{FF2B5EF4-FFF2-40B4-BE49-F238E27FC236}">
                <a16:creationId xmlns:a16="http://schemas.microsoft.com/office/drawing/2014/main" id="{DD95B228-89B5-51EF-5AC1-A8A049A00406}"/>
              </a:ext>
            </a:extLst>
          </p:cNvPr>
          <p:cNvSpPr txBox="1"/>
          <p:nvPr/>
        </p:nvSpPr>
        <p:spPr>
          <a:xfrm>
            <a:off x="348342" y="1704064"/>
            <a:ext cx="2560320" cy="600164"/>
          </a:xfrm>
          <a:prstGeom prst="rect">
            <a:avLst/>
          </a:prstGeom>
          <a:noFill/>
          <a:ln>
            <a:solidFill/>
          </a:ln>
        </p:spPr>
        <p:txBody>
          <a:bodyPr wrap="square">
            <a:spAutoFit/>
          </a:bodyPr>
          <a:lstStyle/>
          <a:p>
            <a:pPr>
              <a:defRPr>
                <a:solidFill>
                  <a:srgbClr val="0F172A"/>
                </a:solidFill>
              </a:defRPr>
            </a:pPr>
            <a:r>
              <a:rPr lang="es-ES" sz="1100" b="1" dirty="0">
                <a:solidFill>
                  <a:srgbClr val="475569"/>
                </a:solidFill>
              </a:rPr>
              <a:t>Input : </a:t>
            </a:r>
          </a:p>
          <a:p>
            <a:pPr>
              <a:defRPr>
                <a:solidFill>
                  <a:srgbClr val="0F172A"/>
                </a:solidFill>
              </a:defRPr>
            </a:pPr>
            <a:r>
              <a:rPr lang="fr-FR" sz="1100" dirty="0">
                <a:solidFill>
                  <a:srgbClr val="0F172A"/>
                </a:solidFill>
              </a:rPr>
              <a:t>• Liste des sessions de leur salle voulue (optionnel)</a:t>
            </a:r>
          </a:p>
        </p:txBody>
      </p:sp>
      <p:sp>
        <p:nvSpPr>
          <p:cNvPr id="77" name="Rectangle 76">
            <a:extLst>
              <a:ext uri="{FF2B5EF4-FFF2-40B4-BE49-F238E27FC236}">
                <a16:creationId xmlns:a16="http://schemas.microsoft.com/office/drawing/2014/main" id="{83C4F026-AB40-C45C-8C06-D9E1BCBF4E18}"/>
              </a:ext>
            </a:extLst>
          </p:cNvPr>
          <p:cNvSpPr/>
          <p:nvPr/>
        </p:nvSpPr>
        <p:spPr>
          <a:xfrm>
            <a:off x="3228702" y="1014238"/>
            <a:ext cx="2743200" cy="3366906"/>
          </a:xfrm>
          <a:prstGeom prst="rect">
            <a:avLst/>
          </a:prstGeom>
          <a:solidFill>
            <a:srgbClr val="E8F0FA"/>
          </a:solidFill>
          <a:ln w="25400">
            <a:solidFill>
              <a:srgbClr val="FA6C6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79" name="Rectangle 78">
            <a:extLst>
              <a:ext uri="{FF2B5EF4-FFF2-40B4-BE49-F238E27FC236}">
                <a16:creationId xmlns:a16="http://schemas.microsoft.com/office/drawing/2014/main" id="{67BCB8F2-2BF3-7671-8EF7-6EF5A8172DE2}"/>
              </a:ext>
            </a:extLst>
          </p:cNvPr>
          <p:cNvSpPr/>
          <p:nvPr/>
        </p:nvSpPr>
        <p:spPr>
          <a:xfrm>
            <a:off x="3228702" y="1014238"/>
            <a:ext cx="2743200" cy="329184"/>
          </a:xfrm>
          <a:prstGeom prst="rect">
            <a:avLst/>
          </a:prstGeom>
          <a:solidFill>
            <a:srgbClr val="FF6699"/>
          </a:solidFill>
          <a:ln>
            <a:solidFill>
              <a:srgbClr val="FA6C6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dirty="0"/>
          </a:p>
        </p:txBody>
      </p:sp>
      <p:sp>
        <p:nvSpPr>
          <p:cNvPr id="83" name="TextBox 12">
            <a:extLst>
              <a:ext uri="{FF2B5EF4-FFF2-40B4-BE49-F238E27FC236}">
                <a16:creationId xmlns:a16="http://schemas.microsoft.com/office/drawing/2014/main" id="{0A9E8D21-926B-D26A-1551-84FACBDAD7C8}"/>
              </a:ext>
            </a:extLst>
          </p:cNvPr>
          <p:cNvSpPr txBox="1"/>
          <p:nvPr/>
        </p:nvSpPr>
        <p:spPr>
          <a:xfrm>
            <a:off x="3320142" y="1453150"/>
            <a:ext cx="2560320" cy="461665"/>
          </a:xfrm>
          <a:prstGeom prst="rect">
            <a:avLst/>
          </a:prstGeom>
          <a:noFill/>
          <a:ln>
            <a:solidFill/>
          </a:ln>
        </p:spPr>
        <p:txBody>
          <a:bodyPr wrap="square">
            <a:spAutoFit/>
          </a:bodyPr>
          <a:lstStyle/>
          <a:p>
            <a:pPr algn="ctr">
              <a:defRPr>
                <a:solidFill>
                  <a:srgbClr val="0F172A"/>
                </a:solidFill>
              </a:defRPr>
            </a:pPr>
            <a:r>
              <a:rPr lang="en-US" sz="1200" b="1" i="0" dirty="0" err="1">
                <a:solidFill>
                  <a:schemeClr val="tx2"/>
                </a:solidFill>
              </a:rPr>
              <a:t>Ajouter</a:t>
            </a:r>
            <a:r>
              <a:rPr lang="en-US" sz="1200" b="1" i="0" dirty="0">
                <a:solidFill>
                  <a:schemeClr val="tx2"/>
                </a:solidFill>
              </a:rPr>
              <a:t> des sessions à un </a:t>
            </a:r>
            <a:r>
              <a:rPr lang="en-US" sz="1200" b="1" i="0" dirty="0" err="1">
                <a:solidFill>
                  <a:schemeClr val="tx2"/>
                </a:solidFill>
              </a:rPr>
              <a:t>cours</a:t>
            </a:r>
            <a:r>
              <a:rPr lang="en-US" sz="1200" b="1" i="0" dirty="0">
                <a:solidFill>
                  <a:schemeClr val="tx2"/>
                </a:solidFill>
              </a:rPr>
              <a:t> déjà </a:t>
            </a:r>
            <a:r>
              <a:rPr lang="en-US" sz="1200" b="1" i="0" dirty="0" err="1">
                <a:solidFill>
                  <a:schemeClr val="tx2"/>
                </a:solidFill>
              </a:rPr>
              <a:t>existant</a:t>
            </a:r>
            <a:endParaRPr lang="en-US" sz="1200" b="1" i="0" dirty="0">
              <a:solidFill>
                <a:schemeClr val="tx2"/>
              </a:solidFill>
            </a:endParaRPr>
          </a:p>
        </p:txBody>
      </p:sp>
      <p:sp>
        <p:nvSpPr>
          <p:cNvPr id="89" name="Rectangle 88">
            <a:extLst>
              <a:ext uri="{FF2B5EF4-FFF2-40B4-BE49-F238E27FC236}">
                <a16:creationId xmlns:a16="http://schemas.microsoft.com/office/drawing/2014/main" id="{E3EB1B81-634D-23DC-F22B-900AADCAD5D7}"/>
              </a:ext>
            </a:extLst>
          </p:cNvPr>
          <p:cNvSpPr/>
          <p:nvPr/>
        </p:nvSpPr>
        <p:spPr>
          <a:xfrm>
            <a:off x="6200502" y="1014238"/>
            <a:ext cx="2743200" cy="3366906"/>
          </a:xfrm>
          <a:prstGeom prst="rect">
            <a:avLst/>
          </a:prstGeom>
          <a:solidFill>
            <a:srgbClr val="E8F0FA"/>
          </a:solidFill>
          <a:ln w="25400">
            <a:solidFill>
              <a:srgbClr val="F49A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1" name="Rectangle 90">
            <a:extLst>
              <a:ext uri="{FF2B5EF4-FFF2-40B4-BE49-F238E27FC236}">
                <a16:creationId xmlns:a16="http://schemas.microsoft.com/office/drawing/2014/main" id="{F2C278C4-33D4-1A0E-D9E1-A5A5E4E949BB}"/>
              </a:ext>
            </a:extLst>
          </p:cNvPr>
          <p:cNvSpPr/>
          <p:nvPr/>
        </p:nvSpPr>
        <p:spPr>
          <a:xfrm>
            <a:off x="6200502" y="1014238"/>
            <a:ext cx="2743200" cy="329184"/>
          </a:xfrm>
          <a:prstGeom prst="rect">
            <a:avLst/>
          </a:prstGeom>
          <a:solidFill>
            <a:srgbClr val="FF7C80"/>
          </a:solidFill>
          <a:ln>
            <a:solidFill>
              <a:srgbClr val="F49A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dirty="0"/>
          </a:p>
        </p:txBody>
      </p:sp>
      <p:sp>
        <p:nvSpPr>
          <p:cNvPr id="95" name="TextBox 18">
            <a:extLst>
              <a:ext uri="{FF2B5EF4-FFF2-40B4-BE49-F238E27FC236}">
                <a16:creationId xmlns:a16="http://schemas.microsoft.com/office/drawing/2014/main" id="{32F1F864-770C-4B31-8CE1-A8685F3E5780}"/>
              </a:ext>
            </a:extLst>
          </p:cNvPr>
          <p:cNvSpPr txBox="1"/>
          <p:nvPr/>
        </p:nvSpPr>
        <p:spPr>
          <a:xfrm>
            <a:off x="6291941" y="1453150"/>
            <a:ext cx="2560320" cy="461665"/>
          </a:xfrm>
          <a:prstGeom prst="rect">
            <a:avLst/>
          </a:prstGeom>
          <a:noFill/>
          <a:ln>
            <a:solidFill/>
          </a:ln>
        </p:spPr>
        <p:txBody>
          <a:bodyPr wrap="square">
            <a:spAutoFit/>
          </a:bodyPr>
          <a:lstStyle/>
          <a:p>
            <a:pPr algn="ctr">
              <a:defRPr>
                <a:solidFill>
                  <a:srgbClr val="0F172A"/>
                </a:solidFill>
              </a:defRPr>
            </a:pPr>
            <a:r>
              <a:rPr lang="en-US" sz="1200" b="1" i="0" dirty="0" err="1">
                <a:solidFill>
                  <a:srgbClr val="FA6C6C"/>
                </a:solidFill>
              </a:rPr>
              <a:t>Retirer</a:t>
            </a:r>
            <a:r>
              <a:rPr lang="en-US" sz="1200" b="1" i="0" dirty="0">
                <a:solidFill>
                  <a:srgbClr val="FA6C6C"/>
                </a:solidFill>
              </a:rPr>
              <a:t> des sessions de </a:t>
            </a:r>
            <a:r>
              <a:rPr lang="en-US" sz="1200" b="1" i="0" dirty="0" err="1">
                <a:solidFill>
                  <a:srgbClr val="FA6C6C"/>
                </a:solidFill>
              </a:rPr>
              <a:t>l’emploi</a:t>
            </a:r>
            <a:r>
              <a:rPr lang="en-US" sz="1200" b="1" i="0" dirty="0">
                <a:solidFill>
                  <a:srgbClr val="FA6C6C"/>
                </a:solidFill>
              </a:rPr>
              <a:t> du temps</a:t>
            </a:r>
          </a:p>
        </p:txBody>
      </p:sp>
      <p:sp>
        <p:nvSpPr>
          <p:cNvPr id="103" name="TextBox 23">
            <a:extLst>
              <a:ext uri="{FF2B5EF4-FFF2-40B4-BE49-F238E27FC236}">
                <a16:creationId xmlns:a16="http://schemas.microsoft.com/office/drawing/2014/main" id="{325D95D3-FCD1-8744-910A-C15CDF38B39E}"/>
              </a:ext>
            </a:extLst>
          </p:cNvPr>
          <p:cNvSpPr txBox="1"/>
          <p:nvPr/>
        </p:nvSpPr>
        <p:spPr>
          <a:xfrm>
            <a:off x="302622" y="4503427"/>
            <a:ext cx="8503920" cy="307777"/>
          </a:xfrm>
          <a:prstGeom prst="rect">
            <a:avLst/>
          </a:prstGeom>
          <a:noFill/>
          <a:ln>
            <a:solidFill/>
          </a:ln>
        </p:spPr>
        <p:txBody>
          <a:bodyPr wrap="square">
            <a:spAutoFit/>
          </a:bodyPr>
          <a:lstStyle/>
          <a:p>
            <a:pPr algn="ctr">
              <a:defRPr>
                <a:solidFill>
                  <a:srgbClr val="0F172A"/>
                </a:solidFill>
              </a:defRPr>
            </a:pPr>
            <a:r>
              <a:rPr lang="fr-FR" sz="1400" b="1">
                <a:solidFill>
                  <a:srgbClr val="FF0000"/>
                </a:solidFill>
              </a:rPr>
              <a:t>Des perturbations réalistes et courantes</a:t>
            </a:r>
          </a:p>
        </p:txBody>
      </p:sp>
      <p:sp>
        <p:nvSpPr>
          <p:cNvPr id="107" name="TextBox 7">
            <a:extLst>
              <a:ext uri="{FF2B5EF4-FFF2-40B4-BE49-F238E27FC236}">
                <a16:creationId xmlns:a16="http://schemas.microsoft.com/office/drawing/2014/main" id="{4BEF7129-A53A-B824-20BD-5D9E7376468A}"/>
              </a:ext>
            </a:extLst>
          </p:cNvPr>
          <p:cNvSpPr txBox="1"/>
          <p:nvPr/>
        </p:nvSpPr>
        <p:spPr>
          <a:xfrm>
            <a:off x="348183" y="3541733"/>
            <a:ext cx="2560320" cy="769441"/>
          </a:xfrm>
          <a:prstGeom prst="rect">
            <a:avLst/>
          </a:prstGeom>
          <a:noFill/>
          <a:ln>
            <a:solidFill/>
          </a:ln>
        </p:spPr>
        <p:txBody>
          <a:bodyPr wrap="square">
            <a:spAutoFit/>
          </a:bodyPr>
          <a:lstStyle/>
          <a:p>
            <a:pPr>
              <a:defRPr>
                <a:solidFill>
                  <a:srgbClr val="0F172A"/>
                </a:solidFill>
              </a:defRPr>
            </a:pPr>
            <a:r>
              <a:rPr lang="es-ES" sz="1100" b="1" dirty="0">
                <a:solidFill>
                  <a:srgbClr val="475569"/>
                </a:solidFill>
              </a:rPr>
              <a:t>Output : </a:t>
            </a:r>
          </a:p>
          <a:p>
            <a:pPr>
              <a:defRPr>
                <a:solidFill>
                  <a:srgbClr val="0F172A"/>
                </a:solidFill>
              </a:defRPr>
            </a:pPr>
            <a:r>
              <a:rPr lang="fr-FR" sz="1100" dirty="0">
                <a:solidFill>
                  <a:srgbClr val="0F172A"/>
                </a:solidFill>
              </a:rPr>
              <a:t>• Sessions dont la salle a changé et leur nouvelle salle</a:t>
            </a:r>
          </a:p>
          <a:p>
            <a:pPr>
              <a:defRPr>
                <a:solidFill>
                  <a:srgbClr val="0F172A"/>
                </a:solidFill>
              </a:defRPr>
            </a:pPr>
            <a:r>
              <a:rPr lang="fr-FR" sz="1100" dirty="0">
                <a:solidFill>
                  <a:srgbClr val="0F172A"/>
                </a:solidFill>
              </a:rPr>
              <a:t>• Nouvel emploi du temps</a:t>
            </a:r>
          </a:p>
        </p:txBody>
      </p:sp>
      <p:sp>
        <p:nvSpPr>
          <p:cNvPr id="111" name="TextBox 7">
            <a:extLst>
              <a:ext uri="{FF2B5EF4-FFF2-40B4-BE49-F238E27FC236}">
                <a16:creationId xmlns:a16="http://schemas.microsoft.com/office/drawing/2014/main" id="{4BB7B802-902F-1E4E-280A-15AD81310AD9}"/>
              </a:ext>
            </a:extLst>
          </p:cNvPr>
          <p:cNvSpPr txBox="1"/>
          <p:nvPr/>
        </p:nvSpPr>
        <p:spPr>
          <a:xfrm>
            <a:off x="348183" y="2361250"/>
            <a:ext cx="2560320" cy="1107996"/>
          </a:xfrm>
          <a:prstGeom prst="rect">
            <a:avLst/>
          </a:prstGeom>
          <a:noFill/>
          <a:ln>
            <a:solidFill/>
          </a:ln>
        </p:spPr>
        <p:txBody>
          <a:bodyPr wrap="square">
            <a:spAutoFit/>
          </a:bodyPr>
          <a:lstStyle/>
          <a:p>
            <a:pPr>
              <a:defRPr>
                <a:solidFill>
                  <a:srgbClr val="0F172A"/>
                </a:solidFill>
              </a:defRPr>
            </a:pPr>
            <a:r>
              <a:rPr lang="es-ES" sz="1100" b="1" dirty="0">
                <a:solidFill>
                  <a:srgbClr val="475569"/>
                </a:solidFill>
              </a:rPr>
              <a:t>Corps : </a:t>
            </a:r>
          </a:p>
          <a:p>
            <a:pPr>
              <a:defRPr>
                <a:solidFill>
                  <a:srgbClr val="0F172A"/>
                </a:solidFill>
              </a:defRPr>
            </a:pPr>
            <a:r>
              <a:rPr lang="fr-FR" sz="1100" dirty="0">
                <a:solidFill>
                  <a:srgbClr val="0F172A"/>
                </a:solidFill>
              </a:rPr>
              <a:t>•  Si salle donnée, tente de changer de salle directement</a:t>
            </a:r>
            <a:endParaRPr lang="es-ES" sz="1100" b="1" dirty="0">
              <a:solidFill>
                <a:srgbClr val="475569"/>
              </a:solidFill>
            </a:endParaRPr>
          </a:p>
          <a:p>
            <a:pPr>
              <a:defRPr>
                <a:solidFill>
                  <a:srgbClr val="0F172A"/>
                </a:solidFill>
              </a:defRPr>
            </a:pPr>
            <a:r>
              <a:rPr lang="fr-FR" sz="1100" dirty="0">
                <a:solidFill>
                  <a:srgbClr val="0F172A"/>
                </a:solidFill>
              </a:rPr>
              <a:t>•  Appelle la résolution CP-SAT pour l’affectation de la meilleure salle si besoin</a:t>
            </a:r>
          </a:p>
          <a:p>
            <a:pPr>
              <a:defRPr>
                <a:solidFill>
                  <a:srgbClr val="0F172A"/>
                </a:solidFill>
              </a:defRPr>
            </a:pPr>
            <a:r>
              <a:rPr lang="fr-FR" sz="1100" dirty="0">
                <a:solidFill>
                  <a:srgbClr val="0F172A"/>
                </a:solidFill>
              </a:rPr>
              <a:t>•  Appelle un </a:t>
            </a:r>
            <a:r>
              <a:rPr lang="fr-FR" sz="1100" dirty="0" err="1">
                <a:solidFill>
                  <a:srgbClr val="0F172A"/>
                </a:solidFill>
              </a:rPr>
              <a:t>greedy</a:t>
            </a:r>
            <a:r>
              <a:rPr lang="fr-FR" sz="1100" dirty="0">
                <a:solidFill>
                  <a:srgbClr val="0F172A"/>
                </a:solidFill>
              </a:rPr>
              <a:t> si CP-SAT échoue</a:t>
            </a:r>
            <a:endParaRPr lang="es-ES" sz="1100" b="1" dirty="0">
              <a:solidFill>
                <a:srgbClr val="475569"/>
              </a:solidFill>
            </a:endParaRPr>
          </a:p>
        </p:txBody>
      </p:sp>
      <p:sp>
        <p:nvSpPr>
          <p:cNvPr id="113" name="TextBox 7">
            <a:extLst>
              <a:ext uri="{FF2B5EF4-FFF2-40B4-BE49-F238E27FC236}">
                <a16:creationId xmlns:a16="http://schemas.microsoft.com/office/drawing/2014/main" id="{AB999276-8BBE-7460-D53C-E1A53D9E3802}"/>
              </a:ext>
            </a:extLst>
          </p:cNvPr>
          <p:cNvSpPr txBox="1"/>
          <p:nvPr/>
        </p:nvSpPr>
        <p:spPr>
          <a:xfrm>
            <a:off x="3315664" y="2002919"/>
            <a:ext cx="2560320" cy="938719"/>
          </a:xfrm>
          <a:prstGeom prst="rect">
            <a:avLst/>
          </a:prstGeom>
          <a:noFill/>
          <a:ln>
            <a:solidFill/>
          </a:ln>
        </p:spPr>
        <p:txBody>
          <a:bodyPr wrap="square">
            <a:spAutoFit/>
          </a:bodyPr>
          <a:lstStyle/>
          <a:p>
            <a:pPr>
              <a:defRPr>
                <a:solidFill>
                  <a:srgbClr val="0F172A"/>
                </a:solidFill>
              </a:defRPr>
            </a:pPr>
            <a:r>
              <a:rPr lang="es-ES" sz="1100" b="1" dirty="0">
                <a:solidFill>
                  <a:srgbClr val="475569"/>
                </a:solidFill>
              </a:rPr>
              <a:t>Input : </a:t>
            </a:r>
          </a:p>
          <a:p>
            <a:pPr>
              <a:defRPr>
                <a:solidFill>
                  <a:srgbClr val="0F172A"/>
                </a:solidFill>
              </a:defRPr>
            </a:pPr>
            <a:r>
              <a:rPr lang="fr-FR" sz="1100" dirty="0">
                <a:solidFill>
                  <a:srgbClr val="0F172A"/>
                </a:solidFill>
              </a:rPr>
              <a:t>• Liste des tuples (</a:t>
            </a:r>
            <a:r>
              <a:rPr lang="fr-FR" sz="1100" dirty="0" err="1">
                <a:solidFill>
                  <a:srgbClr val="0F172A"/>
                </a:solidFill>
              </a:rPr>
              <a:t>cours,prof,groupes,type</a:t>
            </a:r>
            <a:r>
              <a:rPr lang="fr-FR" sz="1100" dirty="0">
                <a:solidFill>
                  <a:srgbClr val="0F172A"/>
                </a:solidFill>
              </a:rPr>
              <a:t> de session, durée et potentiellement salle, jour et heure de début de la session)</a:t>
            </a:r>
          </a:p>
        </p:txBody>
      </p:sp>
      <p:sp>
        <p:nvSpPr>
          <p:cNvPr id="115" name="TextBox 7">
            <a:extLst>
              <a:ext uri="{FF2B5EF4-FFF2-40B4-BE49-F238E27FC236}">
                <a16:creationId xmlns:a16="http://schemas.microsoft.com/office/drawing/2014/main" id="{2195459E-7DC7-D710-9EBB-97C9E1E77946}"/>
              </a:ext>
            </a:extLst>
          </p:cNvPr>
          <p:cNvSpPr txBox="1"/>
          <p:nvPr/>
        </p:nvSpPr>
        <p:spPr>
          <a:xfrm>
            <a:off x="3321288" y="3682096"/>
            <a:ext cx="2560320" cy="600164"/>
          </a:xfrm>
          <a:prstGeom prst="rect">
            <a:avLst/>
          </a:prstGeom>
          <a:noFill/>
          <a:ln>
            <a:solidFill/>
          </a:ln>
        </p:spPr>
        <p:txBody>
          <a:bodyPr wrap="square">
            <a:spAutoFit/>
          </a:bodyPr>
          <a:lstStyle/>
          <a:p>
            <a:pPr>
              <a:defRPr>
                <a:solidFill>
                  <a:srgbClr val="0F172A"/>
                </a:solidFill>
              </a:defRPr>
            </a:pPr>
            <a:r>
              <a:rPr lang="es-ES" sz="1100" b="1" dirty="0">
                <a:solidFill>
                  <a:srgbClr val="475569"/>
                </a:solidFill>
              </a:rPr>
              <a:t>Output : </a:t>
            </a:r>
          </a:p>
          <a:p>
            <a:pPr>
              <a:defRPr>
                <a:solidFill>
                  <a:srgbClr val="0F172A"/>
                </a:solidFill>
              </a:defRPr>
            </a:pPr>
            <a:r>
              <a:rPr lang="fr-FR" sz="1100" dirty="0">
                <a:solidFill>
                  <a:srgbClr val="0F172A"/>
                </a:solidFill>
              </a:rPr>
              <a:t>• Sessions ajoutées et non ajoutées</a:t>
            </a:r>
          </a:p>
          <a:p>
            <a:pPr>
              <a:defRPr>
                <a:solidFill>
                  <a:srgbClr val="0F172A"/>
                </a:solidFill>
              </a:defRPr>
            </a:pPr>
            <a:r>
              <a:rPr lang="fr-FR" sz="1100" dirty="0">
                <a:solidFill>
                  <a:srgbClr val="0F172A"/>
                </a:solidFill>
              </a:rPr>
              <a:t>• Nouvel emploi du temps</a:t>
            </a:r>
          </a:p>
        </p:txBody>
      </p:sp>
      <p:sp>
        <p:nvSpPr>
          <p:cNvPr id="117" name="TextBox 7">
            <a:extLst>
              <a:ext uri="{FF2B5EF4-FFF2-40B4-BE49-F238E27FC236}">
                <a16:creationId xmlns:a16="http://schemas.microsoft.com/office/drawing/2014/main" id="{195F1B15-84C5-D9B9-150E-4B63E166DF08}"/>
              </a:ext>
            </a:extLst>
          </p:cNvPr>
          <p:cNvSpPr txBox="1"/>
          <p:nvPr/>
        </p:nvSpPr>
        <p:spPr>
          <a:xfrm>
            <a:off x="3311307" y="3003893"/>
            <a:ext cx="2560320" cy="600164"/>
          </a:xfrm>
          <a:prstGeom prst="rect">
            <a:avLst/>
          </a:prstGeom>
          <a:noFill/>
          <a:ln>
            <a:solidFill/>
          </a:ln>
        </p:spPr>
        <p:txBody>
          <a:bodyPr wrap="square">
            <a:spAutoFit/>
          </a:bodyPr>
          <a:lstStyle/>
          <a:p>
            <a:pPr>
              <a:defRPr>
                <a:solidFill>
                  <a:srgbClr val="0F172A"/>
                </a:solidFill>
              </a:defRPr>
            </a:pPr>
            <a:r>
              <a:rPr lang="es-ES" sz="1100" b="1" dirty="0">
                <a:solidFill>
                  <a:srgbClr val="475569"/>
                </a:solidFill>
              </a:rPr>
              <a:t>Corps : </a:t>
            </a:r>
          </a:p>
          <a:p>
            <a:pPr>
              <a:defRPr>
                <a:solidFill>
                  <a:srgbClr val="0F172A"/>
                </a:solidFill>
              </a:defRPr>
            </a:pPr>
            <a:r>
              <a:rPr lang="fr-FR" sz="1100" dirty="0">
                <a:solidFill>
                  <a:srgbClr val="0F172A"/>
                </a:solidFill>
              </a:rPr>
              <a:t>• Appelle une résolution propre CP-SAT</a:t>
            </a:r>
          </a:p>
          <a:p>
            <a:pPr>
              <a:defRPr>
                <a:solidFill>
                  <a:srgbClr val="0F172A"/>
                </a:solidFill>
              </a:defRPr>
            </a:pPr>
            <a:r>
              <a:rPr lang="fr-FR" sz="1100" dirty="0">
                <a:solidFill>
                  <a:srgbClr val="0F172A"/>
                </a:solidFill>
              </a:rPr>
              <a:t>• Appelle un </a:t>
            </a:r>
            <a:r>
              <a:rPr lang="fr-FR" sz="1100" dirty="0" err="1">
                <a:solidFill>
                  <a:srgbClr val="0F172A"/>
                </a:solidFill>
              </a:rPr>
              <a:t>greedy</a:t>
            </a:r>
            <a:r>
              <a:rPr lang="fr-FR" sz="1100" dirty="0">
                <a:solidFill>
                  <a:srgbClr val="0F172A"/>
                </a:solidFill>
              </a:rPr>
              <a:t> si CP-SAT échoue</a:t>
            </a:r>
          </a:p>
        </p:txBody>
      </p:sp>
      <p:sp>
        <p:nvSpPr>
          <p:cNvPr id="119" name="TextBox 7">
            <a:extLst>
              <a:ext uri="{FF2B5EF4-FFF2-40B4-BE49-F238E27FC236}">
                <a16:creationId xmlns:a16="http://schemas.microsoft.com/office/drawing/2014/main" id="{8AFAE76F-6D11-CCC7-698A-31B5DEAA643E}"/>
              </a:ext>
            </a:extLst>
          </p:cNvPr>
          <p:cNvSpPr txBox="1"/>
          <p:nvPr/>
        </p:nvSpPr>
        <p:spPr>
          <a:xfrm>
            <a:off x="6291949" y="2084694"/>
            <a:ext cx="2560320" cy="600164"/>
          </a:xfrm>
          <a:prstGeom prst="rect">
            <a:avLst/>
          </a:prstGeom>
          <a:noFill/>
          <a:ln>
            <a:solidFill/>
          </a:ln>
        </p:spPr>
        <p:txBody>
          <a:bodyPr wrap="square">
            <a:spAutoFit/>
          </a:bodyPr>
          <a:lstStyle/>
          <a:p>
            <a:pPr>
              <a:defRPr>
                <a:solidFill>
                  <a:srgbClr val="0F172A"/>
                </a:solidFill>
              </a:defRPr>
            </a:pPr>
            <a:r>
              <a:rPr lang="es-ES" sz="1100" b="1" dirty="0">
                <a:solidFill>
                  <a:srgbClr val="475569"/>
                </a:solidFill>
              </a:rPr>
              <a:t>Input : </a:t>
            </a:r>
          </a:p>
          <a:p>
            <a:pPr>
              <a:defRPr>
                <a:solidFill>
                  <a:srgbClr val="0F172A"/>
                </a:solidFill>
              </a:defRPr>
            </a:pPr>
            <a:r>
              <a:rPr lang="fr-FR" sz="1100" dirty="0">
                <a:solidFill>
                  <a:srgbClr val="0F172A"/>
                </a:solidFill>
              </a:rPr>
              <a:t>• Liste de items d’emploi du temps à supprimer</a:t>
            </a:r>
            <a:endParaRPr lang="es-ES" sz="1100" b="1" i="0" dirty="0">
              <a:solidFill>
                <a:srgbClr val="475569"/>
              </a:solidFill>
            </a:endParaRPr>
          </a:p>
        </p:txBody>
      </p:sp>
      <p:sp>
        <p:nvSpPr>
          <p:cNvPr id="121" name="TextBox 7">
            <a:extLst>
              <a:ext uri="{FF2B5EF4-FFF2-40B4-BE49-F238E27FC236}">
                <a16:creationId xmlns:a16="http://schemas.microsoft.com/office/drawing/2014/main" id="{C0325487-6AFD-B8AD-7CF4-07805A665C01}"/>
              </a:ext>
            </a:extLst>
          </p:cNvPr>
          <p:cNvSpPr txBox="1"/>
          <p:nvPr/>
        </p:nvSpPr>
        <p:spPr>
          <a:xfrm>
            <a:off x="6305007" y="3503680"/>
            <a:ext cx="2560320" cy="600164"/>
          </a:xfrm>
          <a:prstGeom prst="rect">
            <a:avLst/>
          </a:prstGeom>
          <a:noFill/>
          <a:ln>
            <a:solidFill/>
          </a:ln>
        </p:spPr>
        <p:txBody>
          <a:bodyPr wrap="square">
            <a:spAutoFit/>
          </a:bodyPr>
          <a:lstStyle/>
          <a:p>
            <a:pPr>
              <a:defRPr>
                <a:solidFill>
                  <a:srgbClr val="0F172A"/>
                </a:solidFill>
              </a:defRPr>
            </a:pPr>
            <a:r>
              <a:rPr lang="es-ES" sz="1100" b="1" dirty="0">
                <a:solidFill>
                  <a:srgbClr val="475569"/>
                </a:solidFill>
              </a:rPr>
              <a:t>Output : </a:t>
            </a:r>
          </a:p>
          <a:p>
            <a:pPr>
              <a:defRPr>
                <a:solidFill>
                  <a:srgbClr val="0F172A"/>
                </a:solidFill>
              </a:defRPr>
            </a:pPr>
            <a:r>
              <a:rPr lang="fr-FR" sz="1100" dirty="0">
                <a:solidFill>
                  <a:srgbClr val="0F172A"/>
                </a:solidFill>
              </a:rPr>
              <a:t>• Sessions supprimées et non supprimées</a:t>
            </a:r>
          </a:p>
          <a:p>
            <a:pPr>
              <a:defRPr>
                <a:solidFill>
                  <a:srgbClr val="0F172A"/>
                </a:solidFill>
              </a:defRPr>
            </a:pPr>
            <a:r>
              <a:rPr lang="fr-FR" sz="1100" dirty="0">
                <a:solidFill>
                  <a:srgbClr val="0F172A"/>
                </a:solidFill>
              </a:rPr>
              <a:t>• Nouvel emploi du temps</a:t>
            </a:r>
          </a:p>
        </p:txBody>
      </p:sp>
      <p:sp>
        <p:nvSpPr>
          <p:cNvPr id="123" name="TextBox 7">
            <a:extLst>
              <a:ext uri="{FF2B5EF4-FFF2-40B4-BE49-F238E27FC236}">
                <a16:creationId xmlns:a16="http://schemas.microsoft.com/office/drawing/2014/main" id="{80966973-F02C-21A0-5E75-26A2E4D75CE7}"/>
              </a:ext>
            </a:extLst>
          </p:cNvPr>
          <p:cNvSpPr txBox="1"/>
          <p:nvPr/>
        </p:nvSpPr>
        <p:spPr>
          <a:xfrm>
            <a:off x="6287592" y="2787210"/>
            <a:ext cx="2560320" cy="600164"/>
          </a:xfrm>
          <a:prstGeom prst="rect">
            <a:avLst/>
          </a:prstGeom>
          <a:noFill/>
          <a:ln>
            <a:solidFill/>
          </a:ln>
        </p:spPr>
        <p:txBody>
          <a:bodyPr wrap="square">
            <a:spAutoFit/>
          </a:bodyPr>
          <a:lstStyle/>
          <a:p>
            <a:pPr>
              <a:defRPr>
                <a:solidFill>
                  <a:srgbClr val="0F172A"/>
                </a:solidFill>
              </a:defRPr>
            </a:pPr>
            <a:r>
              <a:rPr lang="es-ES" sz="1100" b="1" dirty="0">
                <a:solidFill>
                  <a:srgbClr val="475569"/>
                </a:solidFill>
              </a:rPr>
              <a:t>Corps : </a:t>
            </a:r>
          </a:p>
          <a:p>
            <a:pPr>
              <a:defRPr>
                <a:solidFill>
                  <a:srgbClr val="0F172A"/>
                </a:solidFill>
              </a:defRPr>
            </a:pPr>
            <a:r>
              <a:rPr lang="fr-FR" sz="1100" dirty="0">
                <a:solidFill>
                  <a:srgbClr val="0F172A"/>
                </a:solidFill>
              </a:rPr>
              <a:t>• Retire les items donnés séquentiellement</a:t>
            </a:r>
          </a:p>
        </p:txBody>
      </p:sp>
      <p:sp>
        <p:nvSpPr>
          <p:cNvPr id="8" name="Espace réservé du numéro de diapositive 7">
            <a:extLst>
              <a:ext uri="{FF2B5EF4-FFF2-40B4-BE49-F238E27FC236}">
                <a16:creationId xmlns:a16="http://schemas.microsoft.com/office/drawing/2014/main" id="{159434BE-9F27-EC5B-5EA2-E17589793873}"/>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23</a:t>
            </a:fld>
            <a:endParaRPr lang="en-US"/>
          </a:p>
        </p:txBody>
      </p:sp>
      <p:sp>
        <p:nvSpPr>
          <p:cNvPr id="6" name="TextBox 5">
            <a:extLst>
              <a:ext uri="{FF2B5EF4-FFF2-40B4-BE49-F238E27FC236}">
                <a16:creationId xmlns:a16="http://schemas.microsoft.com/office/drawing/2014/main" id="{D7650CF2-2440-11B6-0A9E-B2B8ACD7E7C9}"/>
              </a:ext>
            </a:extLst>
          </p:cNvPr>
          <p:cNvSpPr txBox="1"/>
          <p:nvPr/>
        </p:nvSpPr>
        <p:spPr>
          <a:xfrm>
            <a:off x="3325344" y="1041070"/>
            <a:ext cx="2560320" cy="276999"/>
          </a:xfrm>
          <a:prstGeom prst="rect">
            <a:avLst/>
          </a:prstGeom>
          <a:noFill/>
          <a:ln>
            <a:noFill/>
          </a:ln>
        </p:spPr>
        <p:txBody>
          <a:bodyPr wrap="square">
            <a:spAutoFit/>
          </a:bodyPr>
          <a:lstStyle/>
          <a:p>
            <a:pPr algn="ctr">
              <a:defRPr>
                <a:solidFill>
                  <a:srgbClr val="0F172A"/>
                </a:solidFill>
              </a:defRPr>
            </a:pPr>
            <a:r>
              <a:rPr lang="fr-FR" sz="1200" b="1" dirty="0" err="1">
                <a:solidFill>
                  <a:srgbClr val="0F172A"/>
                </a:solidFill>
              </a:rPr>
              <a:t>a</a:t>
            </a:r>
            <a:r>
              <a:rPr lang="fr-FR" sz="1200" b="1" i="0" dirty="0" err="1">
                <a:solidFill>
                  <a:srgbClr val="0F172A"/>
                </a:solidFill>
              </a:rPr>
              <a:t>dd_sessions</a:t>
            </a:r>
            <a:r>
              <a:rPr lang="fr-FR" sz="1200" b="1" i="0" dirty="0">
                <a:solidFill>
                  <a:srgbClr val="0F172A"/>
                </a:solidFill>
              </a:rPr>
              <a:t>()</a:t>
            </a:r>
          </a:p>
        </p:txBody>
      </p:sp>
      <p:sp>
        <p:nvSpPr>
          <p:cNvPr id="12" name="TextBox 5">
            <a:extLst>
              <a:ext uri="{FF2B5EF4-FFF2-40B4-BE49-F238E27FC236}">
                <a16:creationId xmlns:a16="http://schemas.microsoft.com/office/drawing/2014/main" id="{DA867D18-00BF-3402-8DD2-40093FD7C86F}"/>
              </a:ext>
            </a:extLst>
          </p:cNvPr>
          <p:cNvSpPr txBox="1"/>
          <p:nvPr/>
        </p:nvSpPr>
        <p:spPr>
          <a:xfrm>
            <a:off x="6302701" y="1037353"/>
            <a:ext cx="2560320" cy="276999"/>
          </a:xfrm>
          <a:prstGeom prst="rect">
            <a:avLst/>
          </a:prstGeom>
          <a:noFill/>
          <a:ln>
            <a:noFill/>
          </a:ln>
        </p:spPr>
        <p:txBody>
          <a:bodyPr wrap="square">
            <a:spAutoFit/>
          </a:bodyPr>
          <a:lstStyle/>
          <a:p>
            <a:pPr algn="ctr">
              <a:defRPr>
                <a:solidFill>
                  <a:srgbClr val="0F172A"/>
                </a:solidFill>
              </a:defRPr>
            </a:pPr>
            <a:r>
              <a:rPr lang="fr-FR" sz="1200" b="1" dirty="0" err="1">
                <a:solidFill>
                  <a:srgbClr val="0F172A"/>
                </a:solidFill>
              </a:rPr>
              <a:t>remove_sessions</a:t>
            </a:r>
            <a:r>
              <a:rPr lang="fr-FR" sz="1200" b="1" i="0" dirty="0">
                <a:solidFill>
                  <a:srgbClr val="0F172A"/>
                </a:solidFill>
              </a:rPr>
              <a:t>()</a:t>
            </a:r>
          </a:p>
        </p:txBody>
      </p:sp>
    </p:spTree>
    <p:extLst>
      <p:ext uri="{BB962C8B-B14F-4D97-AF65-F5344CB8AC3E}">
        <p14:creationId xmlns:p14="http://schemas.microsoft.com/office/powerpoint/2010/main" val="15142581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54A39-D451-EEEF-FD90-9D7013DCBC10}"/>
            </a:ext>
          </a:extLst>
        </p:cNvPr>
        <p:cNvGrpSpPr/>
        <p:nvPr/>
      </p:nvGrpSpPr>
      <p:grpSpPr>
        <a:xfrm>
          <a:off x="0" y="0"/>
          <a:ext cx="0" cy="0"/>
          <a:chOff x="0" y="0"/>
          <a:chExt cx="0" cy="0"/>
        </a:xfrm>
      </p:grpSpPr>
      <p:sp>
        <p:nvSpPr>
          <p:cNvPr id="5" name="Oval 1">
            <a:extLst>
              <a:ext uri="{FF2B5EF4-FFF2-40B4-BE49-F238E27FC236}">
                <a16:creationId xmlns:a16="http://schemas.microsoft.com/office/drawing/2014/main" id="{F50253B2-A708-BF39-ABF2-0D6F80317E60}"/>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2">
            <a:extLst>
              <a:ext uri="{FF2B5EF4-FFF2-40B4-BE49-F238E27FC236}">
                <a16:creationId xmlns:a16="http://schemas.microsoft.com/office/drawing/2014/main" id="{95944DDF-6C6D-2AAF-87D7-DD633A28ADC7}"/>
              </a:ext>
            </a:extLst>
          </p:cNvPr>
          <p:cNvSpPr txBox="1"/>
          <p:nvPr/>
        </p:nvSpPr>
        <p:spPr>
          <a:xfrm>
            <a:off x="22644" y="80113"/>
            <a:ext cx="411911" cy="400110"/>
          </a:xfrm>
          <a:prstGeom prst="rect">
            <a:avLst/>
          </a:prstGeom>
          <a:noFill/>
        </p:spPr>
        <p:txBody>
          <a:bodyPr wrap="square">
            <a:spAutoFit/>
          </a:bodyPr>
          <a:lstStyle/>
          <a:p>
            <a:pPr algn="ctr"/>
            <a:r>
              <a:rPr lang="fr-FR" sz="2000" b="1">
                <a:solidFill>
                  <a:srgbClr val="FFFFFF"/>
                </a:solidFill>
              </a:rPr>
              <a:t>2</a:t>
            </a:r>
            <a:endParaRPr sz="2000" b="1" i="0">
              <a:solidFill>
                <a:srgbClr val="FFFFFF"/>
              </a:solidFill>
            </a:endParaRPr>
          </a:p>
        </p:txBody>
      </p:sp>
      <p:sp>
        <p:nvSpPr>
          <p:cNvPr id="2" name="TextBox 1">
            <a:extLst>
              <a:ext uri="{FF2B5EF4-FFF2-40B4-BE49-F238E27FC236}">
                <a16:creationId xmlns:a16="http://schemas.microsoft.com/office/drawing/2014/main" id="{8A2E991E-D7FE-CE35-B61C-A47A40131F40}"/>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dirty="0">
                <a:solidFill>
                  <a:srgbClr val="0F172A"/>
                </a:solidFill>
              </a:rPr>
              <a:t>Différents types de perturbations</a:t>
            </a:r>
          </a:p>
        </p:txBody>
      </p:sp>
      <p:sp>
        <p:nvSpPr>
          <p:cNvPr id="3" name="Rectangle 2">
            <a:extLst>
              <a:ext uri="{FF2B5EF4-FFF2-40B4-BE49-F238E27FC236}">
                <a16:creationId xmlns:a16="http://schemas.microsoft.com/office/drawing/2014/main" id="{9C7BB315-ACAB-5291-B4DA-269F6B876FE6}"/>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8" name="Rectangle 7">
            <a:extLst>
              <a:ext uri="{FF2B5EF4-FFF2-40B4-BE49-F238E27FC236}">
                <a16:creationId xmlns:a16="http://schemas.microsoft.com/office/drawing/2014/main" id="{680E803C-D7A3-08EC-4E1A-01D93C2C7370}"/>
              </a:ext>
            </a:extLst>
          </p:cNvPr>
          <p:cNvSpPr/>
          <p:nvPr/>
        </p:nvSpPr>
        <p:spPr>
          <a:xfrm>
            <a:off x="413273" y="1005840"/>
            <a:ext cx="4206240" cy="1533303"/>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 name="Rectangle 8">
            <a:extLst>
              <a:ext uri="{FF2B5EF4-FFF2-40B4-BE49-F238E27FC236}">
                <a16:creationId xmlns:a16="http://schemas.microsoft.com/office/drawing/2014/main" id="{E8CCD0DD-3C8A-2157-0E19-76E7AADAA545}"/>
              </a:ext>
            </a:extLst>
          </p:cNvPr>
          <p:cNvSpPr/>
          <p:nvPr/>
        </p:nvSpPr>
        <p:spPr>
          <a:xfrm>
            <a:off x="413273" y="997676"/>
            <a:ext cx="64008" cy="1533303"/>
          </a:xfrm>
          <a:prstGeom prst="rect">
            <a:avLst/>
          </a:prstGeom>
          <a:solidFill>
            <a:srgbClr val="D9EFFD"/>
          </a:solidFill>
          <a:ln>
            <a:solidFill>
              <a:srgbClr val="D9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0" name="TextBox 9">
            <a:extLst>
              <a:ext uri="{FF2B5EF4-FFF2-40B4-BE49-F238E27FC236}">
                <a16:creationId xmlns:a16="http://schemas.microsoft.com/office/drawing/2014/main" id="{C55A43C2-53C7-6640-2DA8-39C922878E7C}"/>
              </a:ext>
            </a:extLst>
          </p:cNvPr>
          <p:cNvSpPr txBox="1"/>
          <p:nvPr/>
        </p:nvSpPr>
        <p:spPr>
          <a:xfrm>
            <a:off x="596153" y="1078992"/>
            <a:ext cx="3931920" cy="320040"/>
          </a:xfrm>
          <a:prstGeom prst="rect">
            <a:avLst/>
          </a:prstGeom>
          <a:noFill/>
          <a:ln>
            <a:solidFill/>
          </a:ln>
        </p:spPr>
        <p:txBody>
          <a:bodyPr wrap="square">
            <a:spAutoFit/>
          </a:bodyPr>
          <a:lstStyle/>
          <a:p>
            <a:pPr algn="l">
              <a:defRPr>
                <a:solidFill>
                  <a:srgbClr val="0F172A"/>
                </a:solidFill>
              </a:defRPr>
            </a:pPr>
            <a:r>
              <a:rPr lang="fr-FR" sz="1400" b="1" dirty="0">
                <a:solidFill>
                  <a:srgbClr val="0369A1"/>
                </a:solidFill>
              </a:rPr>
              <a:t>De placement global</a:t>
            </a:r>
            <a:endParaRPr lang="fr-FR" sz="1400" b="1" i="0" dirty="0">
              <a:solidFill>
                <a:srgbClr val="0369A1"/>
              </a:solidFill>
            </a:endParaRPr>
          </a:p>
        </p:txBody>
      </p:sp>
      <p:sp>
        <p:nvSpPr>
          <p:cNvPr id="21" name="TextBox 20">
            <a:extLst>
              <a:ext uri="{FF2B5EF4-FFF2-40B4-BE49-F238E27FC236}">
                <a16:creationId xmlns:a16="http://schemas.microsoft.com/office/drawing/2014/main" id="{35E89578-F5F7-417B-12C6-4416A32A109F}"/>
              </a:ext>
            </a:extLst>
          </p:cNvPr>
          <p:cNvSpPr txBox="1"/>
          <p:nvPr/>
        </p:nvSpPr>
        <p:spPr>
          <a:xfrm>
            <a:off x="320040" y="4462272"/>
            <a:ext cx="8503920" cy="276999"/>
          </a:xfrm>
          <a:prstGeom prst="rect">
            <a:avLst/>
          </a:prstGeom>
          <a:noFill/>
          <a:ln>
            <a:solidFill/>
          </a:ln>
        </p:spPr>
        <p:txBody>
          <a:bodyPr wrap="square">
            <a:spAutoFit/>
          </a:bodyPr>
          <a:lstStyle/>
          <a:p>
            <a:pPr algn="ctr">
              <a:defRPr>
                <a:solidFill>
                  <a:srgbClr val="0F172A"/>
                </a:solidFill>
              </a:defRPr>
            </a:pPr>
            <a:r>
              <a:rPr lang="fr-FR" sz="1200" b="1" dirty="0">
                <a:solidFill>
                  <a:srgbClr val="FF0000"/>
                </a:solidFill>
              </a:rPr>
              <a:t>Des perturbations avec des objectifs très différents</a:t>
            </a:r>
          </a:p>
        </p:txBody>
      </p:sp>
      <p:sp>
        <p:nvSpPr>
          <p:cNvPr id="23" name="Rectangle 22">
            <a:extLst>
              <a:ext uri="{FF2B5EF4-FFF2-40B4-BE49-F238E27FC236}">
                <a16:creationId xmlns:a16="http://schemas.microsoft.com/office/drawing/2014/main" id="{AC7022AA-4AE8-5B0B-1541-D3A71EBEE2BC}"/>
              </a:ext>
            </a:extLst>
          </p:cNvPr>
          <p:cNvSpPr/>
          <p:nvPr/>
        </p:nvSpPr>
        <p:spPr>
          <a:xfrm>
            <a:off x="4810460" y="1005840"/>
            <a:ext cx="3977639" cy="1154827"/>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25" name="Rectangle 24">
            <a:extLst>
              <a:ext uri="{FF2B5EF4-FFF2-40B4-BE49-F238E27FC236}">
                <a16:creationId xmlns:a16="http://schemas.microsoft.com/office/drawing/2014/main" id="{74903AB0-7945-7FE5-D248-E0F4DAB1F322}"/>
              </a:ext>
            </a:extLst>
          </p:cNvPr>
          <p:cNvSpPr/>
          <p:nvPr/>
        </p:nvSpPr>
        <p:spPr>
          <a:xfrm>
            <a:off x="4810460" y="997676"/>
            <a:ext cx="64008" cy="1154827"/>
          </a:xfrm>
          <a:prstGeom prst="rect">
            <a:avLst/>
          </a:prstGeom>
          <a:solidFill>
            <a:srgbClr val="FCEAD6"/>
          </a:solidFill>
          <a:ln>
            <a:solidFill>
              <a:schemeClr val="accent6">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27" name="TextBox 5">
            <a:extLst>
              <a:ext uri="{FF2B5EF4-FFF2-40B4-BE49-F238E27FC236}">
                <a16:creationId xmlns:a16="http://schemas.microsoft.com/office/drawing/2014/main" id="{02930819-D13C-4355-967B-D5AEC856AC9C}"/>
              </a:ext>
            </a:extLst>
          </p:cNvPr>
          <p:cNvSpPr txBox="1"/>
          <p:nvPr/>
        </p:nvSpPr>
        <p:spPr>
          <a:xfrm>
            <a:off x="4993340" y="1078992"/>
            <a:ext cx="3749039" cy="320040"/>
          </a:xfrm>
          <a:prstGeom prst="rect">
            <a:avLst/>
          </a:prstGeom>
          <a:noFill/>
          <a:ln>
            <a:solidFill/>
          </a:ln>
        </p:spPr>
        <p:txBody>
          <a:bodyPr wrap="square">
            <a:spAutoFit/>
          </a:bodyPr>
          <a:lstStyle/>
          <a:p>
            <a:pPr algn="l">
              <a:defRPr>
                <a:solidFill>
                  <a:srgbClr val="0F172A"/>
                </a:solidFill>
              </a:defRPr>
            </a:pPr>
            <a:r>
              <a:rPr lang="fr-FR" sz="1400" b="1" dirty="0">
                <a:solidFill>
                  <a:srgbClr val="C2410C"/>
                </a:solidFill>
              </a:rPr>
              <a:t>Directes</a:t>
            </a:r>
            <a:endParaRPr lang="fr-FR" sz="1400" b="1" i="0" dirty="0">
              <a:solidFill>
                <a:srgbClr val="C2410C"/>
              </a:solidFill>
            </a:endParaRPr>
          </a:p>
        </p:txBody>
      </p:sp>
      <p:sp>
        <p:nvSpPr>
          <p:cNvPr id="29" name="TextBox 6">
            <a:extLst>
              <a:ext uri="{FF2B5EF4-FFF2-40B4-BE49-F238E27FC236}">
                <a16:creationId xmlns:a16="http://schemas.microsoft.com/office/drawing/2014/main" id="{8B572A6C-CAB2-786E-C940-EE9B0DE59C13}"/>
              </a:ext>
            </a:extLst>
          </p:cNvPr>
          <p:cNvSpPr txBox="1"/>
          <p:nvPr/>
        </p:nvSpPr>
        <p:spPr>
          <a:xfrm>
            <a:off x="4993340" y="1463040"/>
            <a:ext cx="3657600" cy="697627"/>
          </a:xfrm>
          <a:prstGeom prst="rect">
            <a:avLst/>
          </a:prstGeom>
          <a:noFill/>
          <a:ln>
            <a:noFill/>
          </a:ln>
        </p:spPr>
        <p:txBody>
          <a:bodyPr wrap="square">
            <a:spAutoFit/>
          </a:bodyPr>
          <a:lstStyle/>
          <a:p>
            <a:pPr>
              <a:spcAft>
                <a:spcPts val="400"/>
              </a:spcAft>
              <a:defRPr>
                <a:solidFill>
                  <a:srgbClr val="0F172A"/>
                </a:solidFill>
              </a:defRPr>
            </a:pPr>
            <a:r>
              <a:rPr lang="fr-FR" sz="1200" dirty="0">
                <a:solidFill>
                  <a:srgbClr val="0F172A"/>
                </a:solidFill>
              </a:rPr>
              <a:t>Ce sont des perturbations qui n’ont besoin que d’une seule action, d’aucune réflexion à proprement parlé.</a:t>
            </a:r>
          </a:p>
          <a:p>
            <a:pPr>
              <a:spcAft>
                <a:spcPts val="400"/>
              </a:spcAft>
              <a:defRPr>
                <a:solidFill>
                  <a:srgbClr val="0F172A"/>
                </a:solidFill>
              </a:defRPr>
            </a:pPr>
            <a:r>
              <a:rPr lang="fr-FR" sz="1200" dirty="0">
                <a:solidFill>
                  <a:srgbClr val="0F172A"/>
                </a:solidFill>
              </a:rPr>
              <a:t>	 </a:t>
            </a:r>
            <a:r>
              <a:rPr lang="fr-FR" sz="1200" dirty="0">
                <a:solidFill>
                  <a:srgbClr val="FF0000"/>
                </a:solidFill>
              </a:rPr>
              <a:t>→ </a:t>
            </a:r>
            <a:r>
              <a:rPr lang="fr-FR" sz="1200" b="1" dirty="0">
                <a:solidFill>
                  <a:srgbClr val="FF0000"/>
                </a:solidFill>
              </a:rPr>
              <a:t>permutation, </a:t>
            </a:r>
            <a:r>
              <a:rPr lang="fr-FR" sz="1200" b="1" dirty="0" err="1">
                <a:solidFill>
                  <a:srgbClr val="FF0000"/>
                </a:solidFill>
              </a:rPr>
              <a:t>remove_sessions</a:t>
            </a:r>
            <a:endParaRPr lang="fr-FR" sz="1200" dirty="0">
              <a:solidFill>
                <a:srgbClr val="FF0000"/>
              </a:solidFill>
            </a:endParaRPr>
          </a:p>
        </p:txBody>
      </p:sp>
      <p:sp>
        <p:nvSpPr>
          <p:cNvPr id="35" name="Espace réservé du numéro de diapositive 34">
            <a:extLst>
              <a:ext uri="{FF2B5EF4-FFF2-40B4-BE49-F238E27FC236}">
                <a16:creationId xmlns:a16="http://schemas.microsoft.com/office/drawing/2014/main" id="{EE7F71BC-08F7-71EA-0EA3-974FEAECDE53}"/>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24</a:t>
            </a:fld>
            <a:endParaRPr lang="en-US"/>
          </a:p>
        </p:txBody>
      </p:sp>
      <p:sp>
        <p:nvSpPr>
          <p:cNvPr id="6" name="TextBox 6">
            <a:extLst>
              <a:ext uri="{FF2B5EF4-FFF2-40B4-BE49-F238E27FC236}">
                <a16:creationId xmlns:a16="http://schemas.microsoft.com/office/drawing/2014/main" id="{86C4674E-7361-3875-73A0-469E57BFFCD3}"/>
              </a:ext>
            </a:extLst>
          </p:cNvPr>
          <p:cNvSpPr txBox="1"/>
          <p:nvPr/>
        </p:nvSpPr>
        <p:spPr>
          <a:xfrm>
            <a:off x="605296" y="1472184"/>
            <a:ext cx="3657600" cy="1066959"/>
          </a:xfrm>
          <a:prstGeom prst="rect">
            <a:avLst/>
          </a:prstGeom>
          <a:noFill/>
          <a:ln>
            <a:noFill/>
          </a:ln>
        </p:spPr>
        <p:txBody>
          <a:bodyPr wrap="square">
            <a:spAutoFit/>
          </a:bodyPr>
          <a:lstStyle/>
          <a:p>
            <a:pPr>
              <a:spcAft>
                <a:spcPts val="400"/>
              </a:spcAft>
              <a:defRPr>
                <a:solidFill>
                  <a:srgbClr val="0F172A"/>
                </a:solidFill>
              </a:defRPr>
            </a:pPr>
            <a:r>
              <a:rPr lang="fr-FR" sz="1200" dirty="0">
                <a:solidFill>
                  <a:srgbClr val="0F172A"/>
                </a:solidFill>
              </a:rPr>
              <a:t>Ce sont des perturbations qui ont besoin de CP-SAT car elles doivent ‘choisir’ le meilleur placement (</a:t>
            </a:r>
            <a:r>
              <a:rPr lang="fr-FR" sz="1200" dirty="0" err="1">
                <a:solidFill>
                  <a:srgbClr val="0F172A"/>
                </a:solidFill>
              </a:rPr>
              <a:t>jour,heure,salle</a:t>
            </a:r>
            <a:r>
              <a:rPr lang="fr-FR" sz="1200" dirty="0">
                <a:solidFill>
                  <a:srgbClr val="0F172A"/>
                </a:solidFill>
              </a:rPr>
              <a:t>) pour les sessions</a:t>
            </a:r>
          </a:p>
          <a:p>
            <a:pPr>
              <a:spcAft>
                <a:spcPts val="400"/>
              </a:spcAft>
              <a:defRPr>
                <a:solidFill>
                  <a:srgbClr val="0F172A"/>
                </a:solidFill>
              </a:defRPr>
            </a:pPr>
            <a:r>
              <a:rPr lang="fr-FR" sz="1200" dirty="0">
                <a:solidFill>
                  <a:srgbClr val="0F172A"/>
                </a:solidFill>
              </a:rPr>
              <a:t>	 </a:t>
            </a:r>
            <a:r>
              <a:rPr lang="fr-FR" sz="1200" dirty="0">
                <a:solidFill>
                  <a:srgbClr val="FF0000"/>
                </a:solidFill>
              </a:rPr>
              <a:t>→ </a:t>
            </a:r>
            <a:r>
              <a:rPr lang="fr-FR" sz="1200" b="1" dirty="0" err="1">
                <a:solidFill>
                  <a:srgbClr val="FF0000"/>
                </a:solidFill>
              </a:rPr>
              <a:t>teacher_absent</a:t>
            </a:r>
            <a:r>
              <a:rPr lang="fr-FR" sz="1200" dirty="0">
                <a:solidFill>
                  <a:srgbClr val="FF0000"/>
                </a:solidFill>
              </a:rPr>
              <a:t>, </a:t>
            </a:r>
            <a:r>
              <a:rPr lang="fr-FR" sz="1200" b="1" dirty="0" err="1">
                <a:solidFill>
                  <a:srgbClr val="FF0000"/>
                </a:solidFill>
              </a:rPr>
              <a:t>room_unavailable</a:t>
            </a:r>
            <a:r>
              <a:rPr lang="fr-FR" sz="1200" dirty="0">
                <a:solidFill>
                  <a:srgbClr val="FF0000"/>
                </a:solidFill>
              </a:rPr>
              <a:t>, </a:t>
            </a:r>
            <a:r>
              <a:rPr lang="fr-FR" sz="1200" b="1" dirty="0" err="1">
                <a:solidFill>
                  <a:srgbClr val="FF0000"/>
                </a:solidFill>
              </a:rPr>
              <a:t>free_slot</a:t>
            </a:r>
            <a:endParaRPr lang="fr-FR" sz="1200" dirty="0">
              <a:solidFill>
                <a:srgbClr val="FF0000"/>
              </a:solidFill>
            </a:endParaRPr>
          </a:p>
        </p:txBody>
      </p:sp>
      <p:sp>
        <p:nvSpPr>
          <p:cNvPr id="26" name="Rectangle 25">
            <a:extLst>
              <a:ext uri="{FF2B5EF4-FFF2-40B4-BE49-F238E27FC236}">
                <a16:creationId xmlns:a16="http://schemas.microsoft.com/office/drawing/2014/main" id="{AEADE257-3E93-28DA-0712-6EC605A90FE3}"/>
              </a:ext>
            </a:extLst>
          </p:cNvPr>
          <p:cNvSpPr/>
          <p:nvPr/>
        </p:nvSpPr>
        <p:spPr>
          <a:xfrm>
            <a:off x="4754880" y="2429629"/>
            <a:ext cx="4206240" cy="1533303"/>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31" name="Rectangle 30">
            <a:extLst>
              <a:ext uri="{FF2B5EF4-FFF2-40B4-BE49-F238E27FC236}">
                <a16:creationId xmlns:a16="http://schemas.microsoft.com/office/drawing/2014/main" id="{7305FF34-3C7E-4258-9ABF-E2DA9B859DC3}"/>
              </a:ext>
            </a:extLst>
          </p:cNvPr>
          <p:cNvSpPr/>
          <p:nvPr/>
        </p:nvSpPr>
        <p:spPr>
          <a:xfrm>
            <a:off x="4754880" y="2421465"/>
            <a:ext cx="64008" cy="1533303"/>
          </a:xfrm>
          <a:prstGeom prst="rect">
            <a:avLst/>
          </a:prstGeom>
          <a:solidFill>
            <a:schemeClr val="accent4">
              <a:lumMod val="40000"/>
              <a:lumOff val="60000"/>
            </a:schemeClr>
          </a:solidFill>
          <a:ln>
            <a:solidFill>
              <a:schemeClr val="accent4">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34" name="TextBox 9">
            <a:extLst>
              <a:ext uri="{FF2B5EF4-FFF2-40B4-BE49-F238E27FC236}">
                <a16:creationId xmlns:a16="http://schemas.microsoft.com/office/drawing/2014/main" id="{BC99C39F-30BC-94F0-824C-83383D49293C}"/>
              </a:ext>
            </a:extLst>
          </p:cNvPr>
          <p:cNvSpPr txBox="1"/>
          <p:nvPr/>
        </p:nvSpPr>
        <p:spPr>
          <a:xfrm>
            <a:off x="4937760" y="2502781"/>
            <a:ext cx="3931920" cy="320040"/>
          </a:xfrm>
          <a:prstGeom prst="rect">
            <a:avLst/>
          </a:prstGeom>
          <a:noFill/>
          <a:ln>
            <a:solidFill/>
          </a:ln>
        </p:spPr>
        <p:txBody>
          <a:bodyPr wrap="square">
            <a:spAutoFit/>
          </a:bodyPr>
          <a:lstStyle/>
          <a:p>
            <a:pPr algn="l">
              <a:defRPr>
                <a:solidFill>
                  <a:srgbClr val="0F172A"/>
                </a:solidFill>
              </a:defRPr>
            </a:pPr>
            <a:r>
              <a:rPr lang="fr-FR" sz="1400" b="1" dirty="0">
                <a:solidFill>
                  <a:srgbClr val="7030A0"/>
                </a:solidFill>
              </a:rPr>
              <a:t>De placement local</a:t>
            </a:r>
            <a:endParaRPr lang="fr-FR" sz="1400" b="1" i="0" dirty="0">
              <a:solidFill>
                <a:srgbClr val="7030A0"/>
              </a:solidFill>
            </a:endParaRPr>
          </a:p>
        </p:txBody>
      </p:sp>
      <p:sp>
        <p:nvSpPr>
          <p:cNvPr id="37" name="TextBox 6">
            <a:extLst>
              <a:ext uri="{FF2B5EF4-FFF2-40B4-BE49-F238E27FC236}">
                <a16:creationId xmlns:a16="http://schemas.microsoft.com/office/drawing/2014/main" id="{CFAC72D0-6672-4133-4000-7523E7A62AAE}"/>
              </a:ext>
            </a:extLst>
          </p:cNvPr>
          <p:cNvSpPr txBox="1"/>
          <p:nvPr/>
        </p:nvSpPr>
        <p:spPr>
          <a:xfrm>
            <a:off x="4946903" y="2895973"/>
            <a:ext cx="3657600" cy="882293"/>
          </a:xfrm>
          <a:prstGeom prst="rect">
            <a:avLst/>
          </a:prstGeom>
          <a:noFill/>
          <a:ln>
            <a:noFill/>
          </a:ln>
        </p:spPr>
        <p:txBody>
          <a:bodyPr wrap="square">
            <a:spAutoFit/>
          </a:bodyPr>
          <a:lstStyle/>
          <a:p>
            <a:pPr>
              <a:spcAft>
                <a:spcPts val="400"/>
              </a:spcAft>
              <a:defRPr>
                <a:solidFill>
                  <a:srgbClr val="0F172A"/>
                </a:solidFill>
              </a:defRPr>
            </a:pPr>
            <a:r>
              <a:rPr lang="fr-FR" sz="1200" dirty="0">
                <a:solidFill>
                  <a:srgbClr val="0F172A"/>
                </a:solidFill>
              </a:rPr>
              <a:t>Ce sont des perturbations qui ont besoin de CP-SAT car elles doivent ‘choisir’ le meilleur placement sur une seule de variables (</a:t>
            </a:r>
            <a:r>
              <a:rPr lang="fr-FR" sz="1200" dirty="0" err="1">
                <a:solidFill>
                  <a:srgbClr val="0F172A"/>
                </a:solidFill>
              </a:rPr>
              <a:t>jour,heure,salle</a:t>
            </a:r>
            <a:r>
              <a:rPr lang="fr-FR" sz="1200" dirty="0">
                <a:solidFill>
                  <a:srgbClr val="0F172A"/>
                </a:solidFill>
              </a:rPr>
              <a:t>)</a:t>
            </a:r>
          </a:p>
          <a:p>
            <a:pPr>
              <a:spcAft>
                <a:spcPts val="400"/>
              </a:spcAft>
              <a:defRPr>
                <a:solidFill>
                  <a:srgbClr val="0F172A"/>
                </a:solidFill>
              </a:defRPr>
            </a:pPr>
            <a:r>
              <a:rPr lang="fr-FR" sz="1200" dirty="0">
                <a:solidFill>
                  <a:srgbClr val="0F172A"/>
                </a:solidFill>
              </a:rPr>
              <a:t>	 </a:t>
            </a:r>
            <a:r>
              <a:rPr lang="fr-FR" sz="1200" dirty="0">
                <a:solidFill>
                  <a:srgbClr val="FF0000"/>
                </a:solidFill>
              </a:rPr>
              <a:t>→ </a:t>
            </a:r>
            <a:r>
              <a:rPr lang="fr-FR" sz="1200" b="1" dirty="0" err="1">
                <a:solidFill>
                  <a:srgbClr val="FF0000"/>
                </a:solidFill>
              </a:rPr>
              <a:t>move_all</a:t>
            </a:r>
            <a:r>
              <a:rPr lang="fr-FR" sz="1200" dirty="0">
                <a:solidFill>
                  <a:srgbClr val="FF0000"/>
                </a:solidFill>
              </a:rPr>
              <a:t>, </a:t>
            </a:r>
            <a:r>
              <a:rPr lang="fr-FR" sz="1200" b="1" dirty="0" err="1">
                <a:solidFill>
                  <a:srgbClr val="FF0000"/>
                </a:solidFill>
              </a:rPr>
              <a:t>all_room_change</a:t>
            </a:r>
            <a:r>
              <a:rPr lang="fr-FR" sz="1200" dirty="0">
                <a:solidFill>
                  <a:srgbClr val="FF0000"/>
                </a:solidFill>
              </a:rPr>
              <a:t>, </a:t>
            </a:r>
            <a:r>
              <a:rPr lang="fr-FR" sz="1200" b="1" dirty="0" err="1">
                <a:solidFill>
                  <a:srgbClr val="FF0000"/>
                </a:solidFill>
              </a:rPr>
              <a:t>add_sessions</a:t>
            </a:r>
            <a:endParaRPr lang="fr-FR" sz="1200" dirty="0">
              <a:solidFill>
                <a:srgbClr val="FF0000"/>
              </a:solidFill>
            </a:endParaRPr>
          </a:p>
        </p:txBody>
      </p:sp>
      <p:sp>
        <p:nvSpPr>
          <p:cNvPr id="40" name="Rectangle 39">
            <a:extLst>
              <a:ext uri="{FF2B5EF4-FFF2-40B4-BE49-F238E27FC236}">
                <a16:creationId xmlns:a16="http://schemas.microsoft.com/office/drawing/2014/main" id="{3510CC56-0721-64B6-BC0C-A0E5011939F1}"/>
              </a:ext>
            </a:extLst>
          </p:cNvPr>
          <p:cNvSpPr/>
          <p:nvPr/>
        </p:nvSpPr>
        <p:spPr>
          <a:xfrm>
            <a:off x="550434" y="2968430"/>
            <a:ext cx="3977639" cy="1154827"/>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2" name="Rectangle 41">
            <a:extLst>
              <a:ext uri="{FF2B5EF4-FFF2-40B4-BE49-F238E27FC236}">
                <a16:creationId xmlns:a16="http://schemas.microsoft.com/office/drawing/2014/main" id="{BB7CE126-E5D5-06FB-88AC-729F18EAE06C}"/>
              </a:ext>
            </a:extLst>
          </p:cNvPr>
          <p:cNvSpPr/>
          <p:nvPr/>
        </p:nvSpPr>
        <p:spPr>
          <a:xfrm>
            <a:off x="550434" y="2960266"/>
            <a:ext cx="64008" cy="1154827"/>
          </a:xfrm>
          <a:prstGeom prst="rect">
            <a:avLst/>
          </a:prstGeom>
          <a:solidFill>
            <a:schemeClr val="accent3">
              <a:lumMod val="40000"/>
              <a:lumOff val="60000"/>
            </a:schemeClr>
          </a:solidFill>
          <a:ln>
            <a:solidFill>
              <a:schemeClr val="accent3">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5" name="TextBox 5">
            <a:extLst>
              <a:ext uri="{FF2B5EF4-FFF2-40B4-BE49-F238E27FC236}">
                <a16:creationId xmlns:a16="http://schemas.microsoft.com/office/drawing/2014/main" id="{B5B62D2A-3AB2-CD3E-A42F-5D42897E1156}"/>
              </a:ext>
            </a:extLst>
          </p:cNvPr>
          <p:cNvSpPr txBox="1"/>
          <p:nvPr/>
        </p:nvSpPr>
        <p:spPr>
          <a:xfrm>
            <a:off x="733314" y="3041582"/>
            <a:ext cx="3749039" cy="320040"/>
          </a:xfrm>
          <a:prstGeom prst="rect">
            <a:avLst/>
          </a:prstGeom>
          <a:noFill/>
          <a:ln>
            <a:solidFill/>
          </a:ln>
        </p:spPr>
        <p:txBody>
          <a:bodyPr wrap="square">
            <a:spAutoFit/>
          </a:bodyPr>
          <a:lstStyle/>
          <a:p>
            <a:pPr algn="l">
              <a:defRPr>
                <a:solidFill>
                  <a:srgbClr val="0F172A"/>
                </a:solidFill>
              </a:defRPr>
            </a:pPr>
            <a:r>
              <a:rPr lang="fr-FR" sz="1400" b="1" dirty="0">
                <a:solidFill>
                  <a:srgbClr val="00B050"/>
                </a:solidFill>
              </a:rPr>
              <a:t>D’affectation</a:t>
            </a:r>
            <a:endParaRPr lang="fr-FR" sz="1400" b="1" i="0" dirty="0">
              <a:solidFill>
                <a:srgbClr val="00B050"/>
              </a:solidFill>
            </a:endParaRPr>
          </a:p>
        </p:txBody>
      </p:sp>
      <p:sp>
        <p:nvSpPr>
          <p:cNvPr id="47" name="TextBox 6">
            <a:extLst>
              <a:ext uri="{FF2B5EF4-FFF2-40B4-BE49-F238E27FC236}">
                <a16:creationId xmlns:a16="http://schemas.microsoft.com/office/drawing/2014/main" id="{81615D18-8EB3-02BA-30D8-C7C23468C709}"/>
              </a:ext>
            </a:extLst>
          </p:cNvPr>
          <p:cNvSpPr txBox="1"/>
          <p:nvPr/>
        </p:nvSpPr>
        <p:spPr>
          <a:xfrm>
            <a:off x="733314" y="3425630"/>
            <a:ext cx="3657600" cy="697627"/>
          </a:xfrm>
          <a:prstGeom prst="rect">
            <a:avLst/>
          </a:prstGeom>
          <a:noFill/>
          <a:ln>
            <a:noFill/>
          </a:ln>
        </p:spPr>
        <p:txBody>
          <a:bodyPr wrap="square">
            <a:spAutoFit/>
          </a:bodyPr>
          <a:lstStyle/>
          <a:p>
            <a:pPr>
              <a:spcAft>
                <a:spcPts val="400"/>
              </a:spcAft>
              <a:defRPr>
                <a:solidFill>
                  <a:srgbClr val="0F172A"/>
                </a:solidFill>
              </a:defRPr>
            </a:pPr>
            <a:r>
              <a:rPr lang="fr-FR" sz="1200" dirty="0">
                <a:solidFill>
                  <a:srgbClr val="0F172A"/>
                </a:solidFill>
              </a:rPr>
              <a:t>Ce sont des perturbations qui ne cherche à rien placer, mais plutôt à affecter un professeur</a:t>
            </a:r>
          </a:p>
          <a:p>
            <a:pPr>
              <a:spcAft>
                <a:spcPts val="400"/>
              </a:spcAft>
              <a:defRPr>
                <a:solidFill>
                  <a:srgbClr val="0F172A"/>
                </a:solidFill>
              </a:defRPr>
            </a:pPr>
            <a:r>
              <a:rPr lang="fr-FR" sz="1200" dirty="0">
                <a:solidFill>
                  <a:srgbClr val="0F172A"/>
                </a:solidFill>
              </a:rPr>
              <a:t>	 </a:t>
            </a:r>
            <a:r>
              <a:rPr lang="fr-FR" sz="1200" dirty="0">
                <a:solidFill>
                  <a:srgbClr val="FF0000"/>
                </a:solidFill>
              </a:rPr>
              <a:t>→ </a:t>
            </a:r>
            <a:r>
              <a:rPr lang="fr-FR" sz="1200" b="1" dirty="0" err="1">
                <a:solidFill>
                  <a:srgbClr val="FF0000"/>
                </a:solidFill>
              </a:rPr>
              <a:t>teacher_replacement</a:t>
            </a:r>
            <a:endParaRPr lang="fr-FR" sz="1200" dirty="0">
              <a:solidFill>
                <a:srgbClr val="FF0000"/>
              </a:solidFill>
            </a:endParaRPr>
          </a:p>
        </p:txBody>
      </p:sp>
    </p:spTree>
    <p:extLst>
      <p:ext uri="{BB962C8B-B14F-4D97-AF65-F5344CB8AC3E}">
        <p14:creationId xmlns:p14="http://schemas.microsoft.com/office/powerpoint/2010/main" val="96855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C2522-979E-F64A-2FC8-849CC5D17593}"/>
            </a:ext>
          </a:extLst>
        </p:cNvPr>
        <p:cNvGrpSpPr/>
        <p:nvPr/>
      </p:nvGrpSpPr>
      <p:grpSpPr>
        <a:xfrm>
          <a:off x="0" y="0"/>
          <a:ext cx="0" cy="0"/>
          <a:chOff x="0" y="0"/>
          <a:chExt cx="0" cy="0"/>
        </a:xfrm>
      </p:grpSpPr>
      <p:sp>
        <p:nvSpPr>
          <p:cNvPr id="5" name="Oval 1">
            <a:extLst>
              <a:ext uri="{FF2B5EF4-FFF2-40B4-BE49-F238E27FC236}">
                <a16:creationId xmlns:a16="http://schemas.microsoft.com/office/drawing/2014/main" id="{5FAD3A79-35C4-EF02-F2CF-EEE32AD54558}"/>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2">
            <a:extLst>
              <a:ext uri="{FF2B5EF4-FFF2-40B4-BE49-F238E27FC236}">
                <a16:creationId xmlns:a16="http://schemas.microsoft.com/office/drawing/2014/main" id="{CD184436-B3CA-0E4F-0A2C-39415138631A}"/>
              </a:ext>
            </a:extLst>
          </p:cNvPr>
          <p:cNvSpPr txBox="1"/>
          <p:nvPr/>
        </p:nvSpPr>
        <p:spPr>
          <a:xfrm>
            <a:off x="22644" y="80113"/>
            <a:ext cx="411911" cy="400110"/>
          </a:xfrm>
          <a:prstGeom prst="rect">
            <a:avLst/>
          </a:prstGeom>
          <a:noFill/>
        </p:spPr>
        <p:txBody>
          <a:bodyPr wrap="square">
            <a:spAutoFit/>
          </a:bodyPr>
          <a:lstStyle/>
          <a:p>
            <a:pPr algn="ctr"/>
            <a:r>
              <a:rPr lang="fr-FR" sz="2000" b="1">
                <a:solidFill>
                  <a:srgbClr val="FFFFFF"/>
                </a:solidFill>
              </a:rPr>
              <a:t>2</a:t>
            </a:r>
            <a:endParaRPr sz="2000" b="1" i="0">
              <a:solidFill>
                <a:srgbClr val="FFFFFF"/>
              </a:solidFill>
            </a:endParaRPr>
          </a:p>
        </p:txBody>
      </p:sp>
      <p:sp>
        <p:nvSpPr>
          <p:cNvPr id="2" name="TextBox 1">
            <a:extLst>
              <a:ext uri="{FF2B5EF4-FFF2-40B4-BE49-F238E27FC236}">
                <a16:creationId xmlns:a16="http://schemas.microsoft.com/office/drawing/2014/main" id="{C0D33D4A-A5EA-C036-CA08-D8A9BC2E0ED4}"/>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dirty="0">
                <a:solidFill>
                  <a:srgbClr val="0F172A"/>
                </a:solidFill>
              </a:rPr>
              <a:t>Différents types de résolution</a:t>
            </a:r>
          </a:p>
        </p:txBody>
      </p:sp>
      <p:sp>
        <p:nvSpPr>
          <p:cNvPr id="3" name="Rectangle 2">
            <a:extLst>
              <a:ext uri="{FF2B5EF4-FFF2-40B4-BE49-F238E27FC236}">
                <a16:creationId xmlns:a16="http://schemas.microsoft.com/office/drawing/2014/main" id="{92591BAC-6818-DED4-3C9C-50F2E6E21550}"/>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8" name="Rectangle 7">
            <a:extLst>
              <a:ext uri="{FF2B5EF4-FFF2-40B4-BE49-F238E27FC236}">
                <a16:creationId xmlns:a16="http://schemas.microsoft.com/office/drawing/2014/main" id="{CC17F24C-7ABA-80EE-40E7-2B739DBE0497}"/>
              </a:ext>
            </a:extLst>
          </p:cNvPr>
          <p:cNvSpPr/>
          <p:nvPr/>
        </p:nvSpPr>
        <p:spPr>
          <a:xfrm>
            <a:off x="413273" y="981346"/>
            <a:ext cx="4206240" cy="1448284"/>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 name="Rectangle 8">
            <a:extLst>
              <a:ext uri="{FF2B5EF4-FFF2-40B4-BE49-F238E27FC236}">
                <a16:creationId xmlns:a16="http://schemas.microsoft.com/office/drawing/2014/main" id="{0C0A0C86-6793-C8A2-4A6B-AA36B19D31DE}"/>
              </a:ext>
            </a:extLst>
          </p:cNvPr>
          <p:cNvSpPr/>
          <p:nvPr/>
        </p:nvSpPr>
        <p:spPr>
          <a:xfrm>
            <a:off x="413273" y="973182"/>
            <a:ext cx="64008" cy="1448284"/>
          </a:xfrm>
          <a:prstGeom prst="rect">
            <a:avLst/>
          </a:prstGeom>
          <a:solidFill>
            <a:srgbClr val="D9EFFD"/>
          </a:solidFill>
          <a:ln>
            <a:solidFill>
              <a:srgbClr val="D9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0" name="TextBox 9">
            <a:extLst>
              <a:ext uri="{FF2B5EF4-FFF2-40B4-BE49-F238E27FC236}">
                <a16:creationId xmlns:a16="http://schemas.microsoft.com/office/drawing/2014/main" id="{AA0ED5AB-077B-D454-42CB-B05A6C233310}"/>
              </a:ext>
            </a:extLst>
          </p:cNvPr>
          <p:cNvSpPr txBox="1"/>
          <p:nvPr/>
        </p:nvSpPr>
        <p:spPr>
          <a:xfrm>
            <a:off x="596153" y="1054497"/>
            <a:ext cx="3931920" cy="320040"/>
          </a:xfrm>
          <a:prstGeom prst="rect">
            <a:avLst/>
          </a:prstGeom>
          <a:noFill/>
          <a:ln>
            <a:solidFill/>
          </a:ln>
        </p:spPr>
        <p:txBody>
          <a:bodyPr wrap="square">
            <a:spAutoFit/>
          </a:bodyPr>
          <a:lstStyle/>
          <a:p>
            <a:pPr algn="l">
              <a:defRPr>
                <a:solidFill>
                  <a:srgbClr val="0F172A"/>
                </a:solidFill>
              </a:defRPr>
            </a:pPr>
            <a:r>
              <a:rPr lang="fr-FR" sz="1400" b="1" dirty="0">
                <a:solidFill>
                  <a:srgbClr val="0369A1"/>
                </a:solidFill>
              </a:rPr>
              <a:t>De placement global</a:t>
            </a:r>
            <a:endParaRPr lang="fr-FR" sz="1400" b="1" i="0" dirty="0">
              <a:solidFill>
                <a:srgbClr val="0369A1"/>
              </a:solidFill>
            </a:endParaRPr>
          </a:p>
        </p:txBody>
      </p:sp>
      <p:sp>
        <p:nvSpPr>
          <p:cNvPr id="21" name="TextBox 20">
            <a:extLst>
              <a:ext uri="{FF2B5EF4-FFF2-40B4-BE49-F238E27FC236}">
                <a16:creationId xmlns:a16="http://schemas.microsoft.com/office/drawing/2014/main" id="{1A5433FE-A597-56E9-E239-D5523EFBB6D0}"/>
              </a:ext>
            </a:extLst>
          </p:cNvPr>
          <p:cNvSpPr txBox="1"/>
          <p:nvPr/>
        </p:nvSpPr>
        <p:spPr>
          <a:xfrm>
            <a:off x="320040" y="4462272"/>
            <a:ext cx="8503920" cy="276999"/>
          </a:xfrm>
          <a:prstGeom prst="rect">
            <a:avLst/>
          </a:prstGeom>
          <a:noFill/>
          <a:ln>
            <a:solidFill/>
          </a:ln>
        </p:spPr>
        <p:txBody>
          <a:bodyPr wrap="square">
            <a:spAutoFit/>
          </a:bodyPr>
          <a:lstStyle/>
          <a:p>
            <a:pPr algn="ctr">
              <a:defRPr>
                <a:solidFill>
                  <a:srgbClr val="0F172A"/>
                </a:solidFill>
              </a:defRPr>
            </a:pPr>
            <a:r>
              <a:rPr lang="fr-FR" sz="1200" b="1" dirty="0">
                <a:solidFill>
                  <a:srgbClr val="FF0000"/>
                </a:solidFill>
              </a:rPr>
              <a:t>Des perturbations avec des résolutions très différentes</a:t>
            </a:r>
          </a:p>
        </p:txBody>
      </p:sp>
      <p:sp>
        <p:nvSpPr>
          <p:cNvPr id="23" name="Rectangle 22">
            <a:extLst>
              <a:ext uri="{FF2B5EF4-FFF2-40B4-BE49-F238E27FC236}">
                <a16:creationId xmlns:a16="http://schemas.microsoft.com/office/drawing/2014/main" id="{D474ED01-6877-2AC3-2152-DCBCF2FEEB2C}"/>
              </a:ext>
            </a:extLst>
          </p:cNvPr>
          <p:cNvSpPr/>
          <p:nvPr/>
        </p:nvSpPr>
        <p:spPr>
          <a:xfrm>
            <a:off x="4810460" y="1005840"/>
            <a:ext cx="3977639" cy="1154827"/>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25" name="Rectangle 24">
            <a:extLst>
              <a:ext uri="{FF2B5EF4-FFF2-40B4-BE49-F238E27FC236}">
                <a16:creationId xmlns:a16="http://schemas.microsoft.com/office/drawing/2014/main" id="{1E5EC3D6-EF22-1126-C16E-B334101B2E96}"/>
              </a:ext>
            </a:extLst>
          </p:cNvPr>
          <p:cNvSpPr/>
          <p:nvPr/>
        </p:nvSpPr>
        <p:spPr>
          <a:xfrm>
            <a:off x="4810460" y="997676"/>
            <a:ext cx="64008" cy="1154827"/>
          </a:xfrm>
          <a:prstGeom prst="rect">
            <a:avLst/>
          </a:prstGeom>
          <a:solidFill>
            <a:srgbClr val="FCEAD6"/>
          </a:solidFill>
          <a:ln>
            <a:solidFill>
              <a:schemeClr val="accent6">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27" name="TextBox 5">
            <a:extLst>
              <a:ext uri="{FF2B5EF4-FFF2-40B4-BE49-F238E27FC236}">
                <a16:creationId xmlns:a16="http://schemas.microsoft.com/office/drawing/2014/main" id="{769FB0EC-07EC-8E4F-B33B-07DAFAF79091}"/>
              </a:ext>
            </a:extLst>
          </p:cNvPr>
          <p:cNvSpPr txBox="1"/>
          <p:nvPr/>
        </p:nvSpPr>
        <p:spPr>
          <a:xfrm>
            <a:off x="4993340" y="1078992"/>
            <a:ext cx="3749039" cy="320040"/>
          </a:xfrm>
          <a:prstGeom prst="rect">
            <a:avLst/>
          </a:prstGeom>
          <a:noFill/>
          <a:ln>
            <a:solidFill/>
          </a:ln>
        </p:spPr>
        <p:txBody>
          <a:bodyPr wrap="square">
            <a:spAutoFit/>
          </a:bodyPr>
          <a:lstStyle/>
          <a:p>
            <a:pPr algn="l">
              <a:defRPr>
                <a:solidFill>
                  <a:srgbClr val="0F172A"/>
                </a:solidFill>
              </a:defRPr>
            </a:pPr>
            <a:r>
              <a:rPr lang="fr-FR" sz="1400" b="1" dirty="0">
                <a:solidFill>
                  <a:srgbClr val="C2410C"/>
                </a:solidFill>
              </a:rPr>
              <a:t>Directes</a:t>
            </a:r>
            <a:endParaRPr lang="fr-FR" sz="1400" b="1" i="0" dirty="0">
              <a:solidFill>
                <a:srgbClr val="C2410C"/>
              </a:solidFill>
            </a:endParaRPr>
          </a:p>
        </p:txBody>
      </p:sp>
      <p:sp>
        <p:nvSpPr>
          <p:cNvPr id="29" name="TextBox 6">
            <a:extLst>
              <a:ext uri="{FF2B5EF4-FFF2-40B4-BE49-F238E27FC236}">
                <a16:creationId xmlns:a16="http://schemas.microsoft.com/office/drawing/2014/main" id="{6798AC34-236D-9565-F48C-F0BC5B2343DF}"/>
              </a:ext>
            </a:extLst>
          </p:cNvPr>
          <p:cNvSpPr txBox="1"/>
          <p:nvPr/>
        </p:nvSpPr>
        <p:spPr>
          <a:xfrm>
            <a:off x="4993340" y="1463040"/>
            <a:ext cx="3657600" cy="512961"/>
          </a:xfrm>
          <a:prstGeom prst="rect">
            <a:avLst/>
          </a:prstGeom>
          <a:noFill/>
          <a:ln>
            <a:noFill/>
          </a:ln>
        </p:spPr>
        <p:txBody>
          <a:bodyPr wrap="square">
            <a:spAutoFit/>
          </a:bodyPr>
          <a:lstStyle/>
          <a:p>
            <a:pPr>
              <a:spcAft>
                <a:spcPts val="400"/>
              </a:spcAft>
              <a:defRPr>
                <a:solidFill>
                  <a:srgbClr val="0F172A"/>
                </a:solidFill>
              </a:defRPr>
            </a:pPr>
            <a:r>
              <a:rPr lang="fr-FR" sz="1200" b="1" dirty="0">
                <a:solidFill>
                  <a:schemeClr val="accent6">
                    <a:lumMod val="75000"/>
                  </a:schemeClr>
                </a:solidFill>
              </a:rPr>
              <a:t>permutation, </a:t>
            </a:r>
            <a:r>
              <a:rPr lang="fr-FR" sz="1200" b="1" dirty="0" err="1">
                <a:solidFill>
                  <a:schemeClr val="accent6">
                    <a:lumMod val="75000"/>
                  </a:schemeClr>
                </a:solidFill>
              </a:rPr>
              <a:t>remove_sessions</a:t>
            </a:r>
            <a:endParaRPr lang="fr-FR" sz="1200" b="1" dirty="0">
              <a:solidFill>
                <a:schemeClr val="accent6">
                  <a:lumMod val="75000"/>
                </a:schemeClr>
              </a:solidFill>
            </a:endParaRPr>
          </a:p>
          <a:p>
            <a:pPr>
              <a:spcAft>
                <a:spcPts val="400"/>
              </a:spcAft>
              <a:defRPr>
                <a:solidFill>
                  <a:srgbClr val="0F172A"/>
                </a:solidFill>
              </a:defRPr>
            </a:pPr>
            <a:r>
              <a:rPr lang="fr-FR" sz="1200" b="1" dirty="0">
                <a:solidFill>
                  <a:srgbClr val="FF0000"/>
                </a:solidFill>
              </a:rPr>
              <a:t>→</a:t>
            </a:r>
            <a:r>
              <a:rPr lang="fr-FR" sz="1200" dirty="0">
                <a:solidFill>
                  <a:srgbClr val="FF0000"/>
                </a:solidFill>
              </a:rPr>
              <a:t> </a:t>
            </a:r>
            <a:r>
              <a:rPr lang="fr-FR" sz="1200" dirty="0"/>
              <a:t>chaque scénario </a:t>
            </a:r>
            <a:r>
              <a:rPr lang="fr-FR" sz="1200" b="1" dirty="0">
                <a:solidFill>
                  <a:srgbClr val="FF0000"/>
                </a:solidFill>
              </a:rPr>
              <a:t>résout lui-même</a:t>
            </a:r>
            <a:r>
              <a:rPr lang="fr-FR" sz="1200" dirty="0">
                <a:solidFill>
                  <a:srgbClr val="FF0000"/>
                </a:solidFill>
              </a:rPr>
              <a:t> </a:t>
            </a:r>
            <a:r>
              <a:rPr lang="fr-FR" sz="1200" dirty="0"/>
              <a:t>la perturbation</a:t>
            </a:r>
          </a:p>
        </p:txBody>
      </p:sp>
      <p:sp>
        <p:nvSpPr>
          <p:cNvPr id="35" name="Espace réservé du numéro de diapositive 34">
            <a:extLst>
              <a:ext uri="{FF2B5EF4-FFF2-40B4-BE49-F238E27FC236}">
                <a16:creationId xmlns:a16="http://schemas.microsoft.com/office/drawing/2014/main" id="{F5EC7646-4BD3-CD9D-FFA3-FA4283DAF591}"/>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25</a:t>
            </a:fld>
            <a:endParaRPr lang="en-US"/>
          </a:p>
        </p:txBody>
      </p:sp>
      <p:sp>
        <p:nvSpPr>
          <p:cNvPr id="6" name="TextBox 6">
            <a:extLst>
              <a:ext uri="{FF2B5EF4-FFF2-40B4-BE49-F238E27FC236}">
                <a16:creationId xmlns:a16="http://schemas.microsoft.com/office/drawing/2014/main" id="{D6243BAC-A45C-79F3-DD18-AA92E1F948A5}"/>
              </a:ext>
            </a:extLst>
          </p:cNvPr>
          <p:cNvSpPr txBox="1"/>
          <p:nvPr/>
        </p:nvSpPr>
        <p:spPr>
          <a:xfrm>
            <a:off x="605296" y="1447689"/>
            <a:ext cx="3657600" cy="933589"/>
          </a:xfrm>
          <a:prstGeom prst="rect">
            <a:avLst/>
          </a:prstGeom>
          <a:noFill/>
          <a:ln>
            <a:noFill/>
          </a:ln>
        </p:spPr>
        <p:txBody>
          <a:bodyPr wrap="square">
            <a:spAutoFit/>
          </a:bodyPr>
          <a:lstStyle/>
          <a:p>
            <a:pPr>
              <a:spcAft>
                <a:spcPts val="400"/>
              </a:spcAft>
              <a:defRPr>
                <a:solidFill>
                  <a:srgbClr val="0F172A"/>
                </a:solidFill>
              </a:defRPr>
            </a:pPr>
            <a:r>
              <a:rPr lang="fr-FR" sz="1200" b="1" dirty="0" err="1">
                <a:solidFill>
                  <a:schemeClr val="accent1"/>
                </a:solidFill>
              </a:rPr>
              <a:t>teacher_absent</a:t>
            </a:r>
            <a:r>
              <a:rPr lang="fr-FR" sz="1200" dirty="0">
                <a:solidFill>
                  <a:schemeClr val="accent1"/>
                </a:solidFill>
              </a:rPr>
              <a:t>, </a:t>
            </a:r>
            <a:r>
              <a:rPr lang="fr-FR" sz="1200" b="1" dirty="0" err="1">
                <a:solidFill>
                  <a:schemeClr val="accent1"/>
                </a:solidFill>
              </a:rPr>
              <a:t>room_unavailable</a:t>
            </a:r>
            <a:r>
              <a:rPr lang="fr-FR" sz="1200" dirty="0">
                <a:solidFill>
                  <a:schemeClr val="accent1"/>
                </a:solidFill>
              </a:rPr>
              <a:t>, </a:t>
            </a:r>
            <a:r>
              <a:rPr lang="fr-FR" sz="1200" b="1" dirty="0" err="1">
                <a:solidFill>
                  <a:schemeClr val="accent1"/>
                </a:solidFill>
              </a:rPr>
              <a:t>free_slot</a:t>
            </a:r>
            <a:endParaRPr lang="fr-FR" sz="1200" b="1" dirty="0">
              <a:solidFill>
                <a:schemeClr val="accent1"/>
              </a:solidFill>
            </a:endParaRPr>
          </a:p>
          <a:p>
            <a:pPr>
              <a:spcAft>
                <a:spcPts val="400"/>
              </a:spcAft>
              <a:defRPr>
                <a:solidFill>
                  <a:srgbClr val="0F172A"/>
                </a:solidFill>
              </a:defRPr>
            </a:pPr>
            <a:r>
              <a:rPr lang="fr-FR" sz="1200" b="1" dirty="0">
                <a:solidFill>
                  <a:schemeClr val="accent3">
                    <a:lumMod val="75000"/>
                  </a:schemeClr>
                </a:solidFill>
              </a:rPr>
              <a:t>→</a:t>
            </a:r>
            <a:r>
              <a:rPr lang="fr-FR" sz="1200" dirty="0">
                <a:solidFill>
                  <a:srgbClr val="FF0000"/>
                </a:solidFill>
              </a:rPr>
              <a:t> </a:t>
            </a:r>
            <a:r>
              <a:rPr lang="fr-FR" sz="1200" dirty="0">
                <a:solidFill>
                  <a:srgbClr val="0F172A"/>
                </a:solidFill>
              </a:rPr>
              <a:t>Un solver et un </a:t>
            </a:r>
            <a:r>
              <a:rPr lang="fr-FR" sz="1200" dirty="0" err="1">
                <a:solidFill>
                  <a:srgbClr val="0F172A"/>
                </a:solidFill>
              </a:rPr>
              <a:t>greedy</a:t>
            </a:r>
            <a:r>
              <a:rPr lang="fr-FR" sz="1200" dirty="0">
                <a:solidFill>
                  <a:srgbClr val="0F172A"/>
                </a:solidFill>
              </a:rPr>
              <a:t> qui fonctionnent pour les 3</a:t>
            </a:r>
          </a:p>
          <a:p>
            <a:pPr>
              <a:spcAft>
                <a:spcPts val="400"/>
              </a:spcAft>
              <a:defRPr>
                <a:solidFill>
                  <a:srgbClr val="0F172A"/>
                </a:solidFill>
              </a:defRPr>
            </a:pPr>
            <a:r>
              <a:rPr lang="fr-FR" sz="1200" b="1" dirty="0">
                <a:solidFill>
                  <a:srgbClr val="FF0000"/>
                </a:solidFill>
              </a:rPr>
              <a:t>→</a:t>
            </a:r>
            <a:r>
              <a:rPr lang="fr-FR" sz="1200" dirty="0">
                <a:solidFill>
                  <a:srgbClr val="FF0000"/>
                </a:solidFill>
              </a:rPr>
              <a:t> </a:t>
            </a:r>
            <a:r>
              <a:rPr lang="fr-FR" sz="1200" dirty="0"/>
              <a:t>chaque scénario appelle </a:t>
            </a:r>
            <a:r>
              <a:rPr lang="fr-FR" sz="1200" b="1" dirty="0">
                <a:solidFill>
                  <a:srgbClr val="FF0000"/>
                </a:solidFill>
              </a:rPr>
              <a:t>resolve()</a:t>
            </a:r>
            <a:r>
              <a:rPr lang="fr-FR" sz="1200" dirty="0"/>
              <a:t>, qui lui-même appelle le solver et le </a:t>
            </a:r>
            <a:r>
              <a:rPr lang="fr-FR" sz="1200" dirty="0" err="1"/>
              <a:t>greedy</a:t>
            </a:r>
            <a:r>
              <a:rPr lang="fr-FR" sz="1200" dirty="0"/>
              <a:t> si nécessaire</a:t>
            </a:r>
          </a:p>
        </p:txBody>
      </p:sp>
      <p:sp>
        <p:nvSpPr>
          <p:cNvPr id="26" name="Rectangle 25">
            <a:extLst>
              <a:ext uri="{FF2B5EF4-FFF2-40B4-BE49-F238E27FC236}">
                <a16:creationId xmlns:a16="http://schemas.microsoft.com/office/drawing/2014/main" id="{0303C87D-3A15-318E-12EB-44F40EAD01D4}"/>
              </a:ext>
            </a:extLst>
          </p:cNvPr>
          <p:cNvSpPr/>
          <p:nvPr/>
        </p:nvSpPr>
        <p:spPr>
          <a:xfrm>
            <a:off x="4754880" y="2429629"/>
            <a:ext cx="4206240" cy="1653703"/>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31" name="Rectangle 30">
            <a:extLst>
              <a:ext uri="{FF2B5EF4-FFF2-40B4-BE49-F238E27FC236}">
                <a16:creationId xmlns:a16="http://schemas.microsoft.com/office/drawing/2014/main" id="{60843A72-252C-2943-1548-E05CDA28B45F}"/>
              </a:ext>
            </a:extLst>
          </p:cNvPr>
          <p:cNvSpPr/>
          <p:nvPr/>
        </p:nvSpPr>
        <p:spPr>
          <a:xfrm>
            <a:off x="4754880" y="2421465"/>
            <a:ext cx="64008" cy="1653703"/>
          </a:xfrm>
          <a:prstGeom prst="rect">
            <a:avLst/>
          </a:prstGeom>
          <a:solidFill>
            <a:schemeClr val="accent4">
              <a:lumMod val="40000"/>
              <a:lumOff val="60000"/>
            </a:schemeClr>
          </a:solidFill>
          <a:ln>
            <a:solidFill>
              <a:schemeClr val="accent4">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34" name="TextBox 9">
            <a:extLst>
              <a:ext uri="{FF2B5EF4-FFF2-40B4-BE49-F238E27FC236}">
                <a16:creationId xmlns:a16="http://schemas.microsoft.com/office/drawing/2014/main" id="{BB1E170A-472B-35DE-98F4-01EFFE2794BC}"/>
              </a:ext>
            </a:extLst>
          </p:cNvPr>
          <p:cNvSpPr txBox="1"/>
          <p:nvPr/>
        </p:nvSpPr>
        <p:spPr>
          <a:xfrm>
            <a:off x="4937760" y="2502781"/>
            <a:ext cx="3931920" cy="320040"/>
          </a:xfrm>
          <a:prstGeom prst="rect">
            <a:avLst/>
          </a:prstGeom>
          <a:noFill/>
          <a:ln>
            <a:solidFill/>
          </a:ln>
        </p:spPr>
        <p:txBody>
          <a:bodyPr wrap="square">
            <a:spAutoFit/>
          </a:bodyPr>
          <a:lstStyle/>
          <a:p>
            <a:pPr algn="l">
              <a:defRPr>
                <a:solidFill>
                  <a:srgbClr val="0F172A"/>
                </a:solidFill>
              </a:defRPr>
            </a:pPr>
            <a:r>
              <a:rPr lang="fr-FR" sz="1400" b="1" dirty="0">
                <a:solidFill>
                  <a:srgbClr val="7030A0"/>
                </a:solidFill>
              </a:rPr>
              <a:t>De placement local</a:t>
            </a:r>
            <a:endParaRPr lang="fr-FR" sz="1400" b="1" i="0" dirty="0">
              <a:solidFill>
                <a:srgbClr val="7030A0"/>
              </a:solidFill>
            </a:endParaRPr>
          </a:p>
        </p:txBody>
      </p:sp>
      <p:sp>
        <p:nvSpPr>
          <p:cNvPr id="37" name="TextBox 6">
            <a:extLst>
              <a:ext uri="{FF2B5EF4-FFF2-40B4-BE49-F238E27FC236}">
                <a16:creationId xmlns:a16="http://schemas.microsoft.com/office/drawing/2014/main" id="{65C66BD5-248D-6205-5782-050592A83CDB}"/>
              </a:ext>
            </a:extLst>
          </p:cNvPr>
          <p:cNvSpPr txBox="1"/>
          <p:nvPr/>
        </p:nvSpPr>
        <p:spPr>
          <a:xfrm>
            <a:off x="4946903" y="2895973"/>
            <a:ext cx="3657600" cy="1118255"/>
          </a:xfrm>
          <a:prstGeom prst="rect">
            <a:avLst/>
          </a:prstGeom>
          <a:noFill/>
          <a:ln>
            <a:noFill/>
          </a:ln>
        </p:spPr>
        <p:txBody>
          <a:bodyPr wrap="square">
            <a:spAutoFit/>
          </a:bodyPr>
          <a:lstStyle/>
          <a:p>
            <a:pPr>
              <a:spcAft>
                <a:spcPts val="400"/>
              </a:spcAft>
              <a:defRPr>
                <a:solidFill>
                  <a:srgbClr val="0F172A"/>
                </a:solidFill>
              </a:defRPr>
            </a:pPr>
            <a:r>
              <a:rPr lang="fr-FR" sz="1200" b="1" dirty="0" err="1">
                <a:solidFill>
                  <a:schemeClr val="accent4">
                    <a:lumMod val="75000"/>
                  </a:schemeClr>
                </a:solidFill>
              </a:rPr>
              <a:t>move_all</a:t>
            </a:r>
            <a:r>
              <a:rPr lang="fr-FR" sz="1200" dirty="0">
                <a:solidFill>
                  <a:schemeClr val="accent4">
                    <a:lumMod val="75000"/>
                  </a:schemeClr>
                </a:solidFill>
              </a:rPr>
              <a:t>, </a:t>
            </a:r>
            <a:r>
              <a:rPr lang="fr-FR" sz="1200" b="1" dirty="0" err="1">
                <a:solidFill>
                  <a:schemeClr val="accent4">
                    <a:lumMod val="75000"/>
                  </a:schemeClr>
                </a:solidFill>
              </a:rPr>
              <a:t>all_room_change</a:t>
            </a:r>
            <a:r>
              <a:rPr lang="fr-FR" sz="1200" dirty="0">
                <a:solidFill>
                  <a:schemeClr val="accent4">
                    <a:lumMod val="75000"/>
                  </a:schemeClr>
                </a:solidFill>
              </a:rPr>
              <a:t>, </a:t>
            </a:r>
            <a:r>
              <a:rPr lang="fr-FR" sz="1200" b="1" dirty="0" err="1">
                <a:solidFill>
                  <a:schemeClr val="accent4">
                    <a:lumMod val="75000"/>
                  </a:schemeClr>
                </a:solidFill>
              </a:rPr>
              <a:t>add_sessions</a:t>
            </a:r>
            <a:endParaRPr lang="fr-FR" sz="1200" b="1" dirty="0">
              <a:solidFill>
                <a:schemeClr val="accent4">
                  <a:lumMod val="75000"/>
                </a:schemeClr>
              </a:solidFill>
            </a:endParaRPr>
          </a:p>
          <a:p>
            <a:pPr>
              <a:spcAft>
                <a:spcPts val="400"/>
              </a:spcAft>
              <a:defRPr>
                <a:solidFill>
                  <a:srgbClr val="0F172A"/>
                </a:solidFill>
              </a:defRPr>
            </a:pPr>
            <a:r>
              <a:rPr lang="fr-FR" sz="1200" b="1" dirty="0">
                <a:solidFill>
                  <a:schemeClr val="accent3">
                    <a:lumMod val="75000"/>
                  </a:schemeClr>
                </a:solidFill>
              </a:rPr>
              <a:t>→</a:t>
            </a:r>
            <a:r>
              <a:rPr lang="fr-FR" sz="1200" dirty="0">
                <a:solidFill>
                  <a:srgbClr val="FF0000"/>
                </a:solidFill>
              </a:rPr>
              <a:t> </a:t>
            </a:r>
            <a:r>
              <a:rPr lang="fr-FR" sz="1200" dirty="0">
                <a:solidFill>
                  <a:srgbClr val="0F172A"/>
                </a:solidFill>
              </a:rPr>
              <a:t>Un solver et un </a:t>
            </a:r>
            <a:r>
              <a:rPr lang="fr-FR" sz="1200" dirty="0" err="1">
                <a:solidFill>
                  <a:srgbClr val="0F172A"/>
                </a:solidFill>
              </a:rPr>
              <a:t>greedy</a:t>
            </a:r>
            <a:r>
              <a:rPr lang="fr-FR" sz="1200" dirty="0">
                <a:solidFill>
                  <a:srgbClr val="0F172A"/>
                </a:solidFill>
              </a:rPr>
              <a:t> spécifiques pour chacun des scénarios</a:t>
            </a:r>
          </a:p>
          <a:p>
            <a:pPr>
              <a:spcAft>
                <a:spcPts val="400"/>
              </a:spcAft>
              <a:defRPr>
                <a:solidFill>
                  <a:srgbClr val="0F172A"/>
                </a:solidFill>
              </a:defRPr>
            </a:pPr>
            <a:r>
              <a:rPr lang="fr-FR" sz="1200" b="1" dirty="0">
                <a:solidFill>
                  <a:srgbClr val="FF0000"/>
                </a:solidFill>
              </a:rPr>
              <a:t>→</a:t>
            </a:r>
            <a:r>
              <a:rPr lang="fr-FR" sz="1200" dirty="0">
                <a:solidFill>
                  <a:srgbClr val="FF0000"/>
                </a:solidFill>
              </a:rPr>
              <a:t> </a:t>
            </a:r>
            <a:r>
              <a:rPr lang="fr-FR" sz="1200" dirty="0"/>
              <a:t>chaque scénario appelle son propre </a:t>
            </a:r>
            <a:r>
              <a:rPr lang="fr-FR" sz="1200" b="1" dirty="0">
                <a:solidFill>
                  <a:srgbClr val="FF0000"/>
                </a:solidFill>
              </a:rPr>
              <a:t>solve_* </a:t>
            </a:r>
            <a:r>
              <a:rPr lang="fr-FR" sz="1200" dirty="0"/>
              <a:t>puis</a:t>
            </a:r>
            <a:r>
              <a:rPr lang="fr-FR" sz="1200" b="1" dirty="0">
                <a:solidFill>
                  <a:srgbClr val="FF0000"/>
                </a:solidFill>
              </a:rPr>
              <a:t> </a:t>
            </a:r>
            <a:r>
              <a:rPr lang="fr-FR" sz="1200" dirty="0"/>
              <a:t>son propre </a:t>
            </a:r>
            <a:r>
              <a:rPr lang="fr-FR" sz="1200" dirty="0" err="1"/>
              <a:t>greedy</a:t>
            </a:r>
            <a:r>
              <a:rPr lang="fr-FR" sz="1200" dirty="0"/>
              <a:t> si nécessaire</a:t>
            </a:r>
          </a:p>
        </p:txBody>
      </p:sp>
      <p:sp>
        <p:nvSpPr>
          <p:cNvPr id="40" name="Rectangle 39">
            <a:extLst>
              <a:ext uri="{FF2B5EF4-FFF2-40B4-BE49-F238E27FC236}">
                <a16:creationId xmlns:a16="http://schemas.microsoft.com/office/drawing/2014/main" id="{5606DB55-0A9C-5087-9D27-175B1B3DDA13}"/>
              </a:ext>
            </a:extLst>
          </p:cNvPr>
          <p:cNvSpPr/>
          <p:nvPr/>
        </p:nvSpPr>
        <p:spPr>
          <a:xfrm>
            <a:off x="555597" y="2829458"/>
            <a:ext cx="3960561" cy="1376159"/>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2" name="Rectangle 41">
            <a:extLst>
              <a:ext uri="{FF2B5EF4-FFF2-40B4-BE49-F238E27FC236}">
                <a16:creationId xmlns:a16="http://schemas.microsoft.com/office/drawing/2014/main" id="{96CD262D-44A4-179F-B6FC-B097823015AA}"/>
              </a:ext>
            </a:extLst>
          </p:cNvPr>
          <p:cNvSpPr/>
          <p:nvPr/>
        </p:nvSpPr>
        <p:spPr>
          <a:xfrm>
            <a:off x="555597" y="2821294"/>
            <a:ext cx="64008" cy="1376159"/>
          </a:xfrm>
          <a:prstGeom prst="rect">
            <a:avLst/>
          </a:prstGeom>
          <a:solidFill>
            <a:schemeClr val="accent3">
              <a:lumMod val="40000"/>
              <a:lumOff val="60000"/>
            </a:schemeClr>
          </a:solidFill>
          <a:ln>
            <a:solidFill>
              <a:schemeClr val="accent3">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5" name="TextBox 5">
            <a:extLst>
              <a:ext uri="{FF2B5EF4-FFF2-40B4-BE49-F238E27FC236}">
                <a16:creationId xmlns:a16="http://schemas.microsoft.com/office/drawing/2014/main" id="{AAA7DD7C-071B-4344-639B-92FCC46F6B66}"/>
              </a:ext>
            </a:extLst>
          </p:cNvPr>
          <p:cNvSpPr txBox="1"/>
          <p:nvPr/>
        </p:nvSpPr>
        <p:spPr>
          <a:xfrm>
            <a:off x="738477" y="2902610"/>
            <a:ext cx="3749039" cy="320040"/>
          </a:xfrm>
          <a:prstGeom prst="rect">
            <a:avLst/>
          </a:prstGeom>
          <a:noFill/>
          <a:ln>
            <a:solidFill/>
          </a:ln>
        </p:spPr>
        <p:txBody>
          <a:bodyPr wrap="square">
            <a:spAutoFit/>
          </a:bodyPr>
          <a:lstStyle/>
          <a:p>
            <a:pPr algn="l">
              <a:defRPr>
                <a:solidFill>
                  <a:srgbClr val="0F172A"/>
                </a:solidFill>
              </a:defRPr>
            </a:pPr>
            <a:r>
              <a:rPr lang="fr-FR" sz="1400" b="1" dirty="0">
                <a:solidFill>
                  <a:srgbClr val="00B050"/>
                </a:solidFill>
              </a:rPr>
              <a:t>D’affectation</a:t>
            </a:r>
            <a:endParaRPr lang="fr-FR" sz="1400" b="1" i="0" dirty="0">
              <a:solidFill>
                <a:srgbClr val="00B050"/>
              </a:solidFill>
            </a:endParaRPr>
          </a:p>
        </p:txBody>
      </p:sp>
      <p:sp>
        <p:nvSpPr>
          <p:cNvPr id="47" name="TextBox 6">
            <a:extLst>
              <a:ext uri="{FF2B5EF4-FFF2-40B4-BE49-F238E27FC236}">
                <a16:creationId xmlns:a16="http://schemas.microsoft.com/office/drawing/2014/main" id="{708B4124-151E-7E68-6CC5-ECB5C8CC1F10}"/>
              </a:ext>
            </a:extLst>
          </p:cNvPr>
          <p:cNvSpPr txBox="1"/>
          <p:nvPr/>
        </p:nvSpPr>
        <p:spPr>
          <a:xfrm>
            <a:off x="738477" y="3286658"/>
            <a:ext cx="3442945" cy="933589"/>
          </a:xfrm>
          <a:prstGeom prst="rect">
            <a:avLst/>
          </a:prstGeom>
          <a:noFill/>
          <a:ln>
            <a:noFill/>
          </a:ln>
        </p:spPr>
        <p:txBody>
          <a:bodyPr wrap="square">
            <a:spAutoFit/>
          </a:bodyPr>
          <a:lstStyle/>
          <a:p>
            <a:pPr>
              <a:spcAft>
                <a:spcPts val="400"/>
              </a:spcAft>
              <a:defRPr>
                <a:solidFill>
                  <a:srgbClr val="0F172A"/>
                </a:solidFill>
              </a:defRPr>
            </a:pPr>
            <a:r>
              <a:rPr lang="fr-FR" sz="1200" b="1" dirty="0" err="1">
                <a:solidFill>
                  <a:schemeClr val="accent3">
                    <a:lumMod val="75000"/>
                  </a:schemeClr>
                </a:solidFill>
              </a:rPr>
              <a:t>teacher_replacement</a:t>
            </a:r>
            <a:endParaRPr lang="fr-FR" sz="1200" b="1" dirty="0">
              <a:solidFill>
                <a:schemeClr val="accent3">
                  <a:lumMod val="75000"/>
                </a:schemeClr>
              </a:solidFill>
            </a:endParaRPr>
          </a:p>
          <a:p>
            <a:pPr>
              <a:spcAft>
                <a:spcPts val="400"/>
              </a:spcAft>
              <a:defRPr>
                <a:solidFill>
                  <a:srgbClr val="0F172A"/>
                </a:solidFill>
              </a:defRPr>
            </a:pPr>
            <a:r>
              <a:rPr lang="fr-FR" sz="1200" b="1" dirty="0">
                <a:solidFill>
                  <a:schemeClr val="accent3">
                    <a:lumMod val="75000"/>
                  </a:schemeClr>
                </a:solidFill>
              </a:rPr>
              <a:t>→</a:t>
            </a:r>
            <a:r>
              <a:rPr lang="fr-FR" sz="1200" dirty="0">
                <a:solidFill>
                  <a:srgbClr val="FF0000"/>
                </a:solidFill>
              </a:rPr>
              <a:t> </a:t>
            </a:r>
            <a:r>
              <a:rPr lang="fr-FR" sz="1200" dirty="0">
                <a:solidFill>
                  <a:srgbClr val="0F172A"/>
                </a:solidFill>
              </a:rPr>
              <a:t>Un solver et un seul </a:t>
            </a:r>
            <a:r>
              <a:rPr lang="fr-FR" sz="1200" dirty="0" err="1">
                <a:solidFill>
                  <a:srgbClr val="0F172A"/>
                </a:solidFill>
              </a:rPr>
              <a:t>greedy</a:t>
            </a:r>
            <a:r>
              <a:rPr lang="fr-FR" sz="1200" dirty="0">
                <a:solidFill>
                  <a:srgbClr val="0F172A"/>
                </a:solidFill>
              </a:rPr>
              <a:t> propres à ce scénario</a:t>
            </a:r>
          </a:p>
          <a:p>
            <a:pPr>
              <a:spcAft>
                <a:spcPts val="400"/>
              </a:spcAft>
              <a:defRPr>
                <a:solidFill>
                  <a:srgbClr val="0F172A"/>
                </a:solidFill>
              </a:defRPr>
            </a:pPr>
            <a:r>
              <a:rPr lang="fr-FR" sz="1200" b="1" dirty="0">
                <a:solidFill>
                  <a:srgbClr val="FF0000"/>
                </a:solidFill>
              </a:rPr>
              <a:t>→</a:t>
            </a:r>
            <a:r>
              <a:rPr lang="fr-FR" sz="1200" dirty="0">
                <a:solidFill>
                  <a:srgbClr val="FF0000"/>
                </a:solidFill>
              </a:rPr>
              <a:t> </a:t>
            </a:r>
            <a:r>
              <a:rPr lang="fr-FR" sz="1200" dirty="0"/>
              <a:t>le scénario appelle </a:t>
            </a:r>
            <a:r>
              <a:rPr lang="fr-FR" sz="1200" b="1" dirty="0" err="1">
                <a:solidFill>
                  <a:srgbClr val="FF0000"/>
                </a:solidFill>
              </a:rPr>
              <a:t>solve_teacher_replacement</a:t>
            </a:r>
            <a:r>
              <a:rPr lang="fr-FR" sz="1200" b="1" dirty="0">
                <a:solidFill>
                  <a:srgbClr val="FF0000"/>
                </a:solidFill>
              </a:rPr>
              <a:t> </a:t>
            </a:r>
            <a:r>
              <a:rPr lang="fr-FR" sz="1200" dirty="0"/>
              <a:t>puis</a:t>
            </a:r>
            <a:r>
              <a:rPr lang="fr-FR" sz="1200" b="1" dirty="0">
                <a:solidFill>
                  <a:srgbClr val="FF0000"/>
                </a:solidFill>
              </a:rPr>
              <a:t> </a:t>
            </a:r>
            <a:r>
              <a:rPr lang="fr-FR" sz="1200" dirty="0"/>
              <a:t>le </a:t>
            </a:r>
            <a:r>
              <a:rPr lang="fr-FR" sz="1200" dirty="0" err="1"/>
              <a:t>greedy</a:t>
            </a:r>
            <a:r>
              <a:rPr lang="fr-FR" sz="1200" dirty="0"/>
              <a:t> si nécessaire</a:t>
            </a:r>
          </a:p>
        </p:txBody>
      </p:sp>
    </p:spTree>
    <p:extLst>
      <p:ext uri="{BB962C8B-B14F-4D97-AF65-F5344CB8AC3E}">
        <p14:creationId xmlns:p14="http://schemas.microsoft.com/office/powerpoint/2010/main" val="32961275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A17C9-D360-D127-0D48-C449329FD80C}"/>
            </a:ext>
          </a:extLst>
        </p:cNvPr>
        <p:cNvGrpSpPr/>
        <p:nvPr/>
      </p:nvGrpSpPr>
      <p:grpSpPr>
        <a:xfrm>
          <a:off x="0" y="0"/>
          <a:ext cx="0" cy="0"/>
          <a:chOff x="0" y="0"/>
          <a:chExt cx="0" cy="0"/>
        </a:xfrm>
      </p:grpSpPr>
      <p:sp>
        <p:nvSpPr>
          <p:cNvPr id="39" name="Oval 1">
            <a:extLst>
              <a:ext uri="{FF2B5EF4-FFF2-40B4-BE49-F238E27FC236}">
                <a16:creationId xmlns:a16="http://schemas.microsoft.com/office/drawing/2014/main" id="{42635FDE-7120-8145-3246-9F9206BB6318}"/>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2">
            <a:extLst>
              <a:ext uri="{FF2B5EF4-FFF2-40B4-BE49-F238E27FC236}">
                <a16:creationId xmlns:a16="http://schemas.microsoft.com/office/drawing/2014/main" id="{4A30E1C9-F044-CB28-9DCB-0C2DB73A4BF2}"/>
              </a:ext>
            </a:extLst>
          </p:cNvPr>
          <p:cNvSpPr txBox="1"/>
          <p:nvPr/>
        </p:nvSpPr>
        <p:spPr>
          <a:xfrm>
            <a:off x="22644" y="80113"/>
            <a:ext cx="411911" cy="400110"/>
          </a:xfrm>
          <a:prstGeom prst="rect">
            <a:avLst/>
          </a:prstGeom>
          <a:noFill/>
        </p:spPr>
        <p:txBody>
          <a:bodyPr wrap="square">
            <a:spAutoFit/>
          </a:bodyPr>
          <a:lstStyle/>
          <a:p>
            <a:pPr algn="ctr"/>
            <a:r>
              <a:rPr lang="fr-FR" sz="2000" b="1">
                <a:solidFill>
                  <a:srgbClr val="FFFFFF"/>
                </a:solidFill>
              </a:rPr>
              <a:t>2</a:t>
            </a:r>
            <a:endParaRPr sz="2000" b="1" i="0">
              <a:solidFill>
                <a:srgbClr val="FFFFFF"/>
              </a:solidFill>
            </a:endParaRPr>
          </a:p>
        </p:txBody>
      </p:sp>
      <p:sp>
        <p:nvSpPr>
          <p:cNvPr id="2" name="TextBox 1">
            <a:extLst>
              <a:ext uri="{FF2B5EF4-FFF2-40B4-BE49-F238E27FC236}">
                <a16:creationId xmlns:a16="http://schemas.microsoft.com/office/drawing/2014/main" id="{01B42186-0889-5041-366C-EBC665A43333}"/>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dirty="0">
                <a:solidFill>
                  <a:srgbClr val="0F172A"/>
                </a:solidFill>
              </a:rPr>
              <a:t>Gestion des perturbations en cascade - Workflow</a:t>
            </a:r>
          </a:p>
        </p:txBody>
      </p:sp>
      <p:sp>
        <p:nvSpPr>
          <p:cNvPr id="3" name="Rectangle 2">
            <a:extLst>
              <a:ext uri="{FF2B5EF4-FFF2-40B4-BE49-F238E27FC236}">
                <a16:creationId xmlns:a16="http://schemas.microsoft.com/office/drawing/2014/main" id="{1B878D6A-47A0-5B33-E2B8-BBC854E8DFA3}"/>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2" name="Rectangle 41"/>
          <p:cNvSpPr/>
          <p:nvPr/>
        </p:nvSpPr>
        <p:spPr>
          <a:xfrm>
            <a:off x="274320" y="1005840"/>
            <a:ext cx="2331720" cy="3319272"/>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3" name="Rectangle 42"/>
          <p:cNvSpPr/>
          <p:nvPr/>
        </p:nvSpPr>
        <p:spPr>
          <a:xfrm>
            <a:off x="274320" y="1005840"/>
            <a:ext cx="64008" cy="3319272"/>
          </a:xfrm>
          <a:prstGeom prst="rect">
            <a:avLst/>
          </a:prstGeom>
          <a:solidFill>
            <a:srgbClr val="FCEAD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4" name="Rectangle 43"/>
          <p:cNvSpPr/>
          <p:nvPr/>
        </p:nvSpPr>
        <p:spPr>
          <a:xfrm>
            <a:off x="429768" y="1088136"/>
            <a:ext cx="2084831" cy="320040"/>
          </a:xfrm>
          <a:prstGeom prst="rect">
            <a:avLst/>
          </a:prstGeom>
          <a:solidFill>
            <a:srgbClr val="FCEAD6"/>
          </a:solidFill>
          <a:ln w="10160">
            <a:solidFill>
              <a:schemeClr val="accent6">
                <a:lumMod val="20000"/>
                <a:lumOff val="80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sz="1300" b="1" i="0">
                <a:solidFill>
                  <a:srgbClr val="C2410C"/>
                </a:solidFill>
              </a:rPr>
              <a:t>Entrée &amp; </a:t>
            </a:r>
            <a:r>
              <a:rPr sz="1300" b="1" i="0" err="1">
                <a:solidFill>
                  <a:srgbClr val="C2410C"/>
                </a:solidFill>
              </a:rPr>
              <a:t>collecte</a:t>
            </a:r>
            <a:endParaRPr sz="1300" b="1" i="0">
              <a:solidFill>
                <a:srgbClr val="C2410C"/>
              </a:solidFill>
            </a:endParaRPr>
          </a:p>
        </p:txBody>
      </p:sp>
      <p:sp>
        <p:nvSpPr>
          <p:cNvPr id="45" name="Rectangle 44"/>
          <p:cNvSpPr/>
          <p:nvPr/>
        </p:nvSpPr>
        <p:spPr>
          <a:xfrm>
            <a:off x="2816352" y="1005840"/>
            <a:ext cx="2331720" cy="3319272"/>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6" name="Rectangle 45"/>
          <p:cNvSpPr/>
          <p:nvPr/>
        </p:nvSpPr>
        <p:spPr>
          <a:xfrm>
            <a:off x="2816352" y="1005840"/>
            <a:ext cx="64008" cy="3319272"/>
          </a:xfrm>
          <a:prstGeom prst="rect">
            <a:avLst/>
          </a:prstGeom>
          <a:solidFill>
            <a:srgbClr val="D9EF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7" name="Rectangle 46"/>
          <p:cNvSpPr/>
          <p:nvPr/>
        </p:nvSpPr>
        <p:spPr>
          <a:xfrm>
            <a:off x="2953512" y="1078992"/>
            <a:ext cx="2084831" cy="320040"/>
          </a:xfrm>
          <a:prstGeom prst="rect">
            <a:avLst/>
          </a:prstGeom>
          <a:solidFill>
            <a:srgbClr val="D9EFFD"/>
          </a:solidFill>
          <a:ln w="10160">
            <a:solidFill>
              <a:srgbClr val="2F80C4"/>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sz="1300" b="1" i="0">
                <a:solidFill>
                  <a:srgbClr val="0369A1"/>
                </a:solidFill>
              </a:rPr>
              <a:t>Orchestration </a:t>
            </a:r>
            <a:r>
              <a:rPr sz="1300" b="1" i="0" err="1">
                <a:solidFill>
                  <a:srgbClr val="0369A1"/>
                </a:solidFill>
              </a:rPr>
              <a:t>séquentielle</a:t>
            </a:r>
            <a:endParaRPr sz="1300" b="1" i="0">
              <a:solidFill>
                <a:srgbClr val="0369A1"/>
              </a:solidFill>
            </a:endParaRPr>
          </a:p>
        </p:txBody>
      </p:sp>
      <p:sp>
        <p:nvSpPr>
          <p:cNvPr id="48" name="Rectangle 47"/>
          <p:cNvSpPr/>
          <p:nvPr/>
        </p:nvSpPr>
        <p:spPr>
          <a:xfrm>
            <a:off x="5358384" y="1005840"/>
            <a:ext cx="3465576" cy="3319272"/>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9" name="Rectangle 48"/>
          <p:cNvSpPr/>
          <p:nvPr/>
        </p:nvSpPr>
        <p:spPr>
          <a:xfrm>
            <a:off x="5358384" y="1005840"/>
            <a:ext cx="64008" cy="3319272"/>
          </a:xfrm>
          <a:prstGeom prst="rect">
            <a:avLst/>
          </a:prstGeom>
          <a:solidFill>
            <a:schemeClr val="accent3">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0" name="Rectangle 49"/>
          <p:cNvSpPr/>
          <p:nvPr/>
        </p:nvSpPr>
        <p:spPr>
          <a:xfrm>
            <a:off x="5495544" y="1054500"/>
            <a:ext cx="3218688" cy="320040"/>
          </a:xfrm>
          <a:prstGeom prst="rect">
            <a:avLst/>
          </a:prstGeom>
          <a:solidFill>
            <a:schemeClr val="accent3">
              <a:lumMod val="20000"/>
              <a:lumOff val="80000"/>
            </a:schemeClr>
          </a:solidFill>
          <a:ln w="10160">
            <a:solidFill>
              <a:schemeClr val="bg2">
                <a:lumMod val="90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sz="1300" b="1" i="0" err="1">
                <a:solidFill>
                  <a:srgbClr val="0369A1"/>
                </a:solidFill>
              </a:rPr>
              <a:t>Résolution</a:t>
            </a:r>
            <a:r>
              <a:rPr sz="1300" b="1" i="0">
                <a:solidFill>
                  <a:srgbClr val="0369A1"/>
                </a:solidFill>
              </a:rPr>
              <a:t> &amp; </a:t>
            </a:r>
            <a:r>
              <a:rPr sz="1300" b="1" i="0" err="1">
                <a:solidFill>
                  <a:srgbClr val="0369A1"/>
                </a:solidFill>
              </a:rPr>
              <a:t>garantie</a:t>
            </a:r>
            <a:endParaRPr sz="1300" b="1" i="0">
              <a:solidFill>
                <a:srgbClr val="0369A1"/>
              </a:solidFill>
            </a:endParaRPr>
          </a:p>
        </p:txBody>
      </p:sp>
      <p:sp>
        <p:nvSpPr>
          <p:cNvPr id="51" name="Rectangle 50"/>
          <p:cNvSpPr/>
          <p:nvPr/>
        </p:nvSpPr>
        <p:spPr>
          <a:xfrm>
            <a:off x="438912" y="1481327"/>
            <a:ext cx="2002536" cy="534275"/>
          </a:xfrm>
          <a:prstGeom prst="rect">
            <a:avLst/>
          </a:prstGeom>
          <a:solidFill>
            <a:srgbClr val="FFFFFF"/>
          </a:solidFill>
          <a:ln w="10160">
            <a:solidFill>
              <a:srgbClr val="2F80C4"/>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080" b="1">
                <a:solidFill>
                  <a:srgbClr val="0369A1"/>
                </a:solidFill>
              </a:rPr>
              <a:t>e</a:t>
            </a:r>
            <a:r>
              <a:rPr sz="1080" b="1" i="0" err="1">
                <a:solidFill>
                  <a:srgbClr val="0369A1"/>
                </a:solidFill>
              </a:rPr>
              <a:t>xtract</a:t>
            </a:r>
            <a:r>
              <a:rPr lang="fr-FR" sz="1080" b="1" i="0">
                <a:solidFill>
                  <a:srgbClr val="0369A1"/>
                </a:solidFill>
              </a:rPr>
              <a:t>ion()</a:t>
            </a:r>
            <a:endParaRPr lang="fr-FR" sz="1080" b="1">
              <a:solidFill>
                <a:srgbClr val="0369A1"/>
              </a:solidFill>
            </a:endParaRPr>
          </a:p>
          <a:p>
            <a:pPr algn="ctr">
              <a:lnSpc>
                <a:spcPct val="100000"/>
              </a:lnSpc>
              <a:spcAft>
                <a:spcPts val="0"/>
              </a:spcAft>
            </a:pPr>
            <a:r>
              <a:rPr lang="fr-FR" sz="1080" b="1">
                <a:solidFill>
                  <a:srgbClr val="0369A1"/>
                </a:solidFill>
              </a:rPr>
              <a:t>JSON → infos externes </a:t>
            </a:r>
            <a:endParaRPr sz="1080" b="1" i="0">
              <a:solidFill>
                <a:srgbClr val="0369A1"/>
              </a:solidFill>
            </a:endParaRPr>
          </a:p>
          <a:p>
            <a:pPr algn="ctr">
              <a:lnSpc>
                <a:spcPct val="100000"/>
              </a:lnSpc>
              <a:spcAft>
                <a:spcPts val="0"/>
              </a:spcAft>
            </a:pPr>
            <a:r>
              <a:rPr sz="1080" b="1" i="0">
                <a:solidFill>
                  <a:srgbClr val="0369A1"/>
                </a:solidFill>
              </a:rPr>
              <a:t>CSV → variables </a:t>
            </a:r>
            <a:r>
              <a:rPr sz="1080" b="1" i="0" err="1">
                <a:solidFill>
                  <a:srgbClr val="0369A1"/>
                </a:solidFill>
              </a:rPr>
              <a:t>exploitables</a:t>
            </a:r>
            <a:endParaRPr sz="1080" b="1" i="0">
              <a:solidFill>
                <a:srgbClr val="0369A1"/>
              </a:solidFill>
            </a:endParaRPr>
          </a:p>
        </p:txBody>
      </p:sp>
      <p:sp>
        <p:nvSpPr>
          <p:cNvPr id="52" name="Down Arrow 51"/>
          <p:cNvSpPr/>
          <p:nvPr/>
        </p:nvSpPr>
        <p:spPr>
          <a:xfrm>
            <a:off x="1289304" y="2052179"/>
            <a:ext cx="246888" cy="201168"/>
          </a:xfrm>
          <a:prstGeom prst="downArrow">
            <a:avLst/>
          </a:prstGeom>
          <a:solidFill>
            <a:srgbClr val="D9EFFD"/>
          </a:solidFill>
          <a:ln w="6350">
            <a:solidFill>
              <a:srgbClr val="2F8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438912" y="2317355"/>
            <a:ext cx="2002536" cy="530352"/>
          </a:xfrm>
          <a:prstGeom prst="rect">
            <a:avLst/>
          </a:prstGeom>
          <a:solidFill>
            <a:srgbClr val="FFFFFF"/>
          </a:solidFill>
          <a:ln w="10160">
            <a:solidFill>
              <a:srgbClr val="2F80C4"/>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sz="1080" b="1" i="0">
                <a:solidFill>
                  <a:srgbClr val="0369A1"/>
                </a:solidFill>
              </a:rPr>
              <a:t>_collect_perturbation()</a:t>
            </a:r>
          </a:p>
          <a:p>
            <a:pPr algn="ctr">
              <a:lnSpc>
                <a:spcPct val="100000"/>
              </a:lnSpc>
              <a:spcAft>
                <a:spcPts val="0"/>
              </a:spcAft>
            </a:pPr>
            <a:r>
              <a:rPr sz="1080" b="1" i="0">
                <a:solidFill>
                  <a:srgbClr val="0369A1"/>
                </a:solidFill>
              </a:rPr>
              <a:t>1 dict par appel</a:t>
            </a:r>
          </a:p>
        </p:txBody>
      </p:sp>
      <p:sp>
        <p:nvSpPr>
          <p:cNvPr id="54" name="Down Arrow 53"/>
          <p:cNvSpPr/>
          <p:nvPr/>
        </p:nvSpPr>
        <p:spPr>
          <a:xfrm>
            <a:off x="1289304" y="2884283"/>
            <a:ext cx="246888" cy="201168"/>
          </a:xfrm>
          <a:prstGeom prst="downArrow">
            <a:avLst/>
          </a:prstGeom>
          <a:solidFill>
            <a:srgbClr val="D9EFFD"/>
          </a:solidFill>
          <a:ln w="6350">
            <a:solidFill>
              <a:srgbClr val="2F8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438912" y="3167747"/>
            <a:ext cx="2002536" cy="393192"/>
          </a:xfrm>
          <a:prstGeom prst="rect">
            <a:avLst/>
          </a:prstGeom>
          <a:solidFill>
            <a:srgbClr val="FFFFFF"/>
          </a:solidFill>
          <a:ln w="10160">
            <a:solidFill>
              <a:srgbClr val="2F80C4"/>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sz="1080" b="1" i="0">
                <a:solidFill>
                  <a:srgbClr val="C2410C"/>
                </a:solidFill>
              </a:rPr>
              <a:t>Saisie 0 → sortie de boucle</a:t>
            </a:r>
          </a:p>
        </p:txBody>
      </p:sp>
      <p:sp>
        <p:nvSpPr>
          <p:cNvPr id="56" name="TextBox 55"/>
          <p:cNvSpPr txBox="1"/>
          <p:nvPr/>
        </p:nvSpPr>
        <p:spPr>
          <a:xfrm>
            <a:off x="493776" y="3670667"/>
            <a:ext cx="1874519" cy="438912"/>
          </a:xfrm>
          <a:prstGeom prst="rect">
            <a:avLst/>
          </a:prstGeom>
          <a:noFill/>
        </p:spPr>
        <p:txBody>
          <a:bodyPr wrap="square" lIns="18288" tIns="0" rIns="18288" bIns="0" anchor="ctr">
            <a:noAutofit/>
          </a:bodyPr>
          <a:lstStyle/>
          <a:p>
            <a:pPr algn="ctr">
              <a:lnSpc>
                <a:spcPct val="100000"/>
              </a:lnSpc>
              <a:spcAft>
                <a:spcPts val="0"/>
              </a:spcAft>
            </a:pPr>
            <a:r>
              <a:rPr lang="fr-FR" sz="1050" b="0" i="1" err="1">
                <a:solidFill>
                  <a:srgbClr val="475569"/>
                </a:solidFill>
              </a:rPr>
              <a:t>Liste</a:t>
            </a:r>
            <a:r>
              <a:rPr sz="1050" b="0" i="1">
                <a:solidFill>
                  <a:srgbClr val="475569"/>
                </a:solidFill>
              </a:rPr>
              <a:t> de perturbations</a:t>
            </a:r>
          </a:p>
          <a:p>
            <a:pPr algn="ctr">
              <a:lnSpc>
                <a:spcPct val="100000"/>
              </a:lnSpc>
              <a:spcAft>
                <a:spcPts val="0"/>
              </a:spcAft>
            </a:pPr>
            <a:r>
              <a:rPr lang="fr-FR" sz="1050" i="1">
                <a:solidFill>
                  <a:srgbClr val="475569"/>
                </a:solidFill>
              </a:rPr>
              <a:t>prêtes</a:t>
            </a:r>
            <a:r>
              <a:rPr sz="1050" b="0" i="1">
                <a:solidFill>
                  <a:srgbClr val="475569"/>
                </a:solidFill>
              </a:rPr>
              <a:t> à </a:t>
            </a:r>
            <a:r>
              <a:rPr lang="fr-FR" sz="1050" b="0" i="1" err="1">
                <a:solidFill>
                  <a:srgbClr val="475569"/>
                </a:solidFill>
              </a:rPr>
              <a:t>traiter</a:t>
            </a:r>
            <a:endParaRPr lang="fr-FR" sz="1050" b="0" i="1" err="1">
              <a:solidFill>
                <a:srgbClr val="475569"/>
              </a:solidFill>
              <a:ea typeface="Calibri"/>
              <a:cs typeface="Calibri"/>
            </a:endParaRPr>
          </a:p>
        </p:txBody>
      </p:sp>
      <p:sp>
        <p:nvSpPr>
          <p:cNvPr id="57" name="Right Arrow 56"/>
          <p:cNvSpPr/>
          <p:nvPr/>
        </p:nvSpPr>
        <p:spPr>
          <a:xfrm>
            <a:off x="2542032" y="2551176"/>
            <a:ext cx="210312" cy="210312"/>
          </a:xfrm>
          <a:prstGeom prst="rightArrow">
            <a:avLst/>
          </a:prstGeom>
          <a:solidFill>
            <a:srgbClr val="FCEAD6"/>
          </a:solidFill>
          <a:ln w="6350">
            <a:solidFill>
              <a:srgbClr val="2F8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ight Arrow 57"/>
          <p:cNvSpPr/>
          <p:nvPr/>
        </p:nvSpPr>
        <p:spPr>
          <a:xfrm>
            <a:off x="5093208" y="2551176"/>
            <a:ext cx="210312" cy="210312"/>
          </a:xfrm>
          <a:prstGeom prst="rightArrow">
            <a:avLst/>
          </a:prstGeom>
          <a:solidFill>
            <a:srgbClr val="D9EFFD"/>
          </a:solidFill>
          <a:ln w="6350">
            <a:solidFill>
              <a:srgbClr val="2F8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2980944" y="1481328"/>
            <a:ext cx="2002536" cy="429768"/>
          </a:xfrm>
          <a:prstGeom prst="rect">
            <a:avLst/>
          </a:prstGeom>
          <a:solidFill>
            <a:srgbClr val="FFFFFF"/>
          </a:solidFill>
          <a:ln w="10160">
            <a:solidFill>
              <a:srgbClr val="2F80C4"/>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sz="1080" b="1" i="0">
                <a:solidFill>
                  <a:srgbClr val="0369A1"/>
                </a:solidFill>
              </a:rPr>
              <a:t>Pour chaque perturbation</a:t>
            </a:r>
          </a:p>
          <a:p>
            <a:pPr algn="ctr">
              <a:lnSpc>
                <a:spcPct val="100000"/>
              </a:lnSpc>
              <a:spcAft>
                <a:spcPts val="0"/>
              </a:spcAft>
            </a:pPr>
            <a:r>
              <a:rPr sz="1080" b="1" i="0">
                <a:solidFill>
                  <a:srgbClr val="0369A1"/>
                </a:solidFill>
              </a:rPr>
              <a:t>recensée</a:t>
            </a:r>
          </a:p>
        </p:txBody>
      </p:sp>
      <p:sp>
        <p:nvSpPr>
          <p:cNvPr id="60" name="Down Arrow 59"/>
          <p:cNvSpPr/>
          <p:nvPr/>
        </p:nvSpPr>
        <p:spPr>
          <a:xfrm>
            <a:off x="3858768" y="1947672"/>
            <a:ext cx="246888" cy="201168"/>
          </a:xfrm>
          <a:prstGeom prst="downArrow">
            <a:avLst/>
          </a:prstGeom>
          <a:solidFill>
            <a:srgbClr val="D9EFFD"/>
          </a:solidFill>
          <a:ln w="6350">
            <a:solidFill>
              <a:srgbClr val="2F8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2980944" y="2212848"/>
            <a:ext cx="2002536" cy="393192"/>
          </a:xfrm>
          <a:prstGeom prst="rect">
            <a:avLst/>
          </a:prstGeom>
          <a:solidFill>
            <a:srgbClr val="FFFFFF"/>
          </a:solidFill>
          <a:ln w="10160">
            <a:solidFill>
              <a:srgbClr val="2F80C4"/>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sz="1080" b="0" i="0">
                <a:solidFill>
                  <a:srgbClr val="1E293B"/>
                </a:solidFill>
              </a:rPr>
              <a:t>P1 depuis l’EDT initial</a:t>
            </a:r>
          </a:p>
        </p:txBody>
      </p:sp>
      <p:sp>
        <p:nvSpPr>
          <p:cNvPr id="62" name="Down Arrow 61"/>
          <p:cNvSpPr/>
          <p:nvPr/>
        </p:nvSpPr>
        <p:spPr>
          <a:xfrm>
            <a:off x="3858768" y="2642616"/>
            <a:ext cx="246888" cy="173736"/>
          </a:xfrm>
          <a:prstGeom prst="downArrow">
            <a:avLst/>
          </a:prstGeom>
          <a:solidFill>
            <a:srgbClr val="D9EFFD"/>
          </a:solidFill>
          <a:ln w="6350">
            <a:solidFill>
              <a:srgbClr val="2F8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2980944" y="2880360"/>
            <a:ext cx="2002536" cy="393192"/>
          </a:xfrm>
          <a:prstGeom prst="rect">
            <a:avLst/>
          </a:prstGeom>
          <a:solidFill>
            <a:srgbClr val="FFFFFF"/>
          </a:solidFill>
          <a:ln w="10160">
            <a:solidFill>
              <a:srgbClr val="2F80C4"/>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sz="1080" b="0" i="0">
                <a:solidFill>
                  <a:srgbClr val="1E293B"/>
                </a:solidFill>
              </a:rPr>
              <a:t>P2 depuis la solution P1</a:t>
            </a:r>
          </a:p>
        </p:txBody>
      </p:sp>
      <p:sp>
        <p:nvSpPr>
          <p:cNvPr id="64" name="Down Arrow 63"/>
          <p:cNvSpPr/>
          <p:nvPr/>
        </p:nvSpPr>
        <p:spPr>
          <a:xfrm>
            <a:off x="3858768" y="3310128"/>
            <a:ext cx="246888" cy="173736"/>
          </a:xfrm>
          <a:prstGeom prst="downArrow">
            <a:avLst/>
          </a:prstGeom>
          <a:solidFill>
            <a:srgbClr val="D9EFFD"/>
          </a:solidFill>
          <a:ln w="6350">
            <a:solidFill>
              <a:srgbClr val="2F8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2980944" y="3547872"/>
            <a:ext cx="2002536" cy="393192"/>
          </a:xfrm>
          <a:prstGeom prst="rect">
            <a:avLst/>
          </a:prstGeom>
          <a:solidFill>
            <a:srgbClr val="FFFFFF"/>
          </a:solidFill>
          <a:ln w="10160">
            <a:solidFill>
              <a:srgbClr val="2F80C4"/>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sz="1080" b="0" i="0" err="1">
                <a:solidFill>
                  <a:srgbClr val="1E293B"/>
                </a:solidFill>
              </a:rPr>
              <a:t>Pn</a:t>
            </a:r>
            <a:r>
              <a:rPr sz="1080" b="0" i="0">
                <a:solidFill>
                  <a:srgbClr val="1E293B"/>
                </a:solidFill>
              </a:rPr>
              <a:t> </a:t>
            </a:r>
            <a:r>
              <a:rPr sz="1080" b="0" i="0" err="1">
                <a:solidFill>
                  <a:srgbClr val="1E293B"/>
                </a:solidFill>
              </a:rPr>
              <a:t>depuis</a:t>
            </a:r>
            <a:r>
              <a:rPr sz="1080" b="0" i="0">
                <a:solidFill>
                  <a:srgbClr val="1E293B"/>
                </a:solidFill>
              </a:rPr>
              <a:t> la solution Pn−1</a:t>
            </a:r>
          </a:p>
        </p:txBody>
      </p:sp>
      <p:sp>
        <p:nvSpPr>
          <p:cNvPr id="66" name="Rectangle 65"/>
          <p:cNvSpPr/>
          <p:nvPr/>
        </p:nvSpPr>
        <p:spPr>
          <a:xfrm>
            <a:off x="5532119" y="1763155"/>
            <a:ext cx="2083525" cy="395179"/>
          </a:xfrm>
          <a:prstGeom prst="rect">
            <a:avLst/>
          </a:prstGeom>
          <a:solidFill>
            <a:srgbClr val="FFFFFF"/>
          </a:solidFill>
          <a:ln w="10160">
            <a:solidFill>
              <a:srgbClr val="2F80C4"/>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sz="1040" b="1" i="0" dirty="0" err="1">
                <a:solidFill>
                  <a:srgbClr val="0369A1"/>
                </a:solidFill>
              </a:rPr>
              <a:t>teacher_absent</a:t>
            </a:r>
            <a:r>
              <a:rPr lang="fr-FR" sz="1040" b="1" i="0" dirty="0">
                <a:solidFill>
                  <a:srgbClr val="0369A1"/>
                </a:solidFill>
              </a:rPr>
              <a:t>, </a:t>
            </a:r>
            <a:r>
              <a:rPr lang="fr-FR" sz="1040" b="1" i="0" dirty="0" err="1">
                <a:solidFill>
                  <a:srgbClr val="0369A1"/>
                </a:solidFill>
              </a:rPr>
              <a:t>room_unavailable</a:t>
            </a:r>
            <a:r>
              <a:rPr lang="fr-FR" sz="1040" b="1" i="0" dirty="0">
                <a:solidFill>
                  <a:srgbClr val="0369A1"/>
                </a:solidFill>
              </a:rPr>
              <a:t>, </a:t>
            </a:r>
            <a:r>
              <a:rPr lang="fr-FR" sz="1040" b="1" i="0" dirty="0" err="1">
                <a:solidFill>
                  <a:srgbClr val="0369A1"/>
                </a:solidFill>
              </a:rPr>
              <a:t>free_slot</a:t>
            </a:r>
            <a:endParaRPr sz="1040" b="1" i="0" dirty="0">
              <a:solidFill>
                <a:srgbClr val="0369A1"/>
              </a:solidFill>
            </a:endParaRPr>
          </a:p>
        </p:txBody>
      </p:sp>
      <p:sp>
        <p:nvSpPr>
          <p:cNvPr id="67" name="Rectangle 66"/>
          <p:cNvSpPr/>
          <p:nvPr/>
        </p:nvSpPr>
        <p:spPr>
          <a:xfrm>
            <a:off x="5532120" y="2192888"/>
            <a:ext cx="2083524" cy="268119"/>
          </a:xfrm>
          <a:prstGeom prst="rect">
            <a:avLst/>
          </a:prstGeom>
          <a:solidFill>
            <a:srgbClr val="FFFFFF"/>
          </a:solidFill>
          <a:ln w="10160">
            <a:solidFill>
              <a:srgbClr val="2F80C4"/>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040" b="1" i="0" dirty="0" err="1">
                <a:solidFill>
                  <a:srgbClr val="0369A1"/>
                </a:solidFill>
              </a:rPr>
              <a:t>teacher_replacement</a:t>
            </a:r>
            <a:endParaRPr sz="1040" b="1" i="0" dirty="0">
              <a:solidFill>
                <a:srgbClr val="0369A1"/>
              </a:solidFill>
            </a:endParaRPr>
          </a:p>
        </p:txBody>
      </p:sp>
      <p:sp>
        <p:nvSpPr>
          <p:cNvPr id="68" name="Rectangle 67"/>
          <p:cNvSpPr/>
          <p:nvPr/>
        </p:nvSpPr>
        <p:spPr>
          <a:xfrm>
            <a:off x="5529329" y="2506727"/>
            <a:ext cx="2083523" cy="395178"/>
          </a:xfrm>
          <a:prstGeom prst="rect">
            <a:avLst/>
          </a:prstGeom>
          <a:solidFill>
            <a:srgbClr val="FFFFFF"/>
          </a:solidFill>
          <a:ln w="10160">
            <a:solidFill>
              <a:srgbClr val="2F80C4"/>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040" b="1" dirty="0" err="1">
                <a:solidFill>
                  <a:srgbClr val="0369A1"/>
                </a:solidFill>
              </a:rPr>
              <a:t>m</a:t>
            </a:r>
            <a:r>
              <a:rPr lang="fr-FR" sz="1040" b="1" i="0" dirty="0" err="1">
                <a:solidFill>
                  <a:srgbClr val="0369A1"/>
                </a:solidFill>
              </a:rPr>
              <a:t>ove_all</a:t>
            </a:r>
            <a:r>
              <a:rPr lang="fr-FR" sz="1040" b="1" i="0" dirty="0">
                <a:solidFill>
                  <a:srgbClr val="0369A1"/>
                </a:solidFill>
              </a:rPr>
              <a:t>, </a:t>
            </a:r>
            <a:r>
              <a:rPr lang="fr-FR" sz="1040" b="1" i="0" dirty="0" err="1">
                <a:solidFill>
                  <a:srgbClr val="0369A1"/>
                </a:solidFill>
              </a:rPr>
              <a:t>all_room_change</a:t>
            </a:r>
            <a:r>
              <a:rPr lang="fr-FR" sz="1040" b="1" i="0" dirty="0">
                <a:solidFill>
                  <a:srgbClr val="0369A1"/>
                </a:solidFill>
              </a:rPr>
              <a:t>, </a:t>
            </a:r>
            <a:r>
              <a:rPr lang="fr-FR" sz="1040" b="1" i="0" dirty="0" err="1">
                <a:solidFill>
                  <a:srgbClr val="0369A1"/>
                </a:solidFill>
              </a:rPr>
              <a:t>add_sessions</a:t>
            </a:r>
            <a:endParaRPr sz="1040" b="1" i="0" dirty="0">
              <a:solidFill>
                <a:srgbClr val="0369A1"/>
              </a:solidFill>
            </a:endParaRPr>
          </a:p>
        </p:txBody>
      </p:sp>
      <p:sp>
        <p:nvSpPr>
          <p:cNvPr id="69" name="Right Arrow 68"/>
          <p:cNvSpPr/>
          <p:nvPr/>
        </p:nvSpPr>
        <p:spPr>
          <a:xfrm>
            <a:off x="7547065" y="1517904"/>
            <a:ext cx="182880" cy="137160"/>
          </a:xfrm>
          <a:prstGeom prst="rightArrow">
            <a:avLst/>
          </a:prstGeom>
          <a:solidFill>
            <a:srgbClr val="D9EFFD"/>
          </a:solidFill>
          <a:ln w="6350">
            <a:solidFill>
              <a:srgbClr val="2F8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ight Arrow 69"/>
          <p:cNvSpPr/>
          <p:nvPr/>
        </p:nvSpPr>
        <p:spPr>
          <a:xfrm>
            <a:off x="7636873" y="2053775"/>
            <a:ext cx="182880" cy="137160"/>
          </a:xfrm>
          <a:prstGeom prst="rightArrow">
            <a:avLst/>
          </a:prstGeom>
          <a:solidFill>
            <a:srgbClr val="D9EFFD"/>
          </a:solidFill>
          <a:ln w="6350">
            <a:solidFill>
              <a:srgbClr val="2F8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ight Arrow 70"/>
          <p:cNvSpPr/>
          <p:nvPr/>
        </p:nvSpPr>
        <p:spPr>
          <a:xfrm>
            <a:off x="7634083" y="2277804"/>
            <a:ext cx="182880" cy="137160"/>
          </a:xfrm>
          <a:prstGeom prst="rightArrow">
            <a:avLst/>
          </a:prstGeom>
          <a:solidFill>
            <a:srgbClr val="D9EFFD"/>
          </a:solidFill>
          <a:ln w="6350">
            <a:solidFill>
              <a:srgbClr val="2F8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7872984" y="2146840"/>
            <a:ext cx="832104" cy="493776"/>
          </a:xfrm>
          <a:prstGeom prst="rect">
            <a:avLst/>
          </a:prstGeom>
          <a:solidFill>
            <a:srgbClr val="FCEAD6"/>
          </a:solidFill>
          <a:ln w="10160">
            <a:solidFill>
              <a:schemeClr val="accent6">
                <a:lumMod val="20000"/>
                <a:lumOff val="80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200" b="1" i="0" dirty="0">
                <a:solidFill>
                  <a:srgbClr val="C2410C"/>
                </a:solidFill>
              </a:rPr>
              <a:t>résolution</a:t>
            </a:r>
            <a:endParaRPr sz="1200" b="1" i="0" dirty="0">
              <a:solidFill>
                <a:srgbClr val="C2410C"/>
              </a:solidFill>
            </a:endParaRPr>
          </a:p>
        </p:txBody>
      </p:sp>
      <p:sp>
        <p:nvSpPr>
          <p:cNvPr id="73" name="Down Arrow 72"/>
          <p:cNvSpPr/>
          <p:nvPr/>
        </p:nvSpPr>
        <p:spPr>
          <a:xfrm>
            <a:off x="8165592" y="2718340"/>
            <a:ext cx="246888" cy="173736"/>
          </a:xfrm>
          <a:prstGeom prst="downArrow">
            <a:avLst/>
          </a:prstGeom>
          <a:solidFill>
            <a:schemeClr val="accent6">
              <a:lumMod val="40000"/>
              <a:lumOff val="60000"/>
            </a:schemeClr>
          </a:solidFill>
          <a:ln w="6350">
            <a:solidFill>
              <a:schemeClr val="accent6">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5696712" y="2945014"/>
            <a:ext cx="2834640" cy="303058"/>
          </a:xfrm>
          <a:prstGeom prst="rect">
            <a:avLst/>
          </a:prstGeom>
          <a:solidFill>
            <a:srgbClr val="FFFFFF"/>
          </a:solidFill>
          <a:ln w="10160">
            <a:solidFill>
              <a:srgbClr val="2F80C4"/>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sz="1080" b="1" i="0" dirty="0">
                <a:solidFill>
                  <a:srgbClr val="0369A1"/>
                </a:solidFill>
              </a:rPr>
              <a:t>solve_</a:t>
            </a:r>
            <a:r>
              <a:rPr lang="fr-FR" sz="1080" b="1" dirty="0">
                <a:solidFill>
                  <a:srgbClr val="0369A1"/>
                </a:solidFill>
              </a:rPr>
              <a:t>*</a:t>
            </a:r>
            <a:r>
              <a:rPr sz="1080" b="1" i="0" dirty="0">
                <a:solidFill>
                  <a:srgbClr val="0369A1"/>
                </a:solidFill>
              </a:rPr>
              <a:t>()  —  CP-SAT</a:t>
            </a:r>
          </a:p>
        </p:txBody>
      </p:sp>
      <p:sp>
        <p:nvSpPr>
          <p:cNvPr id="75" name="Down Arrow 74"/>
          <p:cNvSpPr/>
          <p:nvPr/>
        </p:nvSpPr>
        <p:spPr>
          <a:xfrm>
            <a:off x="6925572" y="3267016"/>
            <a:ext cx="246888" cy="173736"/>
          </a:xfrm>
          <a:prstGeom prst="downArrow">
            <a:avLst/>
          </a:prstGeom>
          <a:solidFill>
            <a:srgbClr val="D9EFFD"/>
          </a:solidFill>
          <a:ln w="6350">
            <a:solidFill>
              <a:srgbClr val="2F8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5705856" y="3391768"/>
            <a:ext cx="1197864" cy="365760"/>
          </a:xfrm>
          <a:prstGeom prst="rect">
            <a:avLst/>
          </a:prstGeom>
          <a:solidFill>
            <a:srgbClr val="FFFFFF"/>
          </a:solidFill>
          <a:ln w="10160">
            <a:solidFill>
              <a:srgbClr val="2F80C4"/>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sz="1100" b="1" i="0">
                <a:solidFill>
                  <a:srgbClr val="36AF65"/>
                </a:solidFill>
              </a:rPr>
              <a:t>OK</a:t>
            </a:r>
          </a:p>
        </p:txBody>
      </p:sp>
      <p:sp>
        <p:nvSpPr>
          <p:cNvPr id="77" name="Rectangle 76"/>
          <p:cNvSpPr/>
          <p:nvPr/>
        </p:nvSpPr>
        <p:spPr>
          <a:xfrm>
            <a:off x="7178040" y="3391768"/>
            <a:ext cx="1353312" cy="365760"/>
          </a:xfrm>
          <a:prstGeom prst="rect">
            <a:avLst/>
          </a:prstGeom>
          <a:solidFill>
            <a:srgbClr val="FFFFFF"/>
          </a:solidFill>
          <a:ln w="10160">
            <a:solidFill>
              <a:srgbClr val="2F80C4"/>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sz="919" b="1" i="0">
                <a:solidFill>
                  <a:srgbClr val="C2410C"/>
                </a:solidFill>
              </a:rPr>
              <a:t>INFEASIBLE / UNKNOWN</a:t>
            </a:r>
          </a:p>
        </p:txBody>
      </p:sp>
      <p:sp>
        <p:nvSpPr>
          <p:cNvPr id="78" name="Down Arrow 77"/>
          <p:cNvSpPr/>
          <p:nvPr/>
        </p:nvSpPr>
        <p:spPr>
          <a:xfrm>
            <a:off x="7708392" y="3775816"/>
            <a:ext cx="237744" cy="146304"/>
          </a:xfrm>
          <a:prstGeom prst="downArrow">
            <a:avLst/>
          </a:prstGeom>
          <a:solidFill>
            <a:schemeClr val="accent6">
              <a:lumMod val="40000"/>
              <a:lumOff val="60000"/>
            </a:schemeClr>
          </a:solidFill>
          <a:ln w="6350">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5705856" y="3940408"/>
            <a:ext cx="2825496" cy="329184"/>
          </a:xfrm>
          <a:prstGeom prst="rect">
            <a:avLst/>
          </a:prstGeom>
          <a:solidFill>
            <a:srgbClr val="FFFFFF"/>
          </a:solidFill>
          <a:ln w="10160">
            <a:solidFill>
              <a:srgbClr val="2F80C4"/>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sz="1040" b="0" i="0" err="1">
                <a:solidFill>
                  <a:srgbClr val="1E293B"/>
                </a:solidFill>
              </a:rPr>
              <a:t>greedy_fallback</a:t>
            </a:r>
            <a:r>
              <a:rPr sz="1040" b="0" i="0">
                <a:solidFill>
                  <a:srgbClr val="1E293B"/>
                </a:solidFill>
              </a:rPr>
              <a:t>() → solution </a:t>
            </a:r>
            <a:r>
              <a:rPr sz="1040" b="0" i="0" err="1">
                <a:solidFill>
                  <a:srgbClr val="1E293B"/>
                </a:solidFill>
              </a:rPr>
              <a:t>garantie</a:t>
            </a:r>
            <a:endParaRPr sz="1040" b="0" i="0">
              <a:solidFill>
                <a:srgbClr val="1E293B"/>
              </a:solidFill>
            </a:endParaRPr>
          </a:p>
        </p:txBody>
      </p:sp>
      <p:sp>
        <p:nvSpPr>
          <p:cNvPr id="80" name="Rectangle 79"/>
          <p:cNvSpPr/>
          <p:nvPr/>
        </p:nvSpPr>
        <p:spPr>
          <a:xfrm>
            <a:off x="320040" y="4471416"/>
            <a:ext cx="8503920" cy="301752"/>
          </a:xfrm>
          <a:prstGeom prst="rect">
            <a:avLst/>
          </a:prstGeom>
          <a:solidFill>
            <a:srgbClr val="FFFFFF"/>
          </a:solidFill>
          <a:ln w="8890">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1" name="TextBox 80"/>
          <p:cNvSpPr txBox="1"/>
          <p:nvPr/>
        </p:nvSpPr>
        <p:spPr>
          <a:xfrm>
            <a:off x="493776" y="4517136"/>
            <a:ext cx="8156448" cy="210312"/>
          </a:xfrm>
          <a:prstGeom prst="rect">
            <a:avLst/>
          </a:prstGeom>
          <a:noFill/>
        </p:spPr>
        <p:txBody>
          <a:bodyPr wrap="square" lIns="18288" tIns="0" rIns="18288" bIns="0" anchor="ctr">
            <a:noAutofit/>
          </a:bodyPr>
          <a:lstStyle/>
          <a:p>
            <a:pPr algn="ctr">
              <a:lnSpc>
                <a:spcPct val="100000"/>
              </a:lnSpc>
              <a:spcAft>
                <a:spcPts val="0"/>
              </a:spcAft>
            </a:pPr>
            <a:r>
              <a:rPr sz="1100" b="1">
                <a:solidFill>
                  <a:srgbClr val="FF0000"/>
                </a:solidFill>
              </a:rPr>
              <a:t>En </a:t>
            </a:r>
            <a:r>
              <a:rPr sz="1100" b="1" err="1">
                <a:solidFill>
                  <a:srgbClr val="FF0000"/>
                </a:solidFill>
              </a:rPr>
              <a:t>mémoire</a:t>
            </a:r>
            <a:r>
              <a:rPr sz="1100" b="1">
                <a:solidFill>
                  <a:srgbClr val="FF0000"/>
                </a:solidFill>
              </a:rPr>
              <a:t> : </a:t>
            </a:r>
            <a:r>
              <a:rPr sz="1100" b="1" err="1">
                <a:solidFill>
                  <a:srgbClr val="FF0000"/>
                </a:solidFill>
              </a:rPr>
              <a:t>statut</a:t>
            </a:r>
            <a:r>
              <a:rPr sz="1100" b="1">
                <a:solidFill>
                  <a:srgbClr val="FF0000"/>
                </a:solidFill>
              </a:rPr>
              <a:t> global (“GREEDY” </a:t>
            </a:r>
            <a:r>
              <a:rPr sz="1100" b="1" err="1">
                <a:solidFill>
                  <a:srgbClr val="FF0000"/>
                </a:solidFill>
              </a:rPr>
              <a:t>ou</a:t>
            </a:r>
            <a:r>
              <a:rPr sz="1100" b="1">
                <a:solidFill>
                  <a:srgbClr val="FF0000"/>
                </a:solidFill>
              </a:rPr>
              <a:t> </a:t>
            </a:r>
            <a:r>
              <a:rPr sz="1100" b="1" err="1">
                <a:solidFill>
                  <a:srgbClr val="FF0000"/>
                </a:solidFill>
              </a:rPr>
              <a:t>autre</a:t>
            </a:r>
            <a:r>
              <a:rPr sz="1100" b="1">
                <a:solidFill>
                  <a:srgbClr val="FF0000"/>
                </a:solidFill>
              </a:rPr>
              <a:t>) ; </a:t>
            </a:r>
            <a:r>
              <a:rPr sz="1100" b="1" err="1">
                <a:solidFill>
                  <a:srgbClr val="FF0000"/>
                </a:solidFill>
              </a:rPr>
              <a:t>cours</a:t>
            </a:r>
            <a:r>
              <a:rPr sz="1100" b="1">
                <a:solidFill>
                  <a:srgbClr val="FF0000"/>
                </a:solidFill>
              </a:rPr>
              <a:t> non </a:t>
            </a:r>
            <a:r>
              <a:rPr sz="1100" b="1" err="1">
                <a:solidFill>
                  <a:srgbClr val="FF0000"/>
                </a:solidFill>
              </a:rPr>
              <a:t>replacés</a:t>
            </a:r>
            <a:r>
              <a:rPr sz="1100" b="1">
                <a:solidFill>
                  <a:srgbClr val="FF0000"/>
                </a:solidFill>
              </a:rPr>
              <a:t> ; </a:t>
            </a:r>
            <a:r>
              <a:rPr sz="1100" b="1" err="1">
                <a:solidFill>
                  <a:srgbClr val="FF0000"/>
                </a:solidFill>
              </a:rPr>
              <a:t>statut</a:t>
            </a:r>
            <a:r>
              <a:rPr sz="1100" b="1">
                <a:solidFill>
                  <a:srgbClr val="FF0000"/>
                </a:solidFill>
              </a:rPr>
              <a:t> par perturbation</a:t>
            </a:r>
          </a:p>
        </p:txBody>
      </p:sp>
      <p:sp>
        <p:nvSpPr>
          <p:cNvPr id="38" name="Espace réservé du numéro de diapositive 37">
            <a:extLst>
              <a:ext uri="{FF2B5EF4-FFF2-40B4-BE49-F238E27FC236}">
                <a16:creationId xmlns:a16="http://schemas.microsoft.com/office/drawing/2014/main" id="{B9B63639-0EA3-6370-4611-B19AF1FA4C4F}"/>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26</a:t>
            </a:fld>
            <a:endParaRPr lang="en-US"/>
          </a:p>
        </p:txBody>
      </p:sp>
      <p:sp>
        <p:nvSpPr>
          <p:cNvPr id="5" name="Rectangle 4">
            <a:extLst>
              <a:ext uri="{FF2B5EF4-FFF2-40B4-BE49-F238E27FC236}">
                <a16:creationId xmlns:a16="http://schemas.microsoft.com/office/drawing/2014/main" id="{584488A0-FB55-0792-3706-D5FE9D6FFD92}"/>
              </a:ext>
            </a:extLst>
          </p:cNvPr>
          <p:cNvSpPr/>
          <p:nvPr/>
        </p:nvSpPr>
        <p:spPr>
          <a:xfrm>
            <a:off x="5541263" y="1449976"/>
            <a:ext cx="1961715" cy="237744"/>
          </a:xfrm>
          <a:prstGeom prst="rect">
            <a:avLst/>
          </a:prstGeom>
          <a:solidFill>
            <a:srgbClr val="FFFFFF"/>
          </a:solidFill>
          <a:ln w="10160">
            <a:solidFill>
              <a:srgbClr val="2F80C4"/>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040" b="1" i="0" dirty="0">
                <a:solidFill>
                  <a:srgbClr val="0369A1"/>
                </a:solidFill>
              </a:rPr>
              <a:t>permutation, </a:t>
            </a:r>
            <a:r>
              <a:rPr lang="fr-FR" sz="1040" b="1" i="0" dirty="0" err="1">
                <a:solidFill>
                  <a:srgbClr val="0369A1"/>
                </a:solidFill>
              </a:rPr>
              <a:t>remove_sessions</a:t>
            </a:r>
            <a:endParaRPr sz="1040" b="1" i="0" dirty="0">
              <a:solidFill>
                <a:srgbClr val="0369A1"/>
              </a:solidFill>
            </a:endParaRPr>
          </a:p>
        </p:txBody>
      </p:sp>
      <p:sp>
        <p:nvSpPr>
          <p:cNvPr id="7" name="Right Arrow 70">
            <a:extLst>
              <a:ext uri="{FF2B5EF4-FFF2-40B4-BE49-F238E27FC236}">
                <a16:creationId xmlns:a16="http://schemas.microsoft.com/office/drawing/2014/main" id="{45C3D98F-C1A0-1333-ACC9-263C1CA11944}"/>
              </a:ext>
            </a:extLst>
          </p:cNvPr>
          <p:cNvSpPr/>
          <p:nvPr/>
        </p:nvSpPr>
        <p:spPr>
          <a:xfrm>
            <a:off x="7629573" y="2546891"/>
            <a:ext cx="182880" cy="137160"/>
          </a:xfrm>
          <a:prstGeom prst="rightArrow">
            <a:avLst/>
          </a:prstGeom>
          <a:solidFill>
            <a:srgbClr val="D9EFFD"/>
          </a:solidFill>
          <a:ln w="6350">
            <a:solidFill>
              <a:srgbClr val="2F8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52ED8057-E37B-2B85-9521-C1CE9AC846C8}"/>
              </a:ext>
            </a:extLst>
          </p:cNvPr>
          <p:cNvSpPr/>
          <p:nvPr/>
        </p:nvSpPr>
        <p:spPr>
          <a:xfrm>
            <a:off x="7779258" y="1423200"/>
            <a:ext cx="996696" cy="529347"/>
          </a:xfrm>
          <a:prstGeom prst="rect">
            <a:avLst/>
          </a:prstGeom>
          <a:solidFill>
            <a:srgbClr val="FCEAD6"/>
          </a:solidFill>
          <a:ln w="10160">
            <a:solidFill>
              <a:schemeClr val="accent6">
                <a:lumMod val="20000"/>
                <a:lumOff val="80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200" b="1" i="0" dirty="0">
                <a:solidFill>
                  <a:srgbClr val="C2410C"/>
                </a:solidFill>
              </a:rPr>
              <a:t>Résolution ou remise en place</a:t>
            </a:r>
            <a:endParaRPr sz="1200" b="1" i="0" dirty="0">
              <a:solidFill>
                <a:srgbClr val="C2410C"/>
              </a:solidFill>
            </a:endParaRPr>
          </a:p>
        </p:txBody>
      </p:sp>
    </p:spTree>
    <p:extLst>
      <p:ext uri="{BB962C8B-B14F-4D97-AF65-F5344CB8AC3E}">
        <p14:creationId xmlns:p14="http://schemas.microsoft.com/office/powerpoint/2010/main" val="13505279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2E63C-89A2-81ED-6F1E-82E0CF983DFE}"/>
            </a:ext>
          </a:extLst>
        </p:cNvPr>
        <p:cNvGrpSpPr/>
        <p:nvPr/>
      </p:nvGrpSpPr>
      <p:grpSpPr>
        <a:xfrm>
          <a:off x="0" y="0"/>
          <a:ext cx="0" cy="0"/>
          <a:chOff x="0" y="0"/>
          <a:chExt cx="0" cy="0"/>
        </a:xfrm>
      </p:grpSpPr>
      <p:sp>
        <p:nvSpPr>
          <p:cNvPr id="39" name="Oval 1">
            <a:extLst>
              <a:ext uri="{FF2B5EF4-FFF2-40B4-BE49-F238E27FC236}">
                <a16:creationId xmlns:a16="http://schemas.microsoft.com/office/drawing/2014/main" id="{3019E85C-F195-3A92-8522-78186606706F}"/>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2">
            <a:extLst>
              <a:ext uri="{FF2B5EF4-FFF2-40B4-BE49-F238E27FC236}">
                <a16:creationId xmlns:a16="http://schemas.microsoft.com/office/drawing/2014/main" id="{74765512-C145-B228-FA0F-9282D23B6684}"/>
              </a:ext>
            </a:extLst>
          </p:cNvPr>
          <p:cNvSpPr txBox="1"/>
          <p:nvPr/>
        </p:nvSpPr>
        <p:spPr>
          <a:xfrm>
            <a:off x="22644" y="80113"/>
            <a:ext cx="411911" cy="400110"/>
          </a:xfrm>
          <a:prstGeom prst="rect">
            <a:avLst/>
          </a:prstGeom>
          <a:noFill/>
        </p:spPr>
        <p:txBody>
          <a:bodyPr wrap="square">
            <a:spAutoFit/>
          </a:bodyPr>
          <a:lstStyle/>
          <a:p>
            <a:pPr algn="ctr"/>
            <a:r>
              <a:rPr lang="fr-FR" sz="2000" b="1">
                <a:solidFill>
                  <a:srgbClr val="FFFFFF"/>
                </a:solidFill>
              </a:rPr>
              <a:t>2</a:t>
            </a:r>
            <a:endParaRPr sz="2000" b="1" i="0">
              <a:solidFill>
                <a:srgbClr val="FFFFFF"/>
              </a:solidFill>
            </a:endParaRPr>
          </a:p>
        </p:txBody>
      </p:sp>
      <p:sp>
        <p:nvSpPr>
          <p:cNvPr id="2" name="TextBox 1">
            <a:extLst>
              <a:ext uri="{FF2B5EF4-FFF2-40B4-BE49-F238E27FC236}">
                <a16:creationId xmlns:a16="http://schemas.microsoft.com/office/drawing/2014/main" id="{417BC707-F8DF-0D31-6D9F-6C1096266AA7}"/>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dirty="0">
                <a:solidFill>
                  <a:srgbClr val="0F172A"/>
                </a:solidFill>
              </a:rPr>
              <a:t>Gestion des perturbations en une passe - Workflow</a:t>
            </a:r>
          </a:p>
        </p:txBody>
      </p:sp>
      <p:sp>
        <p:nvSpPr>
          <p:cNvPr id="3" name="Rectangle 2">
            <a:extLst>
              <a:ext uri="{FF2B5EF4-FFF2-40B4-BE49-F238E27FC236}">
                <a16:creationId xmlns:a16="http://schemas.microsoft.com/office/drawing/2014/main" id="{84C47607-2660-B9FD-B987-C5587F2B855D}"/>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2" name="Rectangle 41">
            <a:extLst>
              <a:ext uri="{FF2B5EF4-FFF2-40B4-BE49-F238E27FC236}">
                <a16:creationId xmlns:a16="http://schemas.microsoft.com/office/drawing/2014/main" id="{F6358769-AFAC-1872-BBCF-74250FCA0CC1}"/>
              </a:ext>
            </a:extLst>
          </p:cNvPr>
          <p:cNvSpPr/>
          <p:nvPr/>
        </p:nvSpPr>
        <p:spPr>
          <a:xfrm>
            <a:off x="274320" y="916033"/>
            <a:ext cx="2331720" cy="471896"/>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3" name="Rectangle 42">
            <a:extLst>
              <a:ext uri="{FF2B5EF4-FFF2-40B4-BE49-F238E27FC236}">
                <a16:creationId xmlns:a16="http://schemas.microsoft.com/office/drawing/2014/main" id="{91E6B6B5-861A-F2BC-3E89-D9B19D60AA64}"/>
              </a:ext>
            </a:extLst>
          </p:cNvPr>
          <p:cNvSpPr/>
          <p:nvPr/>
        </p:nvSpPr>
        <p:spPr>
          <a:xfrm>
            <a:off x="274320" y="916033"/>
            <a:ext cx="64008" cy="471896"/>
          </a:xfrm>
          <a:prstGeom prst="rect">
            <a:avLst/>
          </a:prstGeom>
          <a:solidFill>
            <a:srgbClr val="FCEAD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4" name="Rectangle 43">
            <a:extLst>
              <a:ext uri="{FF2B5EF4-FFF2-40B4-BE49-F238E27FC236}">
                <a16:creationId xmlns:a16="http://schemas.microsoft.com/office/drawing/2014/main" id="{337482B0-3DD6-D1E0-6D24-8A7287254AD1}"/>
              </a:ext>
            </a:extLst>
          </p:cNvPr>
          <p:cNvSpPr/>
          <p:nvPr/>
        </p:nvSpPr>
        <p:spPr>
          <a:xfrm>
            <a:off x="429768" y="998329"/>
            <a:ext cx="2084831" cy="320040"/>
          </a:xfrm>
          <a:prstGeom prst="rect">
            <a:avLst/>
          </a:prstGeom>
          <a:solidFill>
            <a:srgbClr val="FCEAD6"/>
          </a:solidFill>
          <a:ln w="10160">
            <a:solidFill>
              <a:schemeClr val="accent6">
                <a:lumMod val="20000"/>
                <a:lumOff val="80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sz="1300" b="1" i="0">
                <a:solidFill>
                  <a:srgbClr val="C2410C"/>
                </a:solidFill>
              </a:rPr>
              <a:t>Entrée &amp; </a:t>
            </a:r>
            <a:r>
              <a:rPr sz="1300" b="1" i="0" err="1">
                <a:solidFill>
                  <a:srgbClr val="C2410C"/>
                </a:solidFill>
              </a:rPr>
              <a:t>collecte</a:t>
            </a:r>
            <a:endParaRPr sz="1300" b="1" i="0">
              <a:solidFill>
                <a:srgbClr val="C2410C"/>
              </a:solidFill>
            </a:endParaRPr>
          </a:p>
        </p:txBody>
      </p:sp>
      <p:sp>
        <p:nvSpPr>
          <p:cNvPr id="80" name="Rectangle 79">
            <a:extLst>
              <a:ext uri="{FF2B5EF4-FFF2-40B4-BE49-F238E27FC236}">
                <a16:creationId xmlns:a16="http://schemas.microsoft.com/office/drawing/2014/main" id="{5885CCCA-EB8C-13C0-7D94-8FC342622BF3}"/>
              </a:ext>
            </a:extLst>
          </p:cNvPr>
          <p:cNvSpPr/>
          <p:nvPr/>
        </p:nvSpPr>
        <p:spPr>
          <a:xfrm>
            <a:off x="320040" y="4748999"/>
            <a:ext cx="8412480" cy="314387"/>
          </a:xfrm>
          <a:prstGeom prst="rect">
            <a:avLst/>
          </a:prstGeom>
          <a:solidFill>
            <a:srgbClr val="FFFFFF"/>
          </a:solidFill>
          <a:ln w="8890">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1" name="TextBox 80">
            <a:extLst>
              <a:ext uri="{FF2B5EF4-FFF2-40B4-BE49-F238E27FC236}">
                <a16:creationId xmlns:a16="http://schemas.microsoft.com/office/drawing/2014/main" id="{941791A3-421D-689E-3BCA-4FC1D681ABD5}"/>
              </a:ext>
            </a:extLst>
          </p:cNvPr>
          <p:cNvSpPr txBox="1"/>
          <p:nvPr/>
        </p:nvSpPr>
        <p:spPr>
          <a:xfrm>
            <a:off x="493776" y="4794720"/>
            <a:ext cx="8156448" cy="210312"/>
          </a:xfrm>
          <a:prstGeom prst="rect">
            <a:avLst/>
          </a:prstGeom>
          <a:noFill/>
        </p:spPr>
        <p:txBody>
          <a:bodyPr wrap="square" lIns="18288" tIns="0" rIns="18288" bIns="0" anchor="ctr">
            <a:noAutofit/>
          </a:bodyPr>
          <a:lstStyle/>
          <a:p>
            <a:pPr algn="ctr">
              <a:lnSpc>
                <a:spcPct val="100000"/>
              </a:lnSpc>
              <a:spcAft>
                <a:spcPts val="0"/>
              </a:spcAft>
            </a:pPr>
            <a:r>
              <a:rPr lang="fr-FR" sz="1100" b="1" dirty="0">
                <a:solidFill>
                  <a:srgbClr val="FF0000"/>
                </a:solidFill>
              </a:rPr>
              <a:t>Une résolution des perturbations bien plus intelligente qu’en cascade</a:t>
            </a:r>
            <a:endParaRPr sz="1100" b="1" dirty="0">
              <a:solidFill>
                <a:srgbClr val="FF0000"/>
              </a:solidFill>
            </a:endParaRPr>
          </a:p>
        </p:txBody>
      </p:sp>
      <p:sp>
        <p:nvSpPr>
          <p:cNvPr id="38" name="Espace réservé du numéro de diapositive 37">
            <a:extLst>
              <a:ext uri="{FF2B5EF4-FFF2-40B4-BE49-F238E27FC236}">
                <a16:creationId xmlns:a16="http://schemas.microsoft.com/office/drawing/2014/main" id="{A0DB66C4-D74F-F143-6219-87457967039B}"/>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27</a:t>
            </a:fld>
            <a:endParaRPr lang="en-US" dirty="0"/>
          </a:p>
        </p:txBody>
      </p:sp>
      <p:sp>
        <p:nvSpPr>
          <p:cNvPr id="4" name="Flèche : droite 3">
            <a:extLst>
              <a:ext uri="{FF2B5EF4-FFF2-40B4-BE49-F238E27FC236}">
                <a16:creationId xmlns:a16="http://schemas.microsoft.com/office/drawing/2014/main" id="{CE614374-14CE-264D-553D-6580825FC437}"/>
              </a:ext>
            </a:extLst>
          </p:cNvPr>
          <p:cNvSpPr/>
          <p:nvPr/>
        </p:nvSpPr>
        <p:spPr>
          <a:xfrm>
            <a:off x="2767693" y="1077686"/>
            <a:ext cx="644978" cy="240683"/>
          </a:xfrm>
          <a:prstGeom prst="rightArrow">
            <a:avLst/>
          </a:prstGeom>
          <a:gradFill>
            <a:gsLst>
              <a:gs pos="50000">
                <a:srgbClr val="FF0000"/>
              </a:gs>
              <a:gs pos="0">
                <a:srgbClr val="FF0000"/>
              </a:gs>
              <a:gs pos="100000">
                <a:srgbClr val="FF0000"/>
              </a:gs>
            </a:gsLst>
          </a:gra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3BE7AD1C-7F65-A1F8-6BC0-B134B1B6040C}"/>
              </a:ext>
            </a:extLst>
          </p:cNvPr>
          <p:cNvSpPr/>
          <p:nvPr/>
        </p:nvSpPr>
        <p:spPr>
          <a:xfrm>
            <a:off x="3627126" y="913312"/>
            <a:ext cx="2331720" cy="471896"/>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Rectangle 10">
            <a:extLst>
              <a:ext uri="{FF2B5EF4-FFF2-40B4-BE49-F238E27FC236}">
                <a16:creationId xmlns:a16="http://schemas.microsoft.com/office/drawing/2014/main" id="{DAF09CE1-4434-474D-BE42-ACBE7302C679}"/>
              </a:ext>
            </a:extLst>
          </p:cNvPr>
          <p:cNvSpPr/>
          <p:nvPr/>
        </p:nvSpPr>
        <p:spPr>
          <a:xfrm>
            <a:off x="3627126" y="913312"/>
            <a:ext cx="64008" cy="471896"/>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ectangle 12">
            <a:extLst>
              <a:ext uri="{FF2B5EF4-FFF2-40B4-BE49-F238E27FC236}">
                <a16:creationId xmlns:a16="http://schemas.microsoft.com/office/drawing/2014/main" id="{F9202252-1E6A-4019-5A8D-11D9BF54A99D}"/>
              </a:ext>
            </a:extLst>
          </p:cNvPr>
          <p:cNvSpPr/>
          <p:nvPr/>
        </p:nvSpPr>
        <p:spPr>
          <a:xfrm>
            <a:off x="3782574" y="995608"/>
            <a:ext cx="2084831" cy="320040"/>
          </a:xfrm>
          <a:prstGeom prst="rect">
            <a:avLst/>
          </a:prstGeom>
          <a:solidFill>
            <a:srgbClr val="F89F56">
              <a:alpha val="90000"/>
            </a:srgbClr>
          </a:solidFill>
          <a:ln w="10160">
            <a:solidFill>
              <a:srgbClr val="FF9900"/>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dirty="0" err="1">
                <a:solidFill>
                  <a:srgbClr val="FF0000"/>
                </a:solidFill>
              </a:rPr>
              <a:t>f</a:t>
            </a:r>
            <a:r>
              <a:rPr lang="fr-FR" sz="1300" b="1" i="0" dirty="0" err="1">
                <a:solidFill>
                  <a:srgbClr val="FF0000"/>
                </a:solidFill>
              </a:rPr>
              <a:t>ull_solve</a:t>
            </a:r>
            <a:r>
              <a:rPr lang="fr-FR" sz="1300" b="1" i="0" dirty="0">
                <a:solidFill>
                  <a:srgbClr val="FF0000"/>
                </a:solidFill>
              </a:rPr>
              <a:t>()</a:t>
            </a:r>
            <a:endParaRPr sz="1300" b="1" i="0" dirty="0">
              <a:solidFill>
                <a:srgbClr val="FF0000"/>
              </a:solidFill>
            </a:endParaRPr>
          </a:p>
        </p:txBody>
      </p:sp>
      <p:sp>
        <p:nvSpPr>
          <p:cNvPr id="16" name="Down Arrow 74">
            <a:extLst>
              <a:ext uri="{FF2B5EF4-FFF2-40B4-BE49-F238E27FC236}">
                <a16:creationId xmlns:a16="http://schemas.microsoft.com/office/drawing/2014/main" id="{9B23376A-EB6A-4F90-22D6-509128874E0F}"/>
              </a:ext>
            </a:extLst>
          </p:cNvPr>
          <p:cNvSpPr/>
          <p:nvPr/>
        </p:nvSpPr>
        <p:spPr>
          <a:xfrm>
            <a:off x="4669542" y="1430929"/>
            <a:ext cx="246888" cy="173736"/>
          </a:xfrm>
          <a:prstGeom prst="downArrow">
            <a:avLst/>
          </a:prstGeom>
          <a:solidFill>
            <a:schemeClr val="accent2">
              <a:lumMod val="40000"/>
              <a:lumOff val="60000"/>
            </a:schemeClr>
          </a:solidFill>
          <a:ln w="6350">
            <a:solidFill>
              <a:schemeClr val="accent2">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ADE5937E-6324-25E6-E1BB-150BA9EA7D58}"/>
              </a:ext>
            </a:extLst>
          </p:cNvPr>
          <p:cNvSpPr/>
          <p:nvPr/>
        </p:nvSpPr>
        <p:spPr>
          <a:xfrm>
            <a:off x="3627126" y="1650385"/>
            <a:ext cx="2331720" cy="553971"/>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Rectangle 20">
            <a:extLst>
              <a:ext uri="{FF2B5EF4-FFF2-40B4-BE49-F238E27FC236}">
                <a16:creationId xmlns:a16="http://schemas.microsoft.com/office/drawing/2014/main" id="{6418B121-8BE5-330F-6752-1B988273B6C3}"/>
              </a:ext>
            </a:extLst>
          </p:cNvPr>
          <p:cNvSpPr/>
          <p:nvPr/>
        </p:nvSpPr>
        <p:spPr>
          <a:xfrm>
            <a:off x="3627126" y="1650385"/>
            <a:ext cx="64008" cy="553971"/>
          </a:xfrm>
          <a:prstGeom prst="rect">
            <a:avLst/>
          </a:prstGeom>
          <a:solidFill>
            <a:schemeClr val="tx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Rectangle 22">
            <a:extLst>
              <a:ext uri="{FF2B5EF4-FFF2-40B4-BE49-F238E27FC236}">
                <a16:creationId xmlns:a16="http://schemas.microsoft.com/office/drawing/2014/main" id="{63642B1A-4939-A6A2-7716-00E8C3B670DA}"/>
              </a:ext>
            </a:extLst>
          </p:cNvPr>
          <p:cNvSpPr/>
          <p:nvPr/>
        </p:nvSpPr>
        <p:spPr>
          <a:xfrm>
            <a:off x="3782574" y="1732681"/>
            <a:ext cx="2084831" cy="375703"/>
          </a:xfrm>
          <a:prstGeom prst="rect">
            <a:avLst/>
          </a:prstGeom>
          <a:solidFill>
            <a:schemeClr val="tx2">
              <a:lumMod val="75000"/>
              <a:alpha val="90000"/>
            </a:schemeClr>
          </a:solidFill>
          <a:ln w="10160">
            <a:solidFill>
              <a:schemeClr val="tx2">
                <a:lumMod val="75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dirty="0">
                <a:solidFill>
                  <a:schemeClr val="bg1"/>
                </a:solidFill>
              </a:rPr>
              <a:t>Phase 0 : </a:t>
            </a:r>
            <a:r>
              <a:rPr lang="fr-FR" sz="1300" dirty="0">
                <a:solidFill>
                  <a:schemeClr val="bg1"/>
                </a:solidFill>
              </a:rPr>
              <a:t>Suppression de sessions</a:t>
            </a:r>
            <a:endParaRPr sz="1300" i="0" dirty="0">
              <a:solidFill>
                <a:schemeClr val="bg1"/>
              </a:solidFill>
            </a:endParaRPr>
          </a:p>
        </p:txBody>
      </p:sp>
      <p:sp>
        <p:nvSpPr>
          <p:cNvPr id="25" name="Rectangle 24">
            <a:extLst>
              <a:ext uri="{FF2B5EF4-FFF2-40B4-BE49-F238E27FC236}">
                <a16:creationId xmlns:a16="http://schemas.microsoft.com/office/drawing/2014/main" id="{EA2AD15F-DBA5-EA1E-7603-E7F2CE7AFBA5}"/>
              </a:ext>
            </a:extLst>
          </p:cNvPr>
          <p:cNvSpPr/>
          <p:nvPr/>
        </p:nvSpPr>
        <p:spPr>
          <a:xfrm>
            <a:off x="6558107" y="1649918"/>
            <a:ext cx="2331720" cy="553971"/>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Rectangle 26">
            <a:extLst>
              <a:ext uri="{FF2B5EF4-FFF2-40B4-BE49-F238E27FC236}">
                <a16:creationId xmlns:a16="http://schemas.microsoft.com/office/drawing/2014/main" id="{57C9CBC2-0EDC-802D-B734-DA495DAD7F9E}"/>
              </a:ext>
            </a:extLst>
          </p:cNvPr>
          <p:cNvSpPr/>
          <p:nvPr/>
        </p:nvSpPr>
        <p:spPr>
          <a:xfrm>
            <a:off x="6558107" y="1649918"/>
            <a:ext cx="64008" cy="553971"/>
          </a:xfrm>
          <a:prstGeom prst="rect">
            <a:avLst/>
          </a:prstGeom>
          <a:solidFill>
            <a:schemeClr val="tx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Rectangle 28">
            <a:extLst>
              <a:ext uri="{FF2B5EF4-FFF2-40B4-BE49-F238E27FC236}">
                <a16:creationId xmlns:a16="http://schemas.microsoft.com/office/drawing/2014/main" id="{10C8C262-51BC-2497-2D39-0FC99A18CC16}"/>
              </a:ext>
            </a:extLst>
          </p:cNvPr>
          <p:cNvSpPr/>
          <p:nvPr/>
        </p:nvSpPr>
        <p:spPr>
          <a:xfrm>
            <a:off x="6713555" y="1732214"/>
            <a:ext cx="2084831" cy="375703"/>
          </a:xfrm>
          <a:prstGeom prst="rect">
            <a:avLst/>
          </a:prstGeom>
          <a:solidFill>
            <a:schemeClr val="tx2">
              <a:lumMod val="75000"/>
              <a:alpha val="90000"/>
            </a:schemeClr>
          </a:solidFill>
          <a:ln w="10160">
            <a:solidFill>
              <a:schemeClr val="tx2">
                <a:lumMod val="75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dirty="0">
                <a:solidFill>
                  <a:schemeClr val="bg1"/>
                </a:solidFill>
              </a:rPr>
              <a:t>Phase 1 : </a:t>
            </a:r>
            <a:r>
              <a:rPr lang="fr-FR" sz="1300" dirty="0">
                <a:solidFill>
                  <a:schemeClr val="bg1"/>
                </a:solidFill>
              </a:rPr>
              <a:t>Placement global</a:t>
            </a:r>
            <a:endParaRPr sz="1300" i="0" dirty="0">
              <a:solidFill>
                <a:schemeClr val="bg1"/>
              </a:solidFill>
            </a:endParaRPr>
          </a:p>
        </p:txBody>
      </p:sp>
      <p:sp>
        <p:nvSpPr>
          <p:cNvPr id="31" name="Right Arrow 57">
            <a:extLst>
              <a:ext uri="{FF2B5EF4-FFF2-40B4-BE49-F238E27FC236}">
                <a16:creationId xmlns:a16="http://schemas.microsoft.com/office/drawing/2014/main" id="{7668452C-546B-F772-DE9F-3DAE09C88BEE}"/>
              </a:ext>
            </a:extLst>
          </p:cNvPr>
          <p:cNvSpPr/>
          <p:nvPr/>
        </p:nvSpPr>
        <p:spPr>
          <a:xfrm>
            <a:off x="6153320" y="1821747"/>
            <a:ext cx="210312" cy="210312"/>
          </a:xfrm>
          <a:prstGeom prst="rightArrow">
            <a:avLst/>
          </a:prstGeom>
          <a:solidFill>
            <a:srgbClr val="D9EFFD"/>
          </a:solidFill>
          <a:ln w="6350">
            <a:solidFill>
              <a:srgbClr val="2F8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ight Arrow 57">
            <a:extLst>
              <a:ext uri="{FF2B5EF4-FFF2-40B4-BE49-F238E27FC236}">
                <a16:creationId xmlns:a16="http://schemas.microsoft.com/office/drawing/2014/main" id="{F4C3B6DE-CFE7-E4C5-6826-E931F048D6D5}"/>
              </a:ext>
            </a:extLst>
          </p:cNvPr>
          <p:cNvSpPr/>
          <p:nvPr/>
        </p:nvSpPr>
        <p:spPr>
          <a:xfrm rot="5400000">
            <a:off x="7618811" y="2271631"/>
            <a:ext cx="210312" cy="210312"/>
          </a:xfrm>
          <a:prstGeom prst="rightArrow">
            <a:avLst/>
          </a:prstGeom>
          <a:solidFill>
            <a:srgbClr val="D9EFFD"/>
          </a:solidFill>
          <a:ln w="6350">
            <a:solidFill>
              <a:srgbClr val="2F8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a:extLst>
              <a:ext uri="{FF2B5EF4-FFF2-40B4-BE49-F238E27FC236}">
                <a16:creationId xmlns:a16="http://schemas.microsoft.com/office/drawing/2014/main" id="{81787BDD-0155-6E3F-72FB-F9267FD67F75}"/>
              </a:ext>
            </a:extLst>
          </p:cNvPr>
          <p:cNvSpPr/>
          <p:nvPr/>
        </p:nvSpPr>
        <p:spPr>
          <a:xfrm>
            <a:off x="6558107" y="2519970"/>
            <a:ext cx="2331720" cy="553971"/>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Rectangle 36">
            <a:extLst>
              <a:ext uri="{FF2B5EF4-FFF2-40B4-BE49-F238E27FC236}">
                <a16:creationId xmlns:a16="http://schemas.microsoft.com/office/drawing/2014/main" id="{6F4C01AB-4D7F-6032-ED27-8BB6ED1D80B9}"/>
              </a:ext>
            </a:extLst>
          </p:cNvPr>
          <p:cNvSpPr/>
          <p:nvPr/>
        </p:nvSpPr>
        <p:spPr>
          <a:xfrm>
            <a:off x="6558107" y="2519970"/>
            <a:ext cx="64008" cy="553971"/>
          </a:xfrm>
          <a:prstGeom prst="rect">
            <a:avLst/>
          </a:prstGeom>
          <a:solidFill>
            <a:schemeClr val="tx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2" name="Rectangle 81">
            <a:extLst>
              <a:ext uri="{FF2B5EF4-FFF2-40B4-BE49-F238E27FC236}">
                <a16:creationId xmlns:a16="http://schemas.microsoft.com/office/drawing/2014/main" id="{01C45F62-7A37-95BF-F10A-734B2574A20C}"/>
              </a:ext>
            </a:extLst>
          </p:cNvPr>
          <p:cNvSpPr/>
          <p:nvPr/>
        </p:nvSpPr>
        <p:spPr>
          <a:xfrm>
            <a:off x="6713555" y="2602266"/>
            <a:ext cx="2084831" cy="375703"/>
          </a:xfrm>
          <a:prstGeom prst="rect">
            <a:avLst/>
          </a:prstGeom>
          <a:solidFill>
            <a:schemeClr val="tx2">
              <a:lumMod val="75000"/>
              <a:alpha val="90000"/>
            </a:schemeClr>
          </a:solidFill>
          <a:ln w="10160">
            <a:solidFill>
              <a:schemeClr val="tx2">
                <a:lumMod val="75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dirty="0">
                <a:solidFill>
                  <a:schemeClr val="bg1"/>
                </a:solidFill>
              </a:rPr>
              <a:t>Phase 2 : </a:t>
            </a:r>
            <a:r>
              <a:rPr lang="fr-FR" sz="1300" dirty="0">
                <a:solidFill>
                  <a:schemeClr val="bg1"/>
                </a:solidFill>
              </a:rPr>
              <a:t>Affectation professeur</a:t>
            </a:r>
            <a:endParaRPr sz="1300" i="0" dirty="0">
              <a:solidFill>
                <a:schemeClr val="bg1"/>
              </a:solidFill>
            </a:endParaRPr>
          </a:p>
        </p:txBody>
      </p:sp>
      <p:sp>
        <p:nvSpPr>
          <p:cNvPr id="84" name="Rectangle 83">
            <a:extLst>
              <a:ext uri="{FF2B5EF4-FFF2-40B4-BE49-F238E27FC236}">
                <a16:creationId xmlns:a16="http://schemas.microsoft.com/office/drawing/2014/main" id="{2731C60D-C686-2023-44F0-BDCE69EA9FF5}"/>
              </a:ext>
            </a:extLst>
          </p:cNvPr>
          <p:cNvSpPr/>
          <p:nvPr/>
        </p:nvSpPr>
        <p:spPr>
          <a:xfrm>
            <a:off x="3627126" y="2537410"/>
            <a:ext cx="2331720" cy="553971"/>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6" name="Rectangle 85">
            <a:extLst>
              <a:ext uri="{FF2B5EF4-FFF2-40B4-BE49-F238E27FC236}">
                <a16:creationId xmlns:a16="http://schemas.microsoft.com/office/drawing/2014/main" id="{0DE5B6E6-FDB8-C72C-13D9-3DD4AE55AE1C}"/>
              </a:ext>
            </a:extLst>
          </p:cNvPr>
          <p:cNvSpPr/>
          <p:nvPr/>
        </p:nvSpPr>
        <p:spPr>
          <a:xfrm>
            <a:off x="3627126" y="2537410"/>
            <a:ext cx="64008" cy="553971"/>
          </a:xfrm>
          <a:prstGeom prst="rect">
            <a:avLst/>
          </a:prstGeom>
          <a:solidFill>
            <a:schemeClr val="tx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8" name="Rectangle 87">
            <a:extLst>
              <a:ext uri="{FF2B5EF4-FFF2-40B4-BE49-F238E27FC236}">
                <a16:creationId xmlns:a16="http://schemas.microsoft.com/office/drawing/2014/main" id="{34DA41F0-B205-3EBF-3B7A-0F225A78C6F5}"/>
              </a:ext>
            </a:extLst>
          </p:cNvPr>
          <p:cNvSpPr/>
          <p:nvPr/>
        </p:nvSpPr>
        <p:spPr>
          <a:xfrm>
            <a:off x="3782574" y="2619706"/>
            <a:ext cx="2084831" cy="375703"/>
          </a:xfrm>
          <a:prstGeom prst="rect">
            <a:avLst/>
          </a:prstGeom>
          <a:solidFill>
            <a:schemeClr val="tx2">
              <a:lumMod val="75000"/>
              <a:alpha val="90000"/>
            </a:schemeClr>
          </a:solidFill>
          <a:ln w="10160">
            <a:solidFill>
              <a:schemeClr val="tx2">
                <a:lumMod val="75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dirty="0">
                <a:solidFill>
                  <a:schemeClr val="bg1"/>
                </a:solidFill>
              </a:rPr>
              <a:t>Phase 3 : </a:t>
            </a:r>
            <a:r>
              <a:rPr lang="fr-FR" sz="1300" dirty="0">
                <a:solidFill>
                  <a:schemeClr val="bg1"/>
                </a:solidFill>
              </a:rPr>
              <a:t>Déplacement</a:t>
            </a:r>
            <a:endParaRPr sz="1300" i="0" dirty="0">
              <a:solidFill>
                <a:schemeClr val="bg1"/>
              </a:solidFill>
            </a:endParaRPr>
          </a:p>
        </p:txBody>
      </p:sp>
      <p:sp>
        <p:nvSpPr>
          <p:cNvPr id="90" name="Rectangle 89">
            <a:extLst>
              <a:ext uri="{FF2B5EF4-FFF2-40B4-BE49-F238E27FC236}">
                <a16:creationId xmlns:a16="http://schemas.microsoft.com/office/drawing/2014/main" id="{05205496-B98E-0504-C78F-DA4816B15BD8}"/>
              </a:ext>
            </a:extLst>
          </p:cNvPr>
          <p:cNvSpPr/>
          <p:nvPr/>
        </p:nvSpPr>
        <p:spPr>
          <a:xfrm>
            <a:off x="696145" y="2519970"/>
            <a:ext cx="2331720" cy="553971"/>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2" name="Rectangle 91">
            <a:extLst>
              <a:ext uri="{FF2B5EF4-FFF2-40B4-BE49-F238E27FC236}">
                <a16:creationId xmlns:a16="http://schemas.microsoft.com/office/drawing/2014/main" id="{08FE2039-A63B-725A-5623-7C7F4C68713D}"/>
              </a:ext>
            </a:extLst>
          </p:cNvPr>
          <p:cNvSpPr/>
          <p:nvPr/>
        </p:nvSpPr>
        <p:spPr>
          <a:xfrm>
            <a:off x="696145" y="2519970"/>
            <a:ext cx="64008" cy="553971"/>
          </a:xfrm>
          <a:prstGeom prst="rect">
            <a:avLst/>
          </a:prstGeom>
          <a:solidFill>
            <a:schemeClr val="tx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4" name="Rectangle 93">
            <a:extLst>
              <a:ext uri="{FF2B5EF4-FFF2-40B4-BE49-F238E27FC236}">
                <a16:creationId xmlns:a16="http://schemas.microsoft.com/office/drawing/2014/main" id="{0B3B862E-E7B7-B744-DD00-45321C8859E4}"/>
              </a:ext>
            </a:extLst>
          </p:cNvPr>
          <p:cNvSpPr/>
          <p:nvPr/>
        </p:nvSpPr>
        <p:spPr>
          <a:xfrm>
            <a:off x="851593" y="2602266"/>
            <a:ext cx="2084831" cy="375703"/>
          </a:xfrm>
          <a:prstGeom prst="rect">
            <a:avLst/>
          </a:prstGeom>
          <a:solidFill>
            <a:schemeClr val="tx2">
              <a:lumMod val="75000"/>
              <a:alpha val="90000"/>
            </a:schemeClr>
          </a:solidFill>
          <a:ln w="10160">
            <a:solidFill>
              <a:schemeClr val="tx2">
                <a:lumMod val="75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dirty="0">
                <a:solidFill>
                  <a:schemeClr val="bg1"/>
                </a:solidFill>
              </a:rPr>
              <a:t>Phase 4 : </a:t>
            </a:r>
            <a:r>
              <a:rPr lang="fr-FR" sz="1300" dirty="0">
                <a:solidFill>
                  <a:schemeClr val="bg1"/>
                </a:solidFill>
              </a:rPr>
              <a:t>Permutation</a:t>
            </a:r>
            <a:endParaRPr sz="1300" i="0" dirty="0">
              <a:solidFill>
                <a:schemeClr val="bg1"/>
              </a:solidFill>
            </a:endParaRPr>
          </a:p>
        </p:txBody>
      </p:sp>
      <p:sp>
        <p:nvSpPr>
          <p:cNvPr id="96" name="Rectangle 95">
            <a:extLst>
              <a:ext uri="{FF2B5EF4-FFF2-40B4-BE49-F238E27FC236}">
                <a16:creationId xmlns:a16="http://schemas.microsoft.com/office/drawing/2014/main" id="{D4507B98-19CD-2941-A4E5-390EDF5D30F5}"/>
              </a:ext>
            </a:extLst>
          </p:cNvPr>
          <p:cNvSpPr/>
          <p:nvPr/>
        </p:nvSpPr>
        <p:spPr>
          <a:xfrm>
            <a:off x="696145" y="3453818"/>
            <a:ext cx="2331720" cy="553971"/>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8" name="Rectangle 97">
            <a:extLst>
              <a:ext uri="{FF2B5EF4-FFF2-40B4-BE49-F238E27FC236}">
                <a16:creationId xmlns:a16="http://schemas.microsoft.com/office/drawing/2014/main" id="{737B84E1-89F0-9950-DA4D-3F2A2F9C49D7}"/>
              </a:ext>
            </a:extLst>
          </p:cNvPr>
          <p:cNvSpPr/>
          <p:nvPr/>
        </p:nvSpPr>
        <p:spPr>
          <a:xfrm>
            <a:off x="696145" y="3453818"/>
            <a:ext cx="64008" cy="553971"/>
          </a:xfrm>
          <a:prstGeom prst="rect">
            <a:avLst/>
          </a:prstGeom>
          <a:solidFill>
            <a:schemeClr val="tx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0" name="Rectangle 99">
            <a:extLst>
              <a:ext uri="{FF2B5EF4-FFF2-40B4-BE49-F238E27FC236}">
                <a16:creationId xmlns:a16="http://schemas.microsoft.com/office/drawing/2014/main" id="{24F68EAE-68CF-F7FC-6995-569C2BE588C6}"/>
              </a:ext>
            </a:extLst>
          </p:cNvPr>
          <p:cNvSpPr/>
          <p:nvPr/>
        </p:nvSpPr>
        <p:spPr>
          <a:xfrm>
            <a:off x="851593" y="3536114"/>
            <a:ext cx="2084831" cy="375703"/>
          </a:xfrm>
          <a:prstGeom prst="rect">
            <a:avLst/>
          </a:prstGeom>
          <a:solidFill>
            <a:schemeClr val="tx2">
              <a:lumMod val="75000"/>
              <a:alpha val="90000"/>
            </a:schemeClr>
          </a:solidFill>
          <a:ln w="10160">
            <a:solidFill>
              <a:schemeClr val="tx2">
                <a:lumMod val="75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dirty="0">
                <a:solidFill>
                  <a:schemeClr val="bg1"/>
                </a:solidFill>
              </a:rPr>
              <a:t>Phase 5 : </a:t>
            </a:r>
            <a:r>
              <a:rPr lang="fr-FR" sz="1300" dirty="0">
                <a:solidFill>
                  <a:schemeClr val="bg1"/>
                </a:solidFill>
              </a:rPr>
              <a:t>Changement de salle</a:t>
            </a:r>
            <a:endParaRPr sz="1300" i="0" dirty="0">
              <a:solidFill>
                <a:schemeClr val="bg1"/>
              </a:solidFill>
            </a:endParaRPr>
          </a:p>
        </p:txBody>
      </p:sp>
      <p:sp>
        <p:nvSpPr>
          <p:cNvPr id="102" name="Rectangle 101">
            <a:extLst>
              <a:ext uri="{FF2B5EF4-FFF2-40B4-BE49-F238E27FC236}">
                <a16:creationId xmlns:a16="http://schemas.microsoft.com/office/drawing/2014/main" id="{9E21E766-9A2A-6C22-B3A1-E0B32D408842}"/>
              </a:ext>
            </a:extLst>
          </p:cNvPr>
          <p:cNvSpPr/>
          <p:nvPr/>
        </p:nvSpPr>
        <p:spPr>
          <a:xfrm>
            <a:off x="3627126" y="3453818"/>
            <a:ext cx="2331720" cy="553971"/>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4" name="Rectangle 103">
            <a:extLst>
              <a:ext uri="{FF2B5EF4-FFF2-40B4-BE49-F238E27FC236}">
                <a16:creationId xmlns:a16="http://schemas.microsoft.com/office/drawing/2014/main" id="{D7CD1F3A-1319-D2D0-8562-E5C1C15D9BC4}"/>
              </a:ext>
            </a:extLst>
          </p:cNvPr>
          <p:cNvSpPr/>
          <p:nvPr/>
        </p:nvSpPr>
        <p:spPr>
          <a:xfrm>
            <a:off x="3627126" y="3453818"/>
            <a:ext cx="64008" cy="553971"/>
          </a:xfrm>
          <a:prstGeom prst="rect">
            <a:avLst/>
          </a:prstGeom>
          <a:solidFill>
            <a:schemeClr val="tx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6" name="Rectangle 105">
            <a:extLst>
              <a:ext uri="{FF2B5EF4-FFF2-40B4-BE49-F238E27FC236}">
                <a16:creationId xmlns:a16="http://schemas.microsoft.com/office/drawing/2014/main" id="{91202F4B-AFDD-07D2-6A6C-0328B822C607}"/>
              </a:ext>
            </a:extLst>
          </p:cNvPr>
          <p:cNvSpPr/>
          <p:nvPr/>
        </p:nvSpPr>
        <p:spPr>
          <a:xfrm>
            <a:off x="3782574" y="3536114"/>
            <a:ext cx="2084831" cy="375703"/>
          </a:xfrm>
          <a:prstGeom prst="rect">
            <a:avLst/>
          </a:prstGeom>
          <a:solidFill>
            <a:schemeClr val="tx2">
              <a:lumMod val="75000"/>
              <a:alpha val="90000"/>
            </a:schemeClr>
          </a:solidFill>
          <a:ln w="10160">
            <a:solidFill>
              <a:schemeClr val="tx2">
                <a:lumMod val="75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dirty="0">
                <a:solidFill>
                  <a:schemeClr val="bg1"/>
                </a:solidFill>
              </a:rPr>
              <a:t>Phase 6 : </a:t>
            </a:r>
            <a:r>
              <a:rPr lang="fr-FR" sz="1300" dirty="0">
                <a:solidFill>
                  <a:schemeClr val="bg1"/>
                </a:solidFill>
              </a:rPr>
              <a:t>Ajout de session</a:t>
            </a:r>
            <a:endParaRPr sz="1300" i="0" dirty="0">
              <a:solidFill>
                <a:schemeClr val="bg1"/>
              </a:solidFill>
            </a:endParaRPr>
          </a:p>
        </p:txBody>
      </p:sp>
      <p:sp>
        <p:nvSpPr>
          <p:cNvPr id="108" name="Right Arrow 57">
            <a:extLst>
              <a:ext uri="{FF2B5EF4-FFF2-40B4-BE49-F238E27FC236}">
                <a16:creationId xmlns:a16="http://schemas.microsoft.com/office/drawing/2014/main" id="{D89867BF-986A-B730-7343-FA7F100891C9}"/>
              </a:ext>
            </a:extLst>
          </p:cNvPr>
          <p:cNvSpPr/>
          <p:nvPr/>
        </p:nvSpPr>
        <p:spPr>
          <a:xfrm rot="5400000">
            <a:off x="1756849" y="3160976"/>
            <a:ext cx="210312" cy="210312"/>
          </a:xfrm>
          <a:prstGeom prst="rightArrow">
            <a:avLst/>
          </a:prstGeom>
          <a:solidFill>
            <a:srgbClr val="D9EFFD"/>
          </a:solidFill>
          <a:ln w="6350">
            <a:solidFill>
              <a:srgbClr val="2F8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Right Arrow 57">
            <a:extLst>
              <a:ext uri="{FF2B5EF4-FFF2-40B4-BE49-F238E27FC236}">
                <a16:creationId xmlns:a16="http://schemas.microsoft.com/office/drawing/2014/main" id="{AC1C522D-133A-877D-B8AD-DD5C2D5E13AB}"/>
              </a:ext>
            </a:extLst>
          </p:cNvPr>
          <p:cNvSpPr/>
          <p:nvPr/>
        </p:nvSpPr>
        <p:spPr>
          <a:xfrm>
            <a:off x="3222339" y="3618809"/>
            <a:ext cx="210312" cy="210312"/>
          </a:xfrm>
          <a:prstGeom prst="rightArrow">
            <a:avLst/>
          </a:prstGeom>
          <a:solidFill>
            <a:srgbClr val="D9EFFD"/>
          </a:solidFill>
          <a:ln w="6350">
            <a:solidFill>
              <a:srgbClr val="2F8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Right Arrow 57">
            <a:extLst>
              <a:ext uri="{FF2B5EF4-FFF2-40B4-BE49-F238E27FC236}">
                <a16:creationId xmlns:a16="http://schemas.microsoft.com/office/drawing/2014/main" id="{435723BC-E6DD-C9ED-55B7-AC97440F766B}"/>
              </a:ext>
            </a:extLst>
          </p:cNvPr>
          <p:cNvSpPr/>
          <p:nvPr/>
        </p:nvSpPr>
        <p:spPr>
          <a:xfrm flipH="1">
            <a:off x="6153320" y="2692875"/>
            <a:ext cx="210312" cy="210312"/>
          </a:xfrm>
          <a:prstGeom prst="rightArrow">
            <a:avLst/>
          </a:prstGeom>
          <a:solidFill>
            <a:srgbClr val="D9EFFD"/>
          </a:solidFill>
          <a:ln w="6350">
            <a:solidFill>
              <a:srgbClr val="2F8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Right Arrow 57">
            <a:extLst>
              <a:ext uri="{FF2B5EF4-FFF2-40B4-BE49-F238E27FC236}">
                <a16:creationId xmlns:a16="http://schemas.microsoft.com/office/drawing/2014/main" id="{48B8818B-CC55-A067-AC7C-A6890B5DD42F}"/>
              </a:ext>
            </a:extLst>
          </p:cNvPr>
          <p:cNvSpPr/>
          <p:nvPr/>
        </p:nvSpPr>
        <p:spPr>
          <a:xfrm flipH="1">
            <a:off x="3202359" y="2702401"/>
            <a:ext cx="210312" cy="210312"/>
          </a:xfrm>
          <a:prstGeom prst="rightArrow">
            <a:avLst/>
          </a:prstGeom>
          <a:solidFill>
            <a:srgbClr val="D9EFFD"/>
          </a:solidFill>
          <a:ln w="6350">
            <a:solidFill>
              <a:srgbClr val="2F8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Down Arrow 74">
            <a:extLst>
              <a:ext uri="{FF2B5EF4-FFF2-40B4-BE49-F238E27FC236}">
                <a16:creationId xmlns:a16="http://schemas.microsoft.com/office/drawing/2014/main" id="{C538879C-328D-3D69-28A4-CDD9F0948AAD}"/>
              </a:ext>
            </a:extLst>
          </p:cNvPr>
          <p:cNvSpPr/>
          <p:nvPr/>
        </p:nvSpPr>
        <p:spPr>
          <a:xfrm>
            <a:off x="4669542" y="4048963"/>
            <a:ext cx="246888" cy="173736"/>
          </a:xfrm>
          <a:prstGeom prst="downArrow">
            <a:avLst/>
          </a:prstGeom>
          <a:solidFill>
            <a:schemeClr val="accent2">
              <a:lumMod val="40000"/>
              <a:lumOff val="60000"/>
            </a:schemeClr>
          </a:solidFill>
          <a:ln w="6350">
            <a:solidFill>
              <a:schemeClr val="accent2">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Rectangle 117">
            <a:extLst>
              <a:ext uri="{FF2B5EF4-FFF2-40B4-BE49-F238E27FC236}">
                <a16:creationId xmlns:a16="http://schemas.microsoft.com/office/drawing/2014/main" id="{0B1066E1-06DB-8379-CCD5-68F01E4CCD07}"/>
              </a:ext>
            </a:extLst>
          </p:cNvPr>
          <p:cNvSpPr/>
          <p:nvPr/>
        </p:nvSpPr>
        <p:spPr>
          <a:xfrm>
            <a:off x="2235391" y="4272116"/>
            <a:ext cx="5178546" cy="371714"/>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0" name="Rectangle 119">
            <a:extLst>
              <a:ext uri="{FF2B5EF4-FFF2-40B4-BE49-F238E27FC236}">
                <a16:creationId xmlns:a16="http://schemas.microsoft.com/office/drawing/2014/main" id="{34C774B8-BA6D-1653-886F-AEB44F826C8A}"/>
              </a:ext>
            </a:extLst>
          </p:cNvPr>
          <p:cNvSpPr/>
          <p:nvPr/>
        </p:nvSpPr>
        <p:spPr>
          <a:xfrm>
            <a:off x="2235391" y="4272116"/>
            <a:ext cx="111790" cy="371714"/>
          </a:xfrm>
          <a:prstGeom prst="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2" name="Rectangle 121">
            <a:extLst>
              <a:ext uri="{FF2B5EF4-FFF2-40B4-BE49-F238E27FC236}">
                <a16:creationId xmlns:a16="http://schemas.microsoft.com/office/drawing/2014/main" id="{219A4884-226E-2B71-6E18-FF26B235072C}"/>
              </a:ext>
            </a:extLst>
          </p:cNvPr>
          <p:cNvSpPr/>
          <p:nvPr/>
        </p:nvSpPr>
        <p:spPr>
          <a:xfrm>
            <a:off x="2521467" y="4338084"/>
            <a:ext cx="4630227" cy="252097"/>
          </a:xfrm>
          <a:prstGeom prst="rect">
            <a:avLst/>
          </a:prstGeom>
          <a:solidFill>
            <a:schemeClr val="accent3">
              <a:lumMod val="60000"/>
              <a:lumOff val="40000"/>
            </a:schemeClr>
          </a:solidFill>
          <a:ln w="10160">
            <a:solidFill>
              <a:schemeClr val="accent3">
                <a:lumMod val="60000"/>
                <a:lumOff val="40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i="0" dirty="0">
                <a:solidFill>
                  <a:schemeClr val="tx2">
                    <a:lumMod val="50000"/>
                  </a:schemeClr>
                </a:solidFill>
              </a:rPr>
              <a:t>Nouvel emploi du temps, cours annulés, statuts par phase</a:t>
            </a:r>
            <a:endParaRPr sz="1300" b="1" i="0" dirty="0">
              <a:solidFill>
                <a:schemeClr val="tx2">
                  <a:lumMod val="50000"/>
                </a:schemeClr>
              </a:solidFill>
            </a:endParaRPr>
          </a:p>
        </p:txBody>
      </p:sp>
    </p:spTree>
    <p:extLst>
      <p:ext uri="{BB962C8B-B14F-4D97-AF65-F5344CB8AC3E}">
        <p14:creationId xmlns:p14="http://schemas.microsoft.com/office/powerpoint/2010/main" val="32893469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4AE1F49-F1A5-62FC-51A8-A6A0A64674A7}"/>
            </a:ext>
          </a:extLst>
        </p:cNvPr>
        <p:cNvGrpSpPr/>
        <p:nvPr/>
      </p:nvGrpSpPr>
      <p:grpSpPr>
        <a:xfrm>
          <a:off x="0" y="0"/>
          <a:ext cx="0" cy="0"/>
          <a:chOff x="0" y="0"/>
          <a:chExt cx="0" cy="0"/>
        </a:xfrm>
      </p:grpSpPr>
      <p:sp>
        <p:nvSpPr>
          <p:cNvPr id="39" name="Oval 1">
            <a:extLst>
              <a:ext uri="{FF2B5EF4-FFF2-40B4-BE49-F238E27FC236}">
                <a16:creationId xmlns:a16="http://schemas.microsoft.com/office/drawing/2014/main" id="{4359C8EA-107C-9144-06CC-77F01B28BCD0}"/>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2">
            <a:extLst>
              <a:ext uri="{FF2B5EF4-FFF2-40B4-BE49-F238E27FC236}">
                <a16:creationId xmlns:a16="http://schemas.microsoft.com/office/drawing/2014/main" id="{9C3D303A-CD53-9B8A-41B3-7F57830D46B1}"/>
              </a:ext>
            </a:extLst>
          </p:cNvPr>
          <p:cNvSpPr txBox="1"/>
          <p:nvPr/>
        </p:nvSpPr>
        <p:spPr>
          <a:xfrm>
            <a:off x="22644" y="80113"/>
            <a:ext cx="411911" cy="400110"/>
          </a:xfrm>
          <a:prstGeom prst="rect">
            <a:avLst/>
          </a:prstGeom>
          <a:noFill/>
        </p:spPr>
        <p:txBody>
          <a:bodyPr wrap="square">
            <a:spAutoFit/>
          </a:bodyPr>
          <a:lstStyle/>
          <a:p>
            <a:pPr algn="ctr"/>
            <a:r>
              <a:rPr lang="fr-FR" sz="2000" b="1">
                <a:solidFill>
                  <a:srgbClr val="FFFFFF"/>
                </a:solidFill>
              </a:rPr>
              <a:t>2</a:t>
            </a:r>
            <a:endParaRPr sz="2000" b="1" i="0">
              <a:solidFill>
                <a:srgbClr val="FFFFFF"/>
              </a:solidFill>
            </a:endParaRPr>
          </a:p>
        </p:txBody>
      </p:sp>
      <p:sp>
        <p:nvSpPr>
          <p:cNvPr id="2" name="TextBox 1">
            <a:extLst>
              <a:ext uri="{FF2B5EF4-FFF2-40B4-BE49-F238E27FC236}">
                <a16:creationId xmlns:a16="http://schemas.microsoft.com/office/drawing/2014/main" id="{00120BD9-51C6-6827-2186-A6FA576CA09D}"/>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Gestion des contraintes souples</a:t>
            </a:r>
          </a:p>
        </p:txBody>
      </p:sp>
      <p:sp>
        <p:nvSpPr>
          <p:cNvPr id="3" name="Rectangle 2">
            <a:extLst>
              <a:ext uri="{FF2B5EF4-FFF2-40B4-BE49-F238E27FC236}">
                <a16:creationId xmlns:a16="http://schemas.microsoft.com/office/drawing/2014/main" id="{3658C92F-57CF-6D49-C7F7-71C3830D92A4}"/>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80" name="Rectangle 79">
            <a:extLst>
              <a:ext uri="{FF2B5EF4-FFF2-40B4-BE49-F238E27FC236}">
                <a16:creationId xmlns:a16="http://schemas.microsoft.com/office/drawing/2014/main" id="{9889C233-8DCB-434F-DA90-330AC0C70A8E}"/>
              </a:ext>
            </a:extLst>
          </p:cNvPr>
          <p:cNvSpPr/>
          <p:nvPr/>
        </p:nvSpPr>
        <p:spPr>
          <a:xfrm>
            <a:off x="320040" y="4471416"/>
            <a:ext cx="8503920" cy="301752"/>
          </a:xfrm>
          <a:prstGeom prst="rect">
            <a:avLst/>
          </a:prstGeom>
          <a:solidFill>
            <a:srgbClr val="FFFFFF"/>
          </a:solidFill>
          <a:ln w="8890">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1" name="TextBox 80">
            <a:extLst>
              <a:ext uri="{FF2B5EF4-FFF2-40B4-BE49-F238E27FC236}">
                <a16:creationId xmlns:a16="http://schemas.microsoft.com/office/drawing/2014/main" id="{9ECEF789-3A96-A20B-6E8E-5819F79BB3AF}"/>
              </a:ext>
            </a:extLst>
          </p:cNvPr>
          <p:cNvSpPr txBox="1"/>
          <p:nvPr/>
        </p:nvSpPr>
        <p:spPr>
          <a:xfrm>
            <a:off x="493776" y="4517136"/>
            <a:ext cx="8156448" cy="210312"/>
          </a:xfrm>
          <a:prstGeom prst="rect">
            <a:avLst/>
          </a:prstGeom>
          <a:noFill/>
        </p:spPr>
        <p:txBody>
          <a:bodyPr wrap="square" lIns="18288" tIns="0" rIns="18288" bIns="0" anchor="ctr">
            <a:noAutofit/>
          </a:bodyPr>
          <a:lstStyle/>
          <a:p>
            <a:pPr algn="ctr">
              <a:lnSpc>
                <a:spcPct val="100000"/>
              </a:lnSpc>
              <a:spcAft>
                <a:spcPts val="0"/>
              </a:spcAft>
            </a:pPr>
            <a:r>
              <a:rPr lang="fr-FR" sz="1100" b="1">
                <a:solidFill>
                  <a:srgbClr val="FF0000"/>
                </a:solidFill>
              </a:rPr>
              <a:t>Une gestion des contraintes soft intelligente qui favorise la comparaison avant/après la perturbation</a:t>
            </a:r>
            <a:endParaRPr sz="1100" b="1">
              <a:solidFill>
                <a:srgbClr val="FF0000"/>
              </a:solidFill>
            </a:endParaRPr>
          </a:p>
        </p:txBody>
      </p:sp>
      <p:sp>
        <p:nvSpPr>
          <p:cNvPr id="38" name="Espace réservé du numéro de diapositive 37">
            <a:extLst>
              <a:ext uri="{FF2B5EF4-FFF2-40B4-BE49-F238E27FC236}">
                <a16:creationId xmlns:a16="http://schemas.microsoft.com/office/drawing/2014/main" id="{83E60178-9892-CF69-A4BC-A10E417D29D8}"/>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28</a:t>
            </a:fld>
            <a:endParaRPr lang="en-US"/>
          </a:p>
        </p:txBody>
      </p:sp>
      <p:sp>
        <p:nvSpPr>
          <p:cNvPr id="5" name="Rectangle 4">
            <a:extLst>
              <a:ext uri="{FF2B5EF4-FFF2-40B4-BE49-F238E27FC236}">
                <a16:creationId xmlns:a16="http://schemas.microsoft.com/office/drawing/2014/main" id="{F69981BA-EA0F-2FDD-C612-13ACB86CD46F}"/>
              </a:ext>
            </a:extLst>
          </p:cNvPr>
          <p:cNvSpPr/>
          <p:nvPr/>
        </p:nvSpPr>
        <p:spPr>
          <a:xfrm>
            <a:off x="274320" y="1005840"/>
            <a:ext cx="3977639" cy="324612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7" name="Rectangle 6">
            <a:extLst>
              <a:ext uri="{FF2B5EF4-FFF2-40B4-BE49-F238E27FC236}">
                <a16:creationId xmlns:a16="http://schemas.microsoft.com/office/drawing/2014/main" id="{0AA5EA6A-F653-B7A4-7CC6-B0C8E2EB7D15}"/>
              </a:ext>
            </a:extLst>
          </p:cNvPr>
          <p:cNvSpPr/>
          <p:nvPr/>
        </p:nvSpPr>
        <p:spPr>
          <a:xfrm>
            <a:off x="274320" y="1005840"/>
            <a:ext cx="64008" cy="3246120"/>
          </a:xfrm>
          <a:prstGeom prst="rect">
            <a:avLst/>
          </a:prstGeom>
          <a:solidFill>
            <a:srgbClr val="FCEAD6"/>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 name="TextBox 5">
            <a:extLst>
              <a:ext uri="{FF2B5EF4-FFF2-40B4-BE49-F238E27FC236}">
                <a16:creationId xmlns:a16="http://schemas.microsoft.com/office/drawing/2014/main" id="{5009C631-202A-532D-21A6-A8E1804DCAAC}"/>
              </a:ext>
            </a:extLst>
          </p:cNvPr>
          <p:cNvSpPr txBox="1"/>
          <p:nvPr/>
        </p:nvSpPr>
        <p:spPr>
          <a:xfrm>
            <a:off x="457200" y="1078992"/>
            <a:ext cx="3749039" cy="320040"/>
          </a:xfrm>
          <a:prstGeom prst="rect">
            <a:avLst/>
          </a:prstGeom>
          <a:noFill/>
          <a:ln>
            <a:solidFill/>
          </a:ln>
        </p:spPr>
        <p:txBody>
          <a:bodyPr wrap="square">
            <a:spAutoFit/>
          </a:bodyPr>
          <a:lstStyle/>
          <a:p>
            <a:pPr algn="l">
              <a:defRPr>
                <a:solidFill>
                  <a:srgbClr val="0F172A"/>
                </a:solidFill>
              </a:defRPr>
            </a:pPr>
            <a:r>
              <a:rPr lang="fr-FR" sz="1400" b="1">
                <a:solidFill>
                  <a:srgbClr val="C2410C"/>
                </a:solidFill>
              </a:rPr>
              <a:t>Contraintes soft mises en place</a:t>
            </a:r>
            <a:endParaRPr lang="fr-FR" sz="1400" b="1" i="0">
              <a:solidFill>
                <a:srgbClr val="C2410C"/>
              </a:solidFill>
            </a:endParaRPr>
          </a:p>
        </p:txBody>
      </p:sp>
      <p:sp>
        <p:nvSpPr>
          <p:cNvPr id="11" name="Rectangle 10">
            <a:extLst>
              <a:ext uri="{FF2B5EF4-FFF2-40B4-BE49-F238E27FC236}">
                <a16:creationId xmlns:a16="http://schemas.microsoft.com/office/drawing/2014/main" id="{E5C6AD3B-0969-809E-5B05-309BEB03A1D2}"/>
              </a:ext>
            </a:extLst>
          </p:cNvPr>
          <p:cNvSpPr/>
          <p:nvPr/>
        </p:nvSpPr>
        <p:spPr>
          <a:xfrm>
            <a:off x="4617720" y="1005840"/>
            <a:ext cx="4206240" cy="324612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3" name="Rectangle 12">
            <a:extLst>
              <a:ext uri="{FF2B5EF4-FFF2-40B4-BE49-F238E27FC236}">
                <a16:creationId xmlns:a16="http://schemas.microsoft.com/office/drawing/2014/main" id="{FEA0929E-6485-4CFE-9788-1A5FD9D48FF1}"/>
              </a:ext>
            </a:extLst>
          </p:cNvPr>
          <p:cNvSpPr/>
          <p:nvPr/>
        </p:nvSpPr>
        <p:spPr>
          <a:xfrm>
            <a:off x="4617720" y="1005840"/>
            <a:ext cx="64008" cy="3246120"/>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5" name="TextBox 9">
            <a:extLst>
              <a:ext uri="{FF2B5EF4-FFF2-40B4-BE49-F238E27FC236}">
                <a16:creationId xmlns:a16="http://schemas.microsoft.com/office/drawing/2014/main" id="{C7F6D2F7-C9CD-D6F4-812B-61AEB54BB355}"/>
              </a:ext>
            </a:extLst>
          </p:cNvPr>
          <p:cNvSpPr txBox="1"/>
          <p:nvPr/>
        </p:nvSpPr>
        <p:spPr>
          <a:xfrm>
            <a:off x="4800600" y="1078992"/>
            <a:ext cx="3931920" cy="320040"/>
          </a:xfrm>
          <a:prstGeom prst="rect">
            <a:avLst/>
          </a:prstGeom>
          <a:noFill/>
          <a:ln>
            <a:solidFill/>
          </a:ln>
        </p:spPr>
        <p:txBody>
          <a:bodyPr wrap="square">
            <a:spAutoFit/>
          </a:bodyPr>
          <a:lstStyle/>
          <a:p>
            <a:pPr algn="l">
              <a:defRPr>
                <a:solidFill>
                  <a:srgbClr val="0F172A"/>
                </a:solidFill>
              </a:defRPr>
            </a:pPr>
            <a:r>
              <a:rPr lang="fr-FR" sz="1400" b="1" i="0">
                <a:solidFill>
                  <a:srgbClr val="0369A1"/>
                </a:solidFill>
              </a:rPr>
              <a:t>Workflow</a:t>
            </a:r>
          </a:p>
        </p:txBody>
      </p:sp>
      <p:sp>
        <p:nvSpPr>
          <p:cNvPr id="42" name="TextBox 9">
            <a:extLst>
              <a:ext uri="{FF2B5EF4-FFF2-40B4-BE49-F238E27FC236}">
                <a16:creationId xmlns:a16="http://schemas.microsoft.com/office/drawing/2014/main" id="{E204F05C-F4C9-E850-A795-EB58B988A7B5}"/>
              </a:ext>
            </a:extLst>
          </p:cNvPr>
          <p:cNvSpPr txBox="1"/>
          <p:nvPr/>
        </p:nvSpPr>
        <p:spPr>
          <a:xfrm>
            <a:off x="4878324" y="1492580"/>
            <a:ext cx="3388659" cy="307777"/>
          </a:xfrm>
          <a:prstGeom prst="rect">
            <a:avLst/>
          </a:prstGeom>
          <a:noFill/>
          <a:ln>
            <a:solidFill/>
          </a:ln>
        </p:spPr>
        <p:txBody>
          <a:bodyPr wrap="square">
            <a:spAutoFit/>
          </a:bodyPr>
          <a:lstStyle/>
          <a:p>
            <a:pPr algn="l">
              <a:defRPr>
                <a:solidFill>
                  <a:srgbClr val="0F172A"/>
                </a:solidFill>
              </a:defRPr>
            </a:pPr>
            <a:r>
              <a:rPr lang="fr-FR" sz="1400" b="1" i="0">
                <a:solidFill>
                  <a:srgbClr val="0369A1"/>
                </a:solidFill>
              </a:rPr>
              <a:t>Emploi du temps actuel + Perturbations</a:t>
            </a:r>
          </a:p>
        </p:txBody>
      </p:sp>
      <p:sp>
        <p:nvSpPr>
          <p:cNvPr id="44" name="TextBox 6">
            <a:extLst>
              <a:ext uri="{FF2B5EF4-FFF2-40B4-BE49-F238E27FC236}">
                <a16:creationId xmlns:a16="http://schemas.microsoft.com/office/drawing/2014/main" id="{979633C0-1B24-C9C9-29C8-0E0C8308F3EB}"/>
              </a:ext>
            </a:extLst>
          </p:cNvPr>
          <p:cNvSpPr txBox="1"/>
          <p:nvPr/>
        </p:nvSpPr>
        <p:spPr>
          <a:xfrm>
            <a:off x="4832604" y="1820240"/>
            <a:ext cx="3840479" cy="964367"/>
          </a:xfrm>
          <a:prstGeom prst="rect">
            <a:avLst/>
          </a:prstGeom>
          <a:noFill/>
        </p:spPr>
        <p:txBody>
          <a:bodyPr wrap="square">
            <a:spAutoFit/>
          </a:bodyPr>
          <a:lstStyle/>
          <a:p>
            <a:r>
              <a:rPr sz="1050">
                <a:solidFill>
                  <a:srgbClr val="1E293B"/>
                </a:solidFill>
              </a:rPr>
              <a:t>▸  </a:t>
            </a:r>
            <a:r>
              <a:rPr lang="fr-FR" sz="1050">
                <a:solidFill>
                  <a:srgbClr val="1E293B"/>
                </a:solidFill>
              </a:rPr>
              <a:t>Evaluation de l’emploi du temps par les </a:t>
            </a:r>
            <a:r>
              <a:rPr lang="fr-FR" sz="1050" err="1">
                <a:solidFill>
                  <a:srgbClr val="1E293B"/>
                </a:solidFill>
              </a:rPr>
              <a:t>scorers</a:t>
            </a:r>
            <a:r>
              <a:rPr lang="fr-FR" sz="1050">
                <a:solidFill>
                  <a:srgbClr val="1E293B"/>
                </a:solidFill>
              </a:rPr>
              <a:t> (global et locaux)</a:t>
            </a:r>
          </a:p>
          <a:p>
            <a:r>
              <a:rPr lang="fr-FR" sz="1050">
                <a:solidFill>
                  <a:srgbClr val="1E293B"/>
                </a:solidFill>
              </a:rPr>
              <a:t>▸  Trouver les cours impactés</a:t>
            </a:r>
            <a:endParaRPr sz="1050">
              <a:solidFill>
                <a:srgbClr val="1E293B"/>
              </a:solidFill>
            </a:endParaRPr>
          </a:p>
          <a:p>
            <a:pPr>
              <a:spcBef>
                <a:spcPts val="500"/>
              </a:spcBef>
            </a:pPr>
            <a:r>
              <a:rPr sz="1050">
                <a:solidFill>
                  <a:srgbClr val="1E293B"/>
                </a:solidFill>
              </a:rPr>
              <a:t>▸  </a:t>
            </a:r>
            <a:r>
              <a:rPr lang="fr-FR" sz="1050">
                <a:solidFill>
                  <a:srgbClr val="1E293B"/>
                </a:solidFill>
              </a:rPr>
              <a:t>Calculer l’occupation des groupes/salles/profs après avoir enlevé ces cours</a:t>
            </a:r>
            <a:endParaRPr sz="1050">
              <a:solidFill>
                <a:srgbClr val="1E293B"/>
              </a:solidFill>
            </a:endParaRPr>
          </a:p>
        </p:txBody>
      </p:sp>
      <p:sp>
        <p:nvSpPr>
          <p:cNvPr id="46" name="TextBox 9">
            <a:extLst>
              <a:ext uri="{FF2B5EF4-FFF2-40B4-BE49-F238E27FC236}">
                <a16:creationId xmlns:a16="http://schemas.microsoft.com/office/drawing/2014/main" id="{CB7EB671-15E6-9951-E017-B7521AC0688C}"/>
              </a:ext>
            </a:extLst>
          </p:cNvPr>
          <p:cNvSpPr txBox="1"/>
          <p:nvPr/>
        </p:nvSpPr>
        <p:spPr>
          <a:xfrm>
            <a:off x="4919160" y="2755444"/>
            <a:ext cx="3379696" cy="307777"/>
          </a:xfrm>
          <a:prstGeom prst="rect">
            <a:avLst/>
          </a:prstGeom>
          <a:noFill/>
          <a:ln>
            <a:solidFill/>
          </a:ln>
        </p:spPr>
        <p:txBody>
          <a:bodyPr wrap="square">
            <a:spAutoFit/>
          </a:bodyPr>
          <a:lstStyle/>
          <a:p>
            <a:pPr algn="l">
              <a:defRPr>
                <a:solidFill>
                  <a:srgbClr val="0F172A"/>
                </a:solidFill>
              </a:defRPr>
            </a:pPr>
            <a:r>
              <a:rPr lang="fr-FR" sz="1400" b="1" i="0">
                <a:solidFill>
                  <a:srgbClr val="0369A1"/>
                </a:solidFill>
              </a:rPr>
              <a:t>Gestion de la perturbation</a:t>
            </a:r>
          </a:p>
        </p:txBody>
      </p:sp>
      <p:sp>
        <p:nvSpPr>
          <p:cNvPr id="48" name="TextBox 10">
            <a:extLst>
              <a:ext uri="{FF2B5EF4-FFF2-40B4-BE49-F238E27FC236}">
                <a16:creationId xmlns:a16="http://schemas.microsoft.com/office/drawing/2014/main" id="{9EFCFA21-AAF1-DF55-8295-6FB268D03EF7}"/>
              </a:ext>
            </a:extLst>
          </p:cNvPr>
          <p:cNvSpPr txBox="1"/>
          <p:nvPr/>
        </p:nvSpPr>
        <p:spPr>
          <a:xfrm>
            <a:off x="457200" y="1519313"/>
            <a:ext cx="3003894" cy="261610"/>
          </a:xfrm>
          <a:prstGeom prst="rect">
            <a:avLst/>
          </a:prstGeom>
          <a:noFill/>
          <a:ln>
            <a:solidFill/>
          </a:ln>
        </p:spPr>
        <p:txBody>
          <a:bodyPr wrap="square">
            <a:spAutoFit/>
          </a:bodyPr>
          <a:lstStyle/>
          <a:p>
            <a:pPr algn="l">
              <a:defRPr>
                <a:solidFill>
                  <a:srgbClr val="0F172A"/>
                </a:solidFill>
              </a:defRPr>
            </a:pPr>
            <a:r>
              <a:rPr lang="fr-FR" sz="1100" b="1" i="0" dirty="0" err="1">
                <a:solidFill>
                  <a:srgbClr val="0369A1"/>
                </a:solidFill>
              </a:rPr>
              <a:t>No_Late_Day</a:t>
            </a:r>
            <a:r>
              <a:rPr lang="fr-FR" sz="1100" b="1" dirty="0">
                <a:solidFill>
                  <a:srgbClr val="0369A1"/>
                </a:solidFill>
              </a:rPr>
              <a:t> (group et </a:t>
            </a:r>
            <a:r>
              <a:rPr lang="fr-FR" sz="1100" b="1" dirty="0" err="1">
                <a:solidFill>
                  <a:srgbClr val="0369A1"/>
                </a:solidFill>
              </a:rPr>
              <a:t>teacher</a:t>
            </a:r>
            <a:r>
              <a:rPr lang="fr-FR" sz="1100" b="1" dirty="0">
                <a:solidFill>
                  <a:srgbClr val="0369A1"/>
                </a:solidFill>
              </a:rPr>
              <a:t>)</a:t>
            </a:r>
            <a:endParaRPr lang="fr-FR" sz="1100" b="1" i="0" dirty="0">
              <a:solidFill>
                <a:srgbClr val="0369A1"/>
              </a:solidFill>
            </a:endParaRPr>
          </a:p>
        </p:txBody>
      </p:sp>
      <p:sp>
        <p:nvSpPr>
          <p:cNvPr id="50" name="TextBox 11">
            <a:extLst>
              <a:ext uri="{FF2B5EF4-FFF2-40B4-BE49-F238E27FC236}">
                <a16:creationId xmlns:a16="http://schemas.microsoft.com/office/drawing/2014/main" id="{FAF742E9-48CE-8109-0463-116FC04C47FD}"/>
              </a:ext>
            </a:extLst>
          </p:cNvPr>
          <p:cNvSpPr txBox="1"/>
          <p:nvPr/>
        </p:nvSpPr>
        <p:spPr>
          <a:xfrm>
            <a:off x="448368" y="1759214"/>
            <a:ext cx="3931920" cy="553998"/>
          </a:xfrm>
          <a:prstGeom prst="rect">
            <a:avLst/>
          </a:prstGeom>
          <a:noFill/>
          <a:ln>
            <a:noFill/>
          </a:ln>
        </p:spPr>
        <p:txBody>
          <a:bodyPr wrap="square">
            <a:spAutoFit/>
          </a:bodyPr>
          <a:lstStyle/>
          <a:p>
            <a:pPr>
              <a:defRPr>
                <a:solidFill>
                  <a:srgbClr val="0F172A"/>
                </a:solidFill>
              </a:defRPr>
            </a:pPr>
            <a:r>
              <a:rPr lang="fr-FR" sz="1000">
                <a:solidFill>
                  <a:srgbClr val="475569"/>
                </a:solidFill>
              </a:rPr>
              <a:t>      Pénalise proportionnellement si un certain seuil </a:t>
            </a:r>
            <a:r>
              <a:rPr lang="fr-FR" sz="1000" err="1">
                <a:solidFill>
                  <a:srgbClr val="475569"/>
                </a:solidFill>
              </a:rPr>
              <a:t>Late_Course_Max</a:t>
            </a:r>
            <a:r>
              <a:rPr lang="fr-FR" sz="1000">
                <a:solidFill>
                  <a:srgbClr val="475569"/>
                </a:solidFill>
              </a:rPr>
              <a:t> est dépassé (ex: pénalise de 0.5 si 30 min dépassées)</a:t>
            </a:r>
            <a:endParaRPr lang="fr-FR"/>
          </a:p>
          <a:p>
            <a:pPr algn="l">
              <a:defRPr>
                <a:solidFill>
                  <a:srgbClr val="0F172A"/>
                </a:solidFill>
              </a:defRPr>
            </a:pPr>
            <a:endParaRPr lang="fr-FR" sz="1000" b="0" i="0">
              <a:solidFill>
                <a:srgbClr val="475569"/>
              </a:solidFill>
            </a:endParaRPr>
          </a:p>
        </p:txBody>
      </p:sp>
      <p:sp>
        <p:nvSpPr>
          <p:cNvPr id="52" name="TextBox 10">
            <a:extLst>
              <a:ext uri="{FF2B5EF4-FFF2-40B4-BE49-F238E27FC236}">
                <a16:creationId xmlns:a16="http://schemas.microsoft.com/office/drawing/2014/main" id="{C5109557-BC01-3890-C72E-E613081F0873}"/>
              </a:ext>
            </a:extLst>
          </p:cNvPr>
          <p:cNvSpPr txBox="1"/>
          <p:nvPr/>
        </p:nvSpPr>
        <p:spPr>
          <a:xfrm>
            <a:off x="448368" y="2202433"/>
            <a:ext cx="3003894" cy="261610"/>
          </a:xfrm>
          <a:prstGeom prst="rect">
            <a:avLst/>
          </a:prstGeom>
          <a:noFill/>
          <a:ln>
            <a:solidFill/>
          </a:ln>
        </p:spPr>
        <p:txBody>
          <a:bodyPr wrap="square">
            <a:spAutoFit/>
          </a:bodyPr>
          <a:lstStyle/>
          <a:p>
            <a:pPr algn="l">
              <a:defRPr>
                <a:solidFill>
                  <a:srgbClr val="0F172A"/>
                </a:solidFill>
              </a:defRPr>
            </a:pPr>
            <a:r>
              <a:rPr lang="fr-FR" sz="1100" b="1" err="1">
                <a:solidFill>
                  <a:srgbClr val="0369A1"/>
                </a:solidFill>
              </a:rPr>
              <a:t>No_Gap</a:t>
            </a:r>
            <a:r>
              <a:rPr lang="fr-FR" sz="1100" b="1">
                <a:solidFill>
                  <a:srgbClr val="0369A1"/>
                </a:solidFill>
              </a:rPr>
              <a:t> (group)</a:t>
            </a:r>
            <a:endParaRPr lang="fr-FR" sz="1100" b="1" i="0">
              <a:solidFill>
                <a:srgbClr val="0369A1"/>
              </a:solidFill>
            </a:endParaRPr>
          </a:p>
        </p:txBody>
      </p:sp>
      <p:sp>
        <p:nvSpPr>
          <p:cNvPr id="54" name="TextBox 11">
            <a:extLst>
              <a:ext uri="{FF2B5EF4-FFF2-40B4-BE49-F238E27FC236}">
                <a16:creationId xmlns:a16="http://schemas.microsoft.com/office/drawing/2014/main" id="{734D60DA-8195-4569-41E4-FD33F9856FF2}"/>
              </a:ext>
            </a:extLst>
          </p:cNvPr>
          <p:cNvSpPr txBox="1"/>
          <p:nvPr/>
        </p:nvSpPr>
        <p:spPr>
          <a:xfrm>
            <a:off x="376637" y="2464043"/>
            <a:ext cx="3931920" cy="400110"/>
          </a:xfrm>
          <a:prstGeom prst="rect">
            <a:avLst/>
          </a:prstGeom>
          <a:noFill/>
          <a:ln>
            <a:noFill/>
          </a:ln>
        </p:spPr>
        <p:txBody>
          <a:bodyPr wrap="square">
            <a:spAutoFit/>
          </a:bodyPr>
          <a:lstStyle/>
          <a:p>
            <a:pPr>
              <a:defRPr>
                <a:solidFill>
                  <a:srgbClr val="0F172A"/>
                </a:solidFill>
              </a:defRPr>
            </a:pPr>
            <a:r>
              <a:rPr lang="fr-FR" sz="1000" b="0" i="0">
                <a:solidFill>
                  <a:srgbClr val="475569"/>
                </a:solidFill>
              </a:rPr>
              <a:t>      Pénalise si un trou de plus de </a:t>
            </a:r>
            <a:r>
              <a:rPr lang="fr-FR" sz="1000" b="0" i="0" err="1">
                <a:solidFill>
                  <a:srgbClr val="475569"/>
                </a:solidFill>
              </a:rPr>
              <a:t>Gap_Threshold</a:t>
            </a:r>
            <a:r>
              <a:rPr lang="fr-FR" sz="1000" b="0" i="0">
                <a:solidFill>
                  <a:srgbClr val="475569"/>
                </a:solidFill>
              </a:rPr>
              <a:t> minutes est présent dans l’emploi du temps (hors pause midi)</a:t>
            </a:r>
          </a:p>
        </p:txBody>
      </p:sp>
      <p:sp>
        <p:nvSpPr>
          <p:cNvPr id="56" name="TextBox 10">
            <a:extLst>
              <a:ext uri="{FF2B5EF4-FFF2-40B4-BE49-F238E27FC236}">
                <a16:creationId xmlns:a16="http://schemas.microsoft.com/office/drawing/2014/main" id="{F2983266-AF8B-4539-AECB-92D18D45AE05}"/>
              </a:ext>
            </a:extLst>
          </p:cNvPr>
          <p:cNvSpPr txBox="1"/>
          <p:nvPr/>
        </p:nvSpPr>
        <p:spPr>
          <a:xfrm>
            <a:off x="457333" y="2883747"/>
            <a:ext cx="3003894" cy="261610"/>
          </a:xfrm>
          <a:prstGeom prst="rect">
            <a:avLst/>
          </a:prstGeom>
          <a:noFill/>
          <a:ln>
            <a:solidFill/>
          </a:ln>
        </p:spPr>
        <p:txBody>
          <a:bodyPr wrap="square">
            <a:spAutoFit/>
          </a:bodyPr>
          <a:lstStyle/>
          <a:p>
            <a:pPr algn="l">
              <a:defRPr>
                <a:solidFill>
                  <a:srgbClr val="0F172A"/>
                </a:solidFill>
              </a:defRPr>
            </a:pPr>
            <a:r>
              <a:rPr lang="fr-FR" sz="1100" b="1" i="0" err="1">
                <a:solidFill>
                  <a:srgbClr val="0369A1"/>
                </a:solidFill>
              </a:rPr>
              <a:t>Closer</a:t>
            </a:r>
            <a:r>
              <a:rPr lang="fr-FR" sz="1100" b="1" i="0">
                <a:solidFill>
                  <a:srgbClr val="0369A1"/>
                </a:solidFill>
              </a:rPr>
              <a:t> (group et </a:t>
            </a:r>
            <a:r>
              <a:rPr lang="fr-FR" sz="1100" b="1" i="0" err="1">
                <a:solidFill>
                  <a:srgbClr val="0369A1"/>
                </a:solidFill>
              </a:rPr>
              <a:t>teacher</a:t>
            </a:r>
            <a:r>
              <a:rPr lang="fr-FR" sz="1100" b="1" i="0">
                <a:solidFill>
                  <a:srgbClr val="0369A1"/>
                </a:solidFill>
              </a:rPr>
              <a:t>)</a:t>
            </a:r>
          </a:p>
        </p:txBody>
      </p:sp>
      <p:sp>
        <p:nvSpPr>
          <p:cNvPr id="58" name="TextBox 11">
            <a:extLst>
              <a:ext uri="{FF2B5EF4-FFF2-40B4-BE49-F238E27FC236}">
                <a16:creationId xmlns:a16="http://schemas.microsoft.com/office/drawing/2014/main" id="{C1F192F4-4352-79EC-E450-2B58378A8D3D}"/>
              </a:ext>
            </a:extLst>
          </p:cNvPr>
          <p:cNvSpPr txBox="1"/>
          <p:nvPr/>
        </p:nvSpPr>
        <p:spPr>
          <a:xfrm>
            <a:off x="385602" y="3145357"/>
            <a:ext cx="3931920" cy="400110"/>
          </a:xfrm>
          <a:prstGeom prst="rect">
            <a:avLst/>
          </a:prstGeom>
          <a:noFill/>
          <a:ln>
            <a:noFill/>
          </a:ln>
        </p:spPr>
        <p:txBody>
          <a:bodyPr wrap="square">
            <a:spAutoFit/>
          </a:bodyPr>
          <a:lstStyle/>
          <a:p>
            <a:pPr algn="l">
              <a:defRPr>
                <a:solidFill>
                  <a:srgbClr val="0F172A"/>
                </a:solidFill>
              </a:defRPr>
            </a:pPr>
            <a:r>
              <a:rPr lang="fr-FR" sz="1000" b="0" i="0">
                <a:solidFill>
                  <a:srgbClr val="475569"/>
                </a:solidFill>
              </a:rPr>
              <a:t>      Pénalise si le bâtiment du cours suivant n’est pas le même que celui du cours actuel (proportionnel à la distance entre les 2)</a:t>
            </a:r>
          </a:p>
        </p:txBody>
      </p:sp>
      <p:sp>
        <p:nvSpPr>
          <p:cNvPr id="60" name="TextBox 10">
            <a:extLst>
              <a:ext uri="{FF2B5EF4-FFF2-40B4-BE49-F238E27FC236}">
                <a16:creationId xmlns:a16="http://schemas.microsoft.com/office/drawing/2014/main" id="{EFDED2D9-E594-6EAD-9E41-26B7844E613E}"/>
              </a:ext>
            </a:extLst>
          </p:cNvPr>
          <p:cNvSpPr txBox="1"/>
          <p:nvPr/>
        </p:nvSpPr>
        <p:spPr>
          <a:xfrm>
            <a:off x="466295" y="3556108"/>
            <a:ext cx="3003894" cy="261610"/>
          </a:xfrm>
          <a:prstGeom prst="rect">
            <a:avLst/>
          </a:prstGeom>
          <a:noFill/>
          <a:ln>
            <a:solidFill/>
          </a:ln>
        </p:spPr>
        <p:txBody>
          <a:bodyPr wrap="square">
            <a:spAutoFit/>
          </a:bodyPr>
          <a:lstStyle/>
          <a:p>
            <a:pPr algn="l">
              <a:defRPr>
                <a:solidFill>
                  <a:srgbClr val="0F172A"/>
                </a:solidFill>
              </a:defRPr>
            </a:pPr>
            <a:r>
              <a:rPr lang="fr-FR" sz="1100" b="1" i="0">
                <a:solidFill>
                  <a:srgbClr val="3285B4"/>
                </a:solidFill>
              </a:rPr>
              <a:t>Same_day </a:t>
            </a:r>
            <a:r>
              <a:rPr lang="fr-FR" sz="1100" b="1" i="1">
                <a:solidFill>
                  <a:srgbClr val="FF0000"/>
                </a:solidFill>
              </a:rPr>
              <a:t>(spécifique perturbation)</a:t>
            </a:r>
            <a:endParaRPr lang="fr-FR" sz="1100" b="1" i="0">
              <a:solidFill>
                <a:srgbClr val="FF0000"/>
              </a:solidFill>
            </a:endParaRPr>
          </a:p>
        </p:txBody>
      </p:sp>
      <p:sp>
        <p:nvSpPr>
          <p:cNvPr id="62" name="TextBox 11">
            <a:extLst>
              <a:ext uri="{FF2B5EF4-FFF2-40B4-BE49-F238E27FC236}">
                <a16:creationId xmlns:a16="http://schemas.microsoft.com/office/drawing/2014/main" id="{09B59A44-E984-8C00-5055-267FA66DBDD8}"/>
              </a:ext>
            </a:extLst>
          </p:cNvPr>
          <p:cNvSpPr txBox="1"/>
          <p:nvPr/>
        </p:nvSpPr>
        <p:spPr>
          <a:xfrm>
            <a:off x="394564" y="3817718"/>
            <a:ext cx="3931920" cy="400110"/>
          </a:xfrm>
          <a:prstGeom prst="rect">
            <a:avLst/>
          </a:prstGeom>
          <a:noFill/>
          <a:ln>
            <a:noFill/>
          </a:ln>
        </p:spPr>
        <p:txBody>
          <a:bodyPr wrap="square">
            <a:spAutoFit/>
          </a:bodyPr>
          <a:lstStyle/>
          <a:p>
            <a:pPr algn="l">
              <a:defRPr>
                <a:solidFill>
                  <a:srgbClr val="0F172A"/>
                </a:solidFill>
              </a:defRPr>
            </a:pPr>
            <a:r>
              <a:rPr lang="fr-FR" sz="1000" b="0" i="0">
                <a:solidFill>
                  <a:srgbClr val="475569"/>
                </a:solidFill>
              </a:rPr>
              <a:t>      Pénalise si le cours n’est pas reprogrammé le même jour (proportionnel à l’écart entre l’origine et la reprogrammation)</a:t>
            </a:r>
          </a:p>
        </p:txBody>
      </p:sp>
      <p:sp>
        <p:nvSpPr>
          <p:cNvPr id="64" name="TextBox 6">
            <a:extLst>
              <a:ext uri="{FF2B5EF4-FFF2-40B4-BE49-F238E27FC236}">
                <a16:creationId xmlns:a16="http://schemas.microsoft.com/office/drawing/2014/main" id="{62D11869-00FD-1AEA-492A-EBC7C4C5479D}"/>
              </a:ext>
            </a:extLst>
          </p:cNvPr>
          <p:cNvSpPr txBox="1"/>
          <p:nvPr/>
        </p:nvSpPr>
        <p:spPr>
          <a:xfrm>
            <a:off x="4832603" y="3051588"/>
            <a:ext cx="3840479" cy="415498"/>
          </a:xfrm>
          <a:prstGeom prst="rect">
            <a:avLst/>
          </a:prstGeom>
          <a:noFill/>
        </p:spPr>
        <p:txBody>
          <a:bodyPr wrap="square">
            <a:spAutoFit/>
          </a:bodyPr>
          <a:lstStyle/>
          <a:p>
            <a:r>
              <a:rPr sz="1050">
                <a:solidFill>
                  <a:srgbClr val="1E293B"/>
                </a:solidFill>
              </a:rPr>
              <a:t>▸  </a:t>
            </a:r>
            <a:r>
              <a:rPr lang="fr-FR" sz="1050">
                <a:solidFill>
                  <a:srgbClr val="1E293B"/>
                </a:solidFill>
              </a:rPr>
              <a:t>Reprogrammation des cours en respectant au mieux les contraintes soft</a:t>
            </a:r>
            <a:endParaRPr sz="1050">
              <a:solidFill>
                <a:srgbClr val="1E293B"/>
              </a:solidFill>
            </a:endParaRPr>
          </a:p>
        </p:txBody>
      </p:sp>
      <p:sp>
        <p:nvSpPr>
          <p:cNvPr id="66" name="TextBox 9">
            <a:extLst>
              <a:ext uri="{FF2B5EF4-FFF2-40B4-BE49-F238E27FC236}">
                <a16:creationId xmlns:a16="http://schemas.microsoft.com/office/drawing/2014/main" id="{9FFEADE6-3981-1871-703D-6141528FD5E5}"/>
              </a:ext>
            </a:extLst>
          </p:cNvPr>
          <p:cNvSpPr txBox="1"/>
          <p:nvPr/>
        </p:nvSpPr>
        <p:spPr>
          <a:xfrm>
            <a:off x="4923509" y="3447780"/>
            <a:ext cx="3379696" cy="307777"/>
          </a:xfrm>
          <a:prstGeom prst="rect">
            <a:avLst/>
          </a:prstGeom>
          <a:noFill/>
          <a:ln>
            <a:solidFill/>
          </a:ln>
        </p:spPr>
        <p:txBody>
          <a:bodyPr wrap="square">
            <a:spAutoFit/>
          </a:bodyPr>
          <a:lstStyle/>
          <a:p>
            <a:pPr algn="l">
              <a:defRPr>
                <a:solidFill>
                  <a:srgbClr val="0F172A"/>
                </a:solidFill>
              </a:defRPr>
            </a:pPr>
            <a:r>
              <a:rPr lang="fr-FR" sz="1400" b="1" i="0">
                <a:solidFill>
                  <a:srgbClr val="0369A1"/>
                </a:solidFill>
              </a:rPr>
              <a:t>Emploi du temps perturbé</a:t>
            </a:r>
          </a:p>
        </p:txBody>
      </p:sp>
      <p:sp>
        <p:nvSpPr>
          <p:cNvPr id="68" name="TextBox 6">
            <a:extLst>
              <a:ext uri="{FF2B5EF4-FFF2-40B4-BE49-F238E27FC236}">
                <a16:creationId xmlns:a16="http://schemas.microsoft.com/office/drawing/2014/main" id="{9A9B458B-9664-501D-EDD0-8EE286C72C84}"/>
              </a:ext>
            </a:extLst>
          </p:cNvPr>
          <p:cNvSpPr txBox="1"/>
          <p:nvPr/>
        </p:nvSpPr>
        <p:spPr>
          <a:xfrm>
            <a:off x="4836952" y="3784025"/>
            <a:ext cx="3840479" cy="415498"/>
          </a:xfrm>
          <a:prstGeom prst="rect">
            <a:avLst/>
          </a:prstGeom>
          <a:noFill/>
        </p:spPr>
        <p:txBody>
          <a:bodyPr wrap="square">
            <a:spAutoFit/>
          </a:bodyPr>
          <a:lstStyle/>
          <a:p>
            <a:r>
              <a:rPr sz="1050">
                <a:solidFill>
                  <a:srgbClr val="1E293B"/>
                </a:solidFill>
              </a:rPr>
              <a:t>▸  </a:t>
            </a:r>
            <a:r>
              <a:rPr lang="fr-FR" sz="1050">
                <a:solidFill>
                  <a:srgbClr val="1E293B"/>
                </a:solidFill>
              </a:rPr>
              <a:t>Evaluation de l’emploi du temps par les </a:t>
            </a:r>
            <a:r>
              <a:rPr lang="fr-FR" sz="1050" err="1">
                <a:solidFill>
                  <a:srgbClr val="1E293B"/>
                </a:solidFill>
              </a:rPr>
              <a:t>scorers</a:t>
            </a:r>
            <a:r>
              <a:rPr lang="fr-FR" sz="1050">
                <a:solidFill>
                  <a:srgbClr val="1E293B"/>
                </a:solidFill>
              </a:rPr>
              <a:t> (global et locaux)</a:t>
            </a:r>
            <a:endParaRPr sz="1050">
              <a:solidFill>
                <a:srgbClr val="1E293B"/>
              </a:solidFill>
            </a:endParaRPr>
          </a:p>
        </p:txBody>
      </p:sp>
    </p:spTree>
    <p:extLst>
      <p:ext uri="{BB962C8B-B14F-4D97-AF65-F5344CB8AC3E}">
        <p14:creationId xmlns:p14="http://schemas.microsoft.com/office/powerpoint/2010/main" val="15609575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4BB9D-C0F5-E69E-D8C5-5C16653F1E30}"/>
            </a:ext>
          </a:extLst>
        </p:cNvPr>
        <p:cNvGrpSpPr/>
        <p:nvPr/>
      </p:nvGrpSpPr>
      <p:grpSpPr>
        <a:xfrm>
          <a:off x="0" y="0"/>
          <a:ext cx="0" cy="0"/>
          <a:chOff x="0" y="0"/>
          <a:chExt cx="0" cy="0"/>
        </a:xfrm>
      </p:grpSpPr>
      <p:sp>
        <p:nvSpPr>
          <p:cNvPr id="15" name="Oval 1">
            <a:extLst>
              <a:ext uri="{FF2B5EF4-FFF2-40B4-BE49-F238E27FC236}">
                <a16:creationId xmlns:a16="http://schemas.microsoft.com/office/drawing/2014/main" id="{6F22D706-2091-1EC7-46C7-725759460673}"/>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2">
            <a:extLst>
              <a:ext uri="{FF2B5EF4-FFF2-40B4-BE49-F238E27FC236}">
                <a16:creationId xmlns:a16="http://schemas.microsoft.com/office/drawing/2014/main" id="{1AF00263-B4C3-76B7-7B48-9A0D3DB12475}"/>
              </a:ext>
            </a:extLst>
          </p:cNvPr>
          <p:cNvSpPr txBox="1"/>
          <p:nvPr/>
        </p:nvSpPr>
        <p:spPr>
          <a:xfrm>
            <a:off x="22644" y="80113"/>
            <a:ext cx="411911" cy="400110"/>
          </a:xfrm>
          <a:prstGeom prst="rect">
            <a:avLst/>
          </a:prstGeom>
          <a:noFill/>
        </p:spPr>
        <p:txBody>
          <a:bodyPr wrap="square">
            <a:spAutoFit/>
          </a:bodyPr>
          <a:lstStyle/>
          <a:p>
            <a:pPr algn="ctr"/>
            <a:r>
              <a:rPr lang="fr-FR" sz="2000" b="1">
                <a:solidFill>
                  <a:srgbClr val="FFFFFF"/>
                </a:solidFill>
              </a:rPr>
              <a:t>2</a:t>
            </a:r>
            <a:endParaRPr sz="2000" b="1" i="0">
              <a:solidFill>
                <a:srgbClr val="FFFFFF"/>
              </a:solidFill>
            </a:endParaRPr>
          </a:p>
        </p:txBody>
      </p:sp>
      <p:sp>
        <p:nvSpPr>
          <p:cNvPr id="2" name="TextBox 1">
            <a:extLst>
              <a:ext uri="{FF2B5EF4-FFF2-40B4-BE49-F238E27FC236}">
                <a16:creationId xmlns:a16="http://schemas.microsoft.com/office/drawing/2014/main" id="{8B7BCD02-1952-8A99-8248-D038135B078B}"/>
              </a:ext>
            </a:extLst>
          </p:cNvPr>
          <p:cNvSpPr txBox="1"/>
          <p:nvPr/>
        </p:nvSpPr>
        <p:spPr>
          <a:xfrm>
            <a:off x="365760" y="182880"/>
            <a:ext cx="8412480" cy="553998"/>
          </a:xfrm>
          <a:prstGeom prst="rect">
            <a:avLst/>
          </a:prstGeom>
          <a:noFill/>
          <a:ln>
            <a:solidFill/>
          </a:ln>
        </p:spPr>
        <p:txBody>
          <a:bodyPr wrap="square">
            <a:spAutoFit/>
          </a:bodyPr>
          <a:lstStyle/>
          <a:p>
            <a:r>
              <a:rPr lang="fr-FR" sz="3000" b="1">
                <a:solidFill>
                  <a:srgbClr val="0F172A"/>
                </a:solidFill>
              </a:rPr>
              <a:t>Groupes, sous-groupes et CM partagés</a:t>
            </a:r>
          </a:p>
        </p:txBody>
      </p:sp>
      <p:sp>
        <p:nvSpPr>
          <p:cNvPr id="3" name="Rectangle 2">
            <a:extLst>
              <a:ext uri="{FF2B5EF4-FFF2-40B4-BE49-F238E27FC236}">
                <a16:creationId xmlns:a16="http://schemas.microsoft.com/office/drawing/2014/main" id="{E3954870-8C4E-62F5-DA29-0A78F21315B3}"/>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 name="Rectangle 3">
            <a:extLst>
              <a:ext uri="{FF2B5EF4-FFF2-40B4-BE49-F238E27FC236}">
                <a16:creationId xmlns:a16="http://schemas.microsoft.com/office/drawing/2014/main" id="{CA6FA78C-86C3-4B93-EF8E-A6353DEE1ACF}"/>
              </a:ext>
            </a:extLst>
          </p:cNvPr>
          <p:cNvSpPr/>
          <p:nvPr/>
        </p:nvSpPr>
        <p:spPr>
          <a:xfrm>
            <a:off x="274320" y="1005840"/>
            <a:ext cx="3977639" cy="324612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 name="Rectangle 4">
            <a:extLst>
              <a:ext uri="{FF2B5EF4-FFF2-40B4-BE49-F238E27FC236}">
                <a16:creationId xmlns:a16="http://schemas.microsoft.com/office/drawing/2014/main" id="{F1F1E580-E58D-EDA4-DCC5-538D98A7016B}"/>
              </a:ext>
            </a:extLst>
          </p:cNvPr>
          <p:cNvSpPr/>
          <p:nvPr/>
        </p:nvSpPr>
        <p:spPr>
          <a:xfrm>
            <a:off x="274320" y="1005840"/>
            <a:ext cx="64008" cy="3246120"/>
          </a:xfrm>
          <a:prstGeom prst="rect">
            <a:avLst/>
          </a:prstGeom>
          <a:solidFill>
            <a:srgbClr val="DCFCE7"/>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 name="TextBox 5">
            <a:extLst>
              <a:ext uri="{FF2B5EF4-FFF2-40B4-BE49-F238E27FC236}">
                <a16:creationId xmlns:a16="http://schemas.microsoft.com/office/drawing/2014/main" id="{43C5F754-1624-1DA5-C2E9-1B7CE0C7F85E}"/>
              </a:ext>
            </a:extLst>
          </p:cNvPr>
          <p:cNvSpPr txBox="1"/>
          <p:nvPr/>
        </p:nvSpPr>
        <p:spPr>
          <a:xfrm>
            <a:off x="457200" y="1078992"/>
            <a:ext cx="3749039" cy="320040"/>
          </a:xfrm>
          <a:prstGeom prst="rect">
            <a:avLst/>
          </a:prstGeom>
          <a:noFill/>
          <a:ln>
            <a:solidFill/>
          </a:ln>
        </p:spPr>
        <p:txBody>
          <a:bodyPr wrap="square">
            <a:spAutoFit/>
          </a:bodyPr>
          <a:lstStyle/>
          <a:p>
            <a:pPr algn="l">
              <a:defRPr>
                <a:solidFill>
                  <a:srgbClr val="0F172A"/>
                </a:solidFill>
              </a:defRPr>
            </a:pPr>
            <a:r>
              <a:rPr lang="fr-FR" sz="1400" b="1" i="0">
                <a:solidFill>
                  <a:srgbClr val="15803D"/>
                </a:solidFill>
              </a:rPr>
              <a:t>Gestion de groupes imbriqués</a:t>
            </a:r>
          </a:p>
        </p:txBody>
      </p:sp>
      <p:sp>
        <p:nvSpPr>
          <p:cNvPr id="7" name="TextBox 6">
            <a:extLst>
              <a:ext uri="{FF2B5EF4-FFF2-40B4-BE49-F238E27FC236}">
                <a16:creationId xmlns:a16="http://schemas.microsoft.com/office/drawing/2014/main" id="{3714F6BA-CAA4-2985-CA3F-04059FCC76D8}"/>
              </a:ext>
            </a:extLst>
          </p:cNvPr>
          <p:cNvSpPr txBox="1"/>
          <p:nvPr/>
        </p:nvSpPr>
        <p:spPr>
          <a:xfrm>
            <a:off x="433953" y="2571170"/>
            <a:ext cx="3749039" cy="1538883"/>
          </a:xfrm>
          <a:prstGeom prst="rect">
            <a:avLst/>
          </a:prstGeom>
          <a:noFill/>
          <a:ln>
            <a:noFill/>
          </a:ln>
        </p:spPr>
        <p:txBody>
          <a:bodyPr wrap="square">
            <a:spAutoFit/>
          </a:bodyPr>
          <a:lstStyle/>
          <a:p>
            <a:pPr>
              <a:spcAft>
                <a:spcPts val="400"/>
              </a:spcAft>
              <a:defRPr>
                <a:solidFill>
                  <a:srgbClr val="0F172A"/>
                </a:solidFill>
              </a:defRPr>
            </a:pPr>
            <a:r>
              <a:rPr lang="fr-FR" sz="1200">
                <a:solidFill>
                  <a:srgbClr val="15803D"/>
                </a:solidFill>
              </a:rPr>
              <a:t>•  Hiérarchie définie dans </a:t>
            </a:r>
            <a:r>
              <a:rPr lang="fr-FR" sz="1200" err="1">
                <a:solidFill>
                  <a:srgbClr val="15803D"/>
                </a:solidFill>
              </a:rPr>
              <a:t>specs.json</a:t>
            </a:r>
            <a:endParaRPr lang="fr-FR" sz="1200">
              <a:solidFill>
                <a:srgbClr val="15803D"/>
              </a:solidFill>
            </a:endParaRPr>
          </a:p>
          <a:p>
            <a:pPr>
              <a:spcAft>
                <a:spcPts val="400"/>
              </a:spcAft>
              <a:defRPr>
                <a:solidFill>
                  <a:srgbClr val="0F172A"/>
                </a:solidFill>
              </a:defRPr>
            </a:pPr>
            <a:r>
              <a:rPr lang="fr-FR" sz="1200">
                <a:solidFill>
                  <a:srgbClr val="15803D"/>
                </a:solidFill>
              </a:rPr>
              <a:t>•  Permet de gérer un dédoublement des groupes classiques pour des TP par exemple</a:t>
            </a:r>
          </a:p>
          <a:p>
            <a:pPr>
              <a:spcAft>
                <a:spcPts val="400"/>
              </a:spcAft>
              <a:defRPr>
                <a:solidFill>
                  <a:srgbClr val="0F172A"/>
                </a:solidFill>
              </a:defRPr>
            </a:pPr>
            <a:r>
              <a:rPr lang="fr-FR" sz="1200">
                <a:solidFill>
                  <a:srgbClr val="15803D"/>
                </a:solidFill>
              </a:rPr>
              <a:t>•  Un cours pour tout le groupe bloque le créneau pour tous les demi-groupes</a:t>
            </a:r>
          </a:p>
          <a:p>
            <a:pPr>
              <a:spcAft>
                <a:spcPts val="400"/>
              </a:spcAft>
              <a:defRPr>
                <a:solidFill>
                  <a:srgbClr val="0F172A"/>
                </a:solidFill>
              </a:defRPr>
            </a:pPr>
            <a:r>
              <a:rPr lang="fr-FR" sz="1200">
                <a:solidFill>
                  <a:srgbClr val="15803D"/>
                </a:solidFill>
              </a:rPr>
              <a:t>•  Un cours pour un demi-groupe bloque le créneau pour tout le groupe, mais pas pour l’autre demi-groupe</a:t>
            </a:r>
          </a:p>
        </p:txBody>
      </p:sp>
      <p:sp>
        <p:nvSpPr>
          <p:cNvPr id="8" name="Rectangle 7">
            <a:extLst>
              <a:ext uri="{FF2B5EF4-FFF2-40B4-BE49-F238E27FC236}">
                <a16:creationId xmlns:a16="http://schemas.microsoft.com/office/drawing/2014/main" id="{B4E718AD-DF40-20C2-E725-234681B437A8}"/>
              </a:ext>
            </a:extLst>
          </p:cNvPr>
          <p:cNvSpPr/>
          <p:nvPr/>
        </p:nvSpPr>
        <p:spPr>
          <a:xfrm>
            <a:off x="4617720" y="1005840"/>
            <a:ext cx="4206240" cy="324612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 name="Rectangle 8">
            <a:extLst>
              <a:ext uri="{FF2B5EF4-FFF2-40B4-BE49-F238E27FC236}">
                <a16:creationId xmlns:a16="http://schemas.microsoft.com/office/drawing/2014/main" id="{EF2873D4-87F8-E0C3-7410-FC32748DC964}"/>
              </a:ext>
            </a:extLst>
          </p:cNvPr>
          <p:cNvSpPr/>
          <p:nvPr/>
        </p:nvSpPr>
        <p:spPr>
          <a:xfrm>
            <a:off x="4617720" y="1005840"/>
            <a:ext cx="64008" cy="3246120"/>
          </a:xfrm>
          <a:prstGeom prst="rect">
            <a:avLst/>
          </a:prstGeom>
          <a:solidFill>
            <a:schemeClr val="accent5">
              <a:lumMod val="40000"/>
              <a:lumOff val="60000"/>
            </a:schemeClr>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0" name="TextBox 9">
            <a:extLst>
              <a:ext uri="{FF2B5EF4-FFF2-40B4-BE49-F238E27FC236}">
                <a16:creationId xmlns:a16="http://schemas.microsoft.com/office/drawing/2014/main" id="{CE60113B-25FD-656E-3942-92326A0AFEE0}"/>
              </a:ext>
            </a:extLst>
          </p:cNvPr>
          <p:cNvSpPr txBox="1"/>
          <p:nvPr/>
        </p:nvSpPr>
        <p:spPr>
          <a:xfrm>
            <a:off x="4800600" y="1078992"/>
            <a:ext cx="3931920" cy="320040"/>
          </a:xfrm>
          <a:prstGeom prst="rect">
            <a:avLst/>
          </a:prstGeom>
          <a:noFill/>
          <a:ln>
            <a:solidFill/>
          </a:ln>
        </p:spPr>
        <p:txBody>
          <a:bodyPr wrap="square">
            <a:spAutoFit/>
          </a:bodyPr>
          <a:lstStyle/>
          <a:p>
            <a:pPr algn="l">
              <a:defRPr>
                <a:solidFill>
                  <a:srgbClr val="0F172A"/>
                </a:solidFill>
              </a:defRPr>
            </a:pPr>
            <a:r>
              <a:rPr lang="fr-FR" sz="1400" b="1" i="0">
                <a:solidFill>
                  <a:schemeClr val="accent5">
                    <a:lumMod val="75000"/>
                  </a:schemeClr>
                </a:solidFill>
              </a:rPr>
              <a:t>Détection des CM partagés</a:t>
            </a:r>
          </a:p>
        </p:txBody>
      </p:sp>
      <p:sp>
        <p:nvSpPr>
          <p:cNvPr id="11" name="TextBox 10">
            <a:extLst>
              <a:ext uri="{FF2B5EF4-FFF2-40B4-BE49-F238E27FC236}">
                <a16:creationId xmlns:a16="http://schemas.microsoft.com/office/drawing/2014/main" id="{D25A6400-F609-0BCC-5AED-3E52540F60D2}"/>
              </a:ext>
            </a:extLst>
          </p:cNvPr>
          <p:cNvSpPr txBox="1"/>
          <p:nvPr/>
        </p:nvSpPr>
        <p:spPr>
          <a:xfrm>
            <a:off x="4800600" y="1463040"/>
            <a:ext cx="3931920" cy="1487587"/>
          </a:xfrm>
          <a:prstGeom prst="rect">
            <a:avLst/>
          </a:prstGeom>
          <a:noFill/>
          <a:ln>
            <a:noFill/>
          </a:ln>
        </p:spPr>
        <p:txBody>
          <a:bodyPr wrap="square">
            <a:spAutoFit/>
          </a:bodyPr>
          <a:lstStyle/>
          <a:p>
            <a:pPr>
              <a:spcAft>
                <a:spcPts val="400"/>
              </a:spcAft>
              <a:defRPr>
                <a:solidFill>
                  <a:srgbClr val="0F172A"/>
                </a:solidFill>
              </a:defRPr>
            </a:pPr>
            <a:r>
              <a:rPr lang="fr-FR" sz="1200">
                <a:solidFill>
                  <a:schemeClr val="accent5">
                    <a:lumMod val="75000"/>
                  </a:schemeClr>
                </a:solidFill>
              </a:rPr>
              <a:t> • Plusieurs lignes partagent le même prof, le même cours, la même salle et les mêmes horaires dans le csv → Création d’</a:t>
            </a:r>
            <a:r>
              <a:rPr lang="fr-FR" sz="1200" b="1">
                <a:solidFill>
                  <a:schemeClr val="accent5">
                    <a:lumMod val="75000"/>
                  </a:schemeClr>
                </a:solidFill>
              </a:rPr>
              <a:t>un seul</a:t>
            </a:r>
            <a:r>
              <a:rPr lang="fr-FR" sz="1200">
                <a:solidFill>
                  <a:schemeClr val="accent5">
                    <a:lumMod val="75000"/>
                  </a:schemeClr>
                </a:solidFill>
              </a:rPr>
              <a:t> </a:t>
            </a:r>
            <a:r>
              <a:rPr lang="fr-FR" sz="1200" err="1">
                <a:solidFill>
                  <a:schemeClr val="accent5">
                    <a:lumMod val="75000"/>
                  </a:schemeClr>
                </a:solidFill>
              </a:rPr>
              <a:t>ScheduleItem</a:t>
            </a:r>
            <a:endParaRPr lang="fr-FR" sz="1200">
              <a:solidFill>
                <a:schemeClr val="accent5">
                  <a:lumMod val="75000"/>
                </a:schemeClr>
              </a:solidFill>
            </a:endParaRPr>
          </a:p>
          <a:p>
            <a:pPr>
              <a:spcAft>
                <a:spcPts val="400"/>
              </a:spcAft>
              <a:defRPr>
                <a:solidFill>
                  <a:srgbClr val="0F172A"/>
                </a:solidFill>
              </a:defRPr>
            </a:pPr>
            <a:r>
              <a:rPr lang="fr-FR" sz="1200">
                <a:solidFill>
                  <a:schemeClr val="accent5">
                    <a:lumMod val="75000"/>
                  </a:schemeClr>
                </a:solidFill>
              </a:rPr>
              <a:t>• Cette détection permet de calculer les bons </a:t>
            </a:r>
            <a:r>
              <a:rPr lang="fr-FR" sz="1200" err="1">
                <a:solidFill>
                  <a:schemeClr val="accent5">
                    <a:lumMod val="75000"/>
                  </a:schemeClr>
                </a:solidFill>
              </a:rPr>
              <a:t>effectis</a:t>
            </a:r>
            <a:r>
              <a:rPr lang="fr-FR" sz="1200">
                <a:solidFill>
                  <a:schemeClr val="accent5">
                    <a:lumMod val="75000"/>
                  </a:schemeClr>
                </a:solidFill>
              </a:rPr>
              <a:t> pour les </a:t>
            </a:r>
            <a:r>
              <a:rPr lang="fr-FR" sz="1200" err="1">
                <a:solidFill>
                  <a:schemeClr val="accent5">
                    <a:lumMod val="75000"/>
                  </a:schemeClr>
                </a:solidFill>
              </a:rPr>
              <a:t>CMs</a:t>
            </a:r>
            <a:r>
              <a:rPr lang="fr-FR" sz="1200">
                <a:solidFill>
                  <a:schemeClr val="accent5">
                    <a:lumMod val="75000"/>
                  </a:schemeClr>
                </a:solidFill>
              </a:rPr>
              <a:t> et évite une détection de conflit fausse pour les professeurs</a:t>
            </a:r>
          </a:p>
          <a:p>
            <a:pPr>
              <a:spcAft>
                <a:spcPts val="400"/>
              </a:spcAft>
              <a:defRPr>
                <a:solidFill>
                  <a:srgbClr val="0F172A"/>
                </a:solidFill>
              </a:defRPr>
            </a:pPr>
            <a:endParaRPr lang="fr-FR" sz="1200">
              <a:solidFill>
                <a:schemeClr val="accent5">
                  <a:lumMod val="75000"/>
                </a:schemeClr>
              </a:solidFill>
            </a:endParaRPr>
          </a:p>
        </p:txBody>
      </p:sp>
      <p:sp>
        <p:nvSpPr>
          <p:cNvPr id="18" name="Espace réservé du numéro de diapositive 17">
            <a:extLst>
              <a:ext uri="{FF2B5EF4-FFF2-40B4-BE49-F238E27FC236}">
                <a16:creationId xmlns:a16="http://schemas.microsoft.com/office/drawing/2014/main" id="{C4655011-280C-C4BD-111D-5CA2F32EAE85}"/>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29</a:t>
            </a:fld>
            <a:endParaRPr lang="en-US"/>
          </a:p>
        </p:txBody>
      </p:sp>
      <p:sp>
        <p:nvSpPr>
          <p:cNvPr id="16" name="Rectangle 15">
            <a:extLst>
              <a:ext uri="{FF2B5EF4-FFF2-40B4-BE49-F238E27FC236}">
                <a16:creationId xmlns:a16="http://schemas.microsoft.com/office/drawing/2014/main" id="{A6932455-06D1-0135-E2A0-0BB2ADEDC750}"/>
              </a:ext>
            </a:extLst>
          </p:cNvPr>
          <p:cNvSpPr/>
          <p:nvPr/>
        </p:nvSpPr>
        <p:spPr>
          <a:xfrm>
            <a:off x="320040" y="4471416"/>
            <a:ext cx="8503920" cy="301752"/>
          </a:xfrm>
          <a:prstGeom prst="rect">
            <a:avLst/>
          </a:prstGeom>
          <a:solidFill>
            <a:srgbClr val="FFFFFF"/>
          </a:solidFill>
          <a:ln w="8890">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80">
            <a:extLst>
              <a:ext uri="{FF2B5EF4-FFF2-40B4-BE49-F238E27FC236}">
                <a16:creationId xmlns:a16="http://schemas.microsoft.com/office/drawing/2014/main" id="{8D72CE54-E805-A342-CA6E-CF3F6848229C}"/>
              </a:ext>
            </a:extLst>
          </p:cNvPr>
          <p:cNvSpPr txBox="1"/>
          <p:nvPr/>
        </p:nvSpPr>
        <p:spPr>
          <a:xfrm>
            <a:off x="493776" y="4517136"/>
            <a:ext cx="8156448" cy="210312"/>
          </a:xfrm>
          <a:prstGeom prst="rect">
            <a:avLst/>
          </a:prstGeom>
          <a:noFill/>
        </p:spPr>
        <p:txBody>
          <a:bodyPr wrap="square" lIns="18288" tIns="0" rIns="18288" bIns="0" anchor="ctr">
            <a:noAutofit/>
          </a:bodyPr>
          <a:lstStyle/>
          <a:p>
            <a:pPr algn="ctr">
              <a:lnSpc>
                <a:spcPct val="100000"/>
              </a:lnSpc>
              <a:spcAft>
                <a:spcPts val="0"/>
              </a:spcAft>
            </a:pPr>
            <a:r>
              <a:rPr lang="fr-FR" sz="1100" b="1">
                <a:solidFill>
                  <a:srgbClr val="FF0000"/>
                </a:solidFill>
              </a:rPr>
              <a:t>Pas de faux conflits et effectifs correctement gérés</a:t>
            </a:r>
            <a:endParaRPr sz="1100" b="1">
              <a:solidFill>
                <a:srgbClr val="FF0000"/>
              </a:solidFill>
            </a:endParaRPr>
          </a:p>
        </p:txBody>
      </p:sp>
      <p:sp>
        <p:nvSpPr>
          <p:cNvPr id="23" name="ZoneTexte 22">
            <a:extLst>
              <a:ext uri="{FF2B5EF4-FFF2-40B4-BE49-F238E27FC236}">
                <a16:creationId xmlns:a16="http://schemas.microsoft.com/office/drawing/2014/main" id="{C9E34D1F-7743-26C1-986F-053C36635A81}"/>
              </a:ext>
            </a:extLst>
          </p:cNvPr>
          <p:cNvSpPr txBox="1"/>
          <p:nvPr/>
        </p:nvSpPr>
        <p:spPr>
          <a:xfrm>
            <a:off x="672117" y="1472184"/>
            <a:ext cx="2852972" cy="1015663"/>
          </a:xfrm>
          <a:prstGeom prst="rect">
            <a:avLst/>
          </a:prstGeom>
          <a:noFill/>
          <a:ln>
            <a:solidFill>
              <a:schemeClr val="accent1">
                <a:shade val="95000"/>
                <a:satMod val="105000"/>
              </a:schemeClr>
            </a:solidFill>
          </a:ln>
        </p:spPr>
        <p:txBody>
          <a:bodyPr wrap="square" rtlCol="0">
            <a:spAutoFit/>
          </a:bodyPr>
          <a:lstStyle/>
          <a:p>
            <a:r>
              <a:rPr lang="fr-FR" sz="1200">
                <a:solidFill>
                  <a:srgbClr val="16A34A"/>
                </a:solidFill>
              </a:rPr>
              <a:t>1_E (30 étudiants)            ← groupe racine</a:t>
            </a:r>
          </a:p>
          <a:p>
            <a:r>
              <a:rPr lang="fr-FR" sz="1200">
                <a:solidFill>
                  <a:srgbClr val="16A34A"/>
                </a:solidFill>
              </a:rPr>
              <a:t>|</a:t>
            </a:r>
          </a:p>
          <a:p>
            <a:r>
              <a:rPr lang="fr-FR" sz="1200">
                <a:solidFill>
                  <a:srgbClr val="16A34A"/>
                </a:solidFill>
              </a:rPr>
              <a:t>+-- 1_E_a (15 étudiants)</a:t>
            </a:r>
          </a:p>
          <a:p>
            <a:r>
              <a:rPr lang="fr-FR" sz="1200">
                <a:solidFill>
                  <a:srgbClr val="16A34A"/>
                </a:solidFill>
              </a:rPr>
              <a:t>|</a:t>
            </a:r>
          </a:p>
          <a:p>
            <a:r>
              <a:rPr lang="fr-FR" sz="1200">
                <a:solidFill>
                  <a:srgbClr val="16A34A"/>
                </a:solidFill>
              </a:rPr>
              <a:t>+-- 1_E_b (15 étudiants)</a:t>
            </a:r>
          </a:p>
        </p:txBody>
      </p:sp>
      <p:pic>
        <p:nvPicPr>
          <p:cNvPr id="25" name="Image 24">
            <a:extLst>
              <a:ext uri="{FF2B5EF4-FFF2-40B4-BE49-F238E27FC236}">
                <a16:creationId xmlns:a16="http://schemas.microsoft.com/office/drawing/2014/main" id="{AA67B2EB-AA8D-77A4-6565-8A0BD90EF67B}"/>
              </a:ext>
            </a:extLst>
          </p:cNvPr>
          <p:cNvPicPr>
            <a:picLocks noChangeAspect="1"/>
          </p:cNvPicPr>
          <p:nvPr/>
        </p:nvPicPr>
        <p:blipFill>
          <a:blip r:embed="rId3"/>
          <a:srcRect l="2530" t="8797" r="1930" b="10016"/>
          <a:stretch>
            <a:fillRect/>
          </a:stretch>
        </p:blipFill>
        <p:spPr>
          <a:xfrm>
            <a:off x="6291534" y="3471619"/>
            <a:ext cx="2417293" cy="638433"/>
          </a:xfrm>
          <a:prstGeom prst="rect">
            <a:avLst/>
          </a:prstGeom>
        </p:spPr>
      </p:pic>
      <p:pic>
        <p:nvPicPr>
          <p:cNvPr id="29" name="Image 28">
            <a:extLst>
              <a:ext uri="{FF2B5EF4-FFF2-40B4-BE49-F238E27FC236}">
                <a16:creationId xmlns:a16="http://schemas.microsoft.com/office/drawing/2014/main" id="{D29CC1D5-9889-EEB7-F80E-B63054390359}"/>
              </a:ext>
            </a:extLst>
          </p:cNvPr>
          <p:cNvPicPr>
            <a:picLocks noChangeAspect="1"/>
          </p:cNvPicPr>
          <p:nvPr/>
        </p:nvPicPr>
        <p:blipFill>
          <a:blip r:embed="rId4"/>
          <a:stretch>
            <a:fillRect/>
          </a:stretch>
        </p:blipFill>
        <p:spPr>
          <a:xfrm>
            <a:off x="4800600" y="2694198"/>
            <a:ext cx="2693459" cy="699697"/>
          </a:xfrm>
          <a:prstGeom prst="rect">
            <a:avLst/>
          </a:prstGeom>
        </p:spPr>
      </p:pic>
    </p:spTree>
    <p:extLst>
      <p:ext uri="{BB962C8B-B14F-4D97-AF65-F5344CB8AC3E}">
        <p14:creationId xmlns:p14="http://schemas.microsoft.com/office/powerpoint/2010/main" val="38651503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27113-95F7-83F5-A8E4-33399F592418}"/>
            </a:ext>
          </a:extLst>
        </p:cNvPr>
        <p:cNvGrpSpPr/>
        <p:nvPr/>
      </p:nvGrpSpPr>
      <p:grpSpPr>
        <a:xfrm>
          <a:off x="0" y="0"/>
          <a:ext cx="0" cy="0"/>
          <a:chOff x="0" y="0"/>
          <a:chExt cx="0" cy="0"/>
        </a:xfrm>
      </p:grpSpPr>
      <p:sp>
        <p:nvSpPr>
          <p:cNvPr id="15" name="Oval 1">
            <a:extLst>
              <a:ext uri="{FF2B5EF4-FFF2-40B4-BE49-F238E27FC236}">
                <a16:creationId xmlns:a16="http://schemas.microsoft.com/office/drawing/2014/main" id="{97DE6F97-9D24-8CF7-45F2-24A3F22E0823}"/>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2">
            <a:extLst>
              <a:ext uri="{FF2B5EF4-FFF2-40B4-BE49-F238E27FC236}">
                <a16:creationId xmlns:a16="http://schemas.microsoft.com/office/drawing/2014/main" id="{67FF7B0F-6BE9-D1A0-39AA-BE87FE218FF0}"/>
              </a:ext>
            </a:extLst>
          </p:cNvPr>
          <p:cNvSpPr txBox="1"/>
          <p:nvPr/>
        </p:nvSpPr>
        <p:spPr>
          <a:xfrm>
            <a:off x="22644" y="80113"/>
            <a:ext cx="411911" cy="400110"/>
          </a:xfrm>
          <a:prstGeom prst="rect">
            <a:avLst/>
          </a:prstGeom>
          <a:noFill/>
        </p:spPr>
        <p:txBody>
          <a:bodyPr wrap="square">
            <a:spAutoFit/>
          </a:bodyPr>
          <a:lstStyle/>
          <a:p>
            <a:pPr algn="ctr"/>
            <a:r>
              <a:rPr lang="fr-FR" sz="2000" b="1">
                <a:solidFill>
                  <a:srgbClr val="FFFFFF"/>
                </a:solidFill>
              </a:rPr>
              <a:t>2</a:t>
            </a:r>
            <a:endParaRPr sz="2000" b="1" i="0">
              <a:solidFill>
                <a:srgbClr val="FFFFFF"/>
              </a:solidFill>
            </a:endParaRPr>
          </a:p>
        </p:txBody>
      </p:sp>
      <p:sp>
        <p:nvSpPr>
          <p:cNvPr id="2" name="TextBox 1">
            <a:extLst>
              <a:ext uri="{FF2B5EF4-FFF2-40B4-BE49-F238E27FC236}">
                <a16:creationId xmlns:a16="http://schemas.microsoft.com/office/drawing/2014/main" id="{9408D2C4-AACF-8B77-6ABB-67CB3F75437D}"/>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Bilan et perspectives</a:t>
            </a:r>
          </a:p>
        </p:txBody>
      </p:sp>
      <p:sp>
        <p:nvSpPr>
          <p:cNvPr id="3" name="Rectangle 2">
            <a:extLst>
              <a:ext uri="{FF2B5EF4-FFF2-40B4-BE49-F238E27FC236}">
                <a16:creationId xmlns:a16="http://schemas.microsoft.com/office/drawing/2014/main" id="{14CD1ABE-FF13-C24D-4283-9E18A63E186E}"/>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 name="Rectangle 3">
            <a:extLst>
              <a:ext uri="{FF2B5EF4-FFF2-40B4-BE49-F238E27FC236}">
                <a16:creationId xmlns:a16="http://schemas.microsoft.com/office/drawing/2014/main" id="{066D579A-C303-BC92-DF66-516355AE06B0}"/>
              </a:ext>
            </a:extLst>
          </p:cNvPr>
          <p:cNvSpPr/>
          <p:nvPr/>
        </p:nvSpPr>
        <p:spPr>
          <a:xfrm>
            <a:off x="274320" y="1005840"/>
            <a:ext cx="3977639" cy="324612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 name="Rectangle 4">
            <a:extLst>
              <a:ext uri="{FF2B5EF4-FFF2-40B4-BE49-F238E27FC236}">
                <a16:creationId xmlns:a16="http://schemas.microsoft.com/office/drawing/2014/main" id="{D42E131C-B7A8-6A27-A148-4BEC8BF2A732}"/>
              </a:ext>
            </a:extLst>
          </p:cNvPr>
          <p:cNvSpPr/>
          <p:nvPr/>
        </p:nvSpPr>
        <p:spPr>
          <a:xfrm>
            <a:off x="274320" y="1005840"/>
            <a:ext cx="64008" cy="3246120"/>
          </a:xfrm>
          <a:prstGeom prst="rect">
            <a:avLst/>
          </a:prstGeom>
          <a:solidFill>
            <a:srgbClr val="DCFCE7"/>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 name="TextBox 5">
            <a:extLst>
              <a:ext uri="{FF2B5EF4-FFF2-40B4-BE49-F238E27FC236}">
                <a16:creationId xmlns:a16="http://schemas.microsoft.com/office/drawing/2014/main" id="{45192464-1BF4-B4CA-5C55-CF654F3C2529}"/>
              </a:ext>
            </a:extLst>
          </p:cNvPr>
          <p:cNvSpPr txBox="1"/>
          <p:nvPr/>
        </p:nvSpPr>
        <p:spPr>
          <a:xfrm>
            <a:off x="457200" y="1078992"/>
            <a:ext cx="3749039" cy="320040"/>
          </a:xfrm>
          <a:prstGeom prst="rect">
            <a:avLst/>
          </a:prstGeom>
          <a:noFill/>
          <a:ln>
            <a:solidFill/>
          </a:ln>
        </p:spPr>
        <p:txBody>
          <a:bodyPr wrap="square">
            <a:spAutoFit/>
          </a:bodyPr>
          <a:lstStyle/>
          <a:p>
            <a:pPr algn="l">
              <a:defRPr>
                <a:solidFill>
                  <a:srgbClr val="0F172A"/>
                </a:solidFill>
              </a:defRPr>
            </a:pPr>
            <a:r>
              <a:rPr lang="fr-FR" sz="1400" b="1" i="0">
                <a:solidFill>
                  <a:srgbClr val="15803D"/>
                </a:solidFill>
              </a:rPr>
              <a:t>Réalisé</a:t>
            </a:r>
          </a:p>
        </p:txBody>
      </p:sp>
      <p:sp>
        <p:nvSpPr>
          <p:cNvPr id="7" name="TextBox 6">
            <a:extLst>
              <a:ext uri="{FF2B5EF4-FFF2-40B4-BE49-F238E27FC236}">
                <a16:creationId xmlns:a16="http://schemas.microsoft.com/office/drawing/2014/main" id="{2CC7B343-7806-EAF8-0109-10F0EC6CC72A}"/>
              </a:ext>
            </a:extLst>
          </p:cNvPr>
          <p:cNvSpPr txBox="1"/>
          <p:nvPr/>
        </p:nvSpPr>
        <p:spPr>
          <a:xfrm>
            <a:off x="457200" y="1463040"/>
            <a:ext cx="3749039" cy="2585323"/>
          </a:xfrm>
          <a:prstGeom prst="rect">
            <a:avLst/>
          </a:prstGeom>
          <a:noFill/>
          <a:ln>
            <a:noFill/>
          </a:ln>
        </p:spPr>
        <p:txBody>
          <a:bodyPr wrap="square">
            <a:spAutoFit/>
          </a:bodyPr>
          <a:lstStyle/>
          <a:p>
            <a:pPr>
              <a:spcAft>
                <a:spcPts val="400"/>
              </a:spcAft>
              <a:defRPr>
                <a:solidFill>
                  <a:srgbClr val="0F172A"/>
                </a:solidFill>
              </a:defRPr>
            </a:pPr>
            <a:r>
              <a:rPr lang="fr-FR" sz="1200" b="1" dirty="0">
                <a:solidFill>
                  <a:srgbClr val="15803D"/>
                </a:solidFill>
              </a:rPr>
              <a:t>Gestionnaire des perturbations</a:t>
            </a:r>
            <a:endParaRPr lang="fr-FR" sz="1200" dirty="0">
              <a:solidFill>
                <a:srgbClr val="15803D"/>
              </a:solidFill>
            </a:endParaRPr>
          </a:p>
          <a:p>
            <a:pPr>
              <a:spcAft>
                <a:spcPts val="400"/>
              </a:spcAft>
              <a:defRPr>
                <a:solidFill>
                  <a:srgbClr val="0F172A"/>
                </a:solidFill>
              </a:defRPr>
            </a:pPr>
            <a:r>
              <a:rPr lang="fr-FR" sz="1200" dirty="0">
                <a:solidFill>
                  <a:srgbClr val="15803D"/>
                </a:solidFill>
              </a:rPr>
              <a:t>•  Extraction d’un csv type</a:t>
            </a:r>
          </a:p>
          <a:p>
            <a:pPr>
              <a:spcAft>
                <a:spcPts val="400"/>
              </a:spcAft>
              <a:defRPr>
                <a:solidFill>
                  <a:srgbClr val="0F172A"/>
                </a:solidFill>
              </a:defRPr>
            </a:pPr>
            <a:r>
              <a:rPr lang="fr-FR" sz="1200" dirty="0">
                <a:solidFill>
                  <a:srgbClr val="15803D"/>
                </a:solidFill>
              </a:rPr>
              <a:t>•  9 scénarios de perturbations courantes</a:t>
            </a:r>
          </a:p>
          <a:p>
            <a:pPr>
              <a:spcAft>
                <a:spcPts val="400"/>
              </a:spcAft>
              <a:defRPr>
                <a:solidFill>
                  <a:srgbClr val="0F172A"/>
                </a:solidFill>
              </a:defRPr>
            </a:pPr>
            <a:r>
              <a:rPr lang="fr-FR" sz="1200" dirty="0">
                <a:solidFill>
                  <a:srgbClr val="15803D"/>
                </a:solidFill>
              </a:rPr>
              <a:t>•  Log expérimental structuré (JSONL)</a:t>
            </a:r>
          </a:p>
          <a:p>
            <a:pPr>
              <a:spcAft>
                <a:spcPts val="400"/>
              </a:spcAft>
              <a:defRPr>
                <a:solidFill>
                  <a:srgbClr val="0F172A"/>
                </a:solidFill>
              </a:defRPr>
            </a:pPr>
            <a:r>
              <a:rPr lang="fr-FR" sz="1200" dirty="0">
                <a:solidFill>
                  <a:srgbClr val="15803D"/>
                </a:solidFill>
              </a:rPr>
              <a:t>•  Test sur une instance réelle d’une semaine</a:t>
            </a:r>
          </a:p>
          <a:p>
            <a:pPr>
              <a:spcAft>
                <a:spcPts val="400"/>
              </a:spcAft>
              <a:defRPr>
                <a:solidFill>
                  <a:srgbClr val="0F172A"/>
                </a:solidFill>
              </a:defRPr>
            </a:pPr>
            <a:r>
              <a:rPr lang="fr-FR" sz="1200" dirty="0">
                <a:solidFill>
                  <a:srgbClr val="15803D"/>
                </a:solidFill>
              </a:rPr>
              <a:t>•  Gestion en heures et minutes</a:t>
            </a:r>
          </a:p>
          <a:p>
            <a:pPr>
              <a:spcAft>
                <a:spcPts val="400"/>
              </a:spcAft>
              <a:defRPr>
                <a:solidFill>
                  <a:srgbClr val="0F172A"/>
                </a:solidFill>
              </a:defRPr>
            </a:pPr>
            <a:r>
              <a:rPr lang="fr-FR" sz="1200" dirty="0">
                <a:solidFill>
                  <a:srgbClr val="15803D"/>
                </a:solidFill>
              </a:rPr>
              <a:t>•  Gestion des CM partagés</a:t>
            </a:r>
          </a:p>
          <a:p>
            <a:pPr>
              <a:spcAft>
                <a:spcPts val="400"/>
              </a:spcAft>
              <a:defRPr>
                <a:solidFill>
                  <a:srgbClr val="0F172A"/>
                </a:solidFill>
              </a:defRPr>
            </a:pPr>
            <a:r>
              <a:rPr lang="fr-FR" sz="1200" dirty="0">
                <a:solidFill>
                  <a:srgbClr val="15803D"/>
                </a:solidFill>
              </a:rPr>
              <a:t>•  Gestion des groupes et sous groupes</a:t>
            </a:r>
          </a:p>
          <a:p>
            <a:pPr>
              <a:spcAft>
                <a:spcPts val="400"/>
              </a:spcAft>
              <a:defRPr>
                <a:solidFill>
                  <a:srgbClr val="0F172A"/>
                </a:solidFill>
              </a:defRPr>
            </a:pPr>
            <a:r>
              <a:rPr lang="fr-FR" sz="1200" dirty="0">
                <a:solidFill>
                  <a:srgbClr val="15803D"/>
                </a:solidFill>
              </a:rPr>
              <a:t>•  Fonctionne pour une semaine et un semestre complet</a:t>
            </a:r>
          </a:p>
          <a:p>
            <a:pPr>
              <a:spcAft>
                <a:spcPts val="400"/>
              </a:spcAft>
              <a:defRPr>
                <a:solidFill>
                  <a:srgbClr val="0F172A"/>
                </a:solidFill>
              </a:defRPr>
            </a:pPr>
            <a:r>
              <a:rPr lang="fr-FR" sz="1200" dirty="0">
                <a:solidFill>
                  <a:srgbClr val="15803D"/>
                </a:solidFill>
              </a:rPr>
              <a:t>•  Gestion réaliste des perturbations (ignorer le passé, pas replacer après l’exam…)</a:t>
            </a:r>
          </a:p>
        </p:txBody>
      </p:sp>
      <p:sp>
        <p:nvSpPr>
          <p:cNvPr id="8" name="Rectangle 7">
            <a:extLst>
              <a:ext uri="{FF2B5EF4-FFF2-40B4-BE49-F238E27FC236}">
                <a16:creationId xmlns:a16="http://schemas.microsoft.com/office/drawing/2014/main" id="{A3FD3F10-F046-811E-AAAE-C4253993686C}"/>
              </a:ext>
            </a:extLst>
          </p:cNvPr>
          <p:cNvSpPr/>
          <p:nvPr/>
        </p:nvSpPr>
        <p:spPr>
          <a:xfrm>
            <a:off x="4617720" y="1005840"/>
            <a:ext cx="4206240" cy="324612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 name="Rectangle 8">
            <a:extLst>
              <a:ext uri="{FF2B5EF4-FFF2-40B4-BE49-F238E27FC236}">
                <a16:creationId xmlns:a16="http://schemas.microsoft.com/office/drawing/2014/main" id="{FDFB7AA2-A64F-C2A3-E743-DFBA0728133D}"/>
              </a:ext>
            </a:extLst>
          </p:cNvPr>
          <p:cNvSpPr/>
          <p:nvPr/>
        </p:nvSpPr>
        <p:spPr>
          <a:xfrm>
            <a:off x="4617720" y="1005840"/>
            <a:ext cx="64008" cy="3246120"/>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0" name="TextBox 9">
            <a:extLst>
              <a:ext uri="{FF2B5EF4-FFF2-40B4-BE49-F238E27FC236}">
                <a16:creationId xmlns:a16="http://schemas.microsoft.com/office/drawing/2014/main" id="{49E78D30-4D07-B4F3-EF43-99FED8B77531}"/>
              </a:ext>
            </a:extLst>
          </p:cNvPr>
          <p:cNvSpPr txBox="1"/>
          <p:nvPr/>
        </p:nvSpPr>
        <p:spPr>
          <a:xfrm>
            <a:off x="4800600" y="1078992"/>
            <a:ext cx="3931920" cy="320040"/>
          </a:xfrm>
          <a:prstGeom prst="rect">
            <a:avLst/>
          </a:prstGeom>
          <a:noFill/>
          <a:ln>
            <a:solidFill/>
          </a:ln>
        </p:spPr>
        <p:txBody>
          <a:bodyPr wrap="square">
            <a:spAutoFit/>
          </a:bodyPr>
          <a:lstStyle/>
          <a:p>
            <a:pPr algn="l">
              <a:defRPr>
                <a:solidFill>
                  <a:srgbClr val="0F172A"/>
                </a:solidFill>
              </a:defRPr>
            </a:pPr>
            <a:r>
              <a:rPr lang="fr-FR" sz="1400" b="1" i="0">
                <a:solidFill>
                  <a:srgbClr val="0369A1"/>
                </a:solidFill>
              </a:rPr>
              <a:t>Perspectives</a:t>
            </a:r>
          </a:p>
        </p:txBody>
      </p:sp>
      <p:sp>
        <p:nvSpPr>
          <p:cNvPr id="11" name="TextBox 10">
            <a:extLst>
              <a:ext uri="{FF2B5EF4-FFF2-40B4-BE49-F238E27FC236}">
                <a16:creationId xmlns:a16="http://schemas.microsoft.com/office/drawing/2014/main" id="{B13BF078-47AD-E799-A81D-AE196D6753B2}"/>
              </a:ext>
            </a:extLst>
          </p:cNvPr>
          <p:cNvSpPr txBox="1"/>
          <p:nvPr/>
        </p:nvSpPr>
        <p:spPr>
          <a:xfrm>
            <a:off x="4800600" y="1463040"/>
            <a:ext cx="3931920" cy="1354217"/>
          </a:xfrm>
          <a:prstGeom prst="rect">
            <a:avLst/>
          </a:prstGeom>
          <a:noFill/>
          <a:ln>
            <a:noFill/>
          </a:ln>
        </p:spPr>
        <p:txBody>
          <a:bodyPr wrap="square">
            <a:spAutoFit/>
          </a:bodyPr>
          <a:lstStyle/>
          <a:p>
            <a:pPr>
              <a:spcAft>
                <a:spcPts val="400"/>
              </a:spcAft>
              <a:defRPr>
                <a:solidFill>
                  <a:srgbClr val="0F172A"/>
                </a:solidFill>
              </a:defRPr>
            </a:pPr>
            <a:r>
              <a:rPr lang="fr-FR" sz="1200" dirty="0">
                <a:solidFill>
                  <a:srgbClr val="0369A1"/>
                </a:solidFill>
              </a:rPr>
              <a:t>• Interface utilisateur</a:t>
            </a:r>
          </a:p>
          <a:p>
            <a:pPr>
              <a:spcAft>
                <a:spcPts val="400"/>
              </a:spcAft>
              <a:defRPr>
                <a:solidFill>
                  <a:srgbClr val="0F172A"/>
                </a:solidFill>
              </a:defRPr>
            </a:pPr>
            <a:r>
              <a:rPr lang="fr-FR" sz="1200" dirty="0">
                <a:solidFill>
                  <a:srgbClr val="0369A1"/>
                </a:solidFill>
              </a:rPr>
              <a:t> • </a:t>
            </a:r>
            <a:r>
              <a:rPr lang="fr-FR" sz="1200" dirty="0" err="1">
                <a:solidFill>
                  <a:srgbClr val="0369A1"/>
                </a:solidFill>
              </a:rPr>
              <a:t>Parser</a:t>
            </a:r>
            <a:r>
              <a:rPr lang="fr-FR" sz="1200" dirty="0">
                <a:solidFill>
                  <a:srgbClr val="0369A1"/>
                </a:solidFill>
              </a:rPr>
              <a:t> IA pour pouvoir utiliser des logiciels variés comme entrée</a:t>
            </a:r>
          </a:p>
          <a:p>
            <a:pPr>
              <a:spcAft>
                <a:spcPts val="400"/>
              </a:spcAft>
              <a:defRPr>
                <a:solidFill>
                  <a:srgbClr val="0F172A"/>
                </a:solidFill>
              </a:defRPr>
            </a:pPr>
            <a:r>
              <a:rPr lang="fr-FR" sz="1200" dirty="0">
                <a:solidFill>
                  <a:srgbClr val="0369A1"/>
                </a:solidFill>
              </a:rPr>
              <a:t> • Sortir plusieurs solutions possibles différentes avec un taux de satisfaction des contraintes softs</a:t>
            </a:r>
          </a:p>
          <a:p>
            <a:pPr>
              <a:spcAft>
                <a:spcPts val="400"/>
              </a:spcAft>
              <a:defRPr>
                <a:solidFill>
                  <a:srgbClr val="0F172A"/>
                </a:solidFill>
              </a:defRPr>
            </a:pPr>
            <a:r>
              <a:rPr lang="fr-FR" sz="1200" dirty="0">
                <a:solidFill>
                  <a:srgbClr val="0369A1"/>
                </a:solidFill>
              </a:rPr>
              <a:t> • Permettre des modifications si un scénario n’abouti pas</a:t>
            </a:r>
            <a:endParaRPr lang="fr-FR" sz="1200" dirty="0">
              <a:solidFill>
                <a:srgbClr val="AAD4F5"/>
              </a:solidFill>
            </a:endParaRPr>
          </a:p>
        </p:txBody>
      </p:sp>
      <p:sp>
        <p:nvSpPr>
          <p:cNvPr id="12" name="Rectangle 11">
            <a:extLst>
              <a:ext uri="{FF2B5EF4-FFF2-40B4-BE49-F238E27FC236}">
                <a16:creationId xmlns:a16="http://schemas.microsoft.com/office/drawing/2014/main" id="{E36767FA-2BB7-A43C-F93C-C01A530B59EF}"/>
              </a:ext>
            </a:extLst>
          </p:cNvPr>
          <p:cNvSpPr/>
          <p:nvPr/>
        </p:nvSpPr>
        <p:spPr>
          <a:xfrm>
            <a:off x="274320" y="4315968"/>
            <a:ext cx="8595360" cy="621792"/>
          </a:xfrm>
          <a:prstGeom prst="rect">
            <a:avLst/>
          </a:prstGeom>
          <a:solidFill>
            <a:srgbClr val="E6F6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3" name="TextBox 12">
            <a:extLst>
              <a:ext uri="{FF2B5EF4-FFF2-40B4-BE49-F238E27FC236}">
                <a16:creationId xmlns:a16="http://schemas.microsoft.com/office/drawing/2014/main" id="{79E2EE4C-5F6E-AFF6-9F05-ADE7825FE13B}"/>
              </a:ext>
            </a:extLst>
          </p:cNvPr>
          <p:cNvSpPr txBox="1"/>
          <p:nvPr/>
        </p:nvSpPr>
        <p:spPr>
          <a:xfrm>
            <a:off x="457200" y="4470763"/>
            <a:ext cx="8229600" cy="307777"/>
          </a:xfrm>
          <a:prstGeom prst="rect">
            <a:avLst/>
          </a:prstGeom>
          <a:noFill/>
          <a:ln>
            <a:noFill/>
          </a:ln>
        </p:spPr>
        <p:txBody>
          <a:bodyPr wrap="square">
            <a:spAutoFit/>
          </a:bodyPr>
          <a:lstStyle/>
          <a:p>
            <a:pPr algn="ctr">
              <a:defRPr>
                <a:solidFill>
                  <a:srgbClr val="0F172A"/>
                </a:solidFill>
              </a:defRPr>
            </a:pPr>
            <a:r>
              <a:rPr lang="fr-FR" sz="1400" b="1">
                <a:solidFill>
                  <a:srgbClr val="FF0000"/>
                </a:solidFill>
              </a:rPr>
              <a:t>Un système résilient = replanification rapide et optimisée en cas de perturbations</a:t>
            </a:r>
          </a:p>
        </p:txBody>
      </p:sp>
      <p:sp>
        <p:nvSpPr>
          <p:cNvPr id="18" name="Espace réservé du numéro de diapositive 17">
            <a:extLst>
              <a:ext uri="{FF2B5EF4-FFF2-40B4-BE49-F238E27FC236}">
                <a16:creationId xmlns:a16="http://schemas.microsoft.com/office/drawing/2014/main" id="{A9AE3FF6-94E9-F76C-BCFD-4C3D3FDBE6C7}"/>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30</a:t>
            </a:fld>
            <a:endParaRPr lang="en-US"/>
          </a:p>
        </p:txBody>
      </p:sp>
    </p:spTree>
    <p:extLst>
      <p:ext uri="{BB962C8B-B14F-4D97-AF65-F5344CB8AC3E}">
        <p14:creationId xmlns:p14="http://schemas.microsoft.com/office/powerpoint/2010/main" val="20374178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F82C1-6A67-9868-965E-AE141A0B8E1D}"/>
            </a:ext>
          </a:extLst>
        </p:cNvPr>
        <p:cNvGrpSpPr/>
        <p:nvPr/>
      </p:nvGrpSpPr>
      <p:grpSpPr>
        <a:xfrm>
          <a:off x="0" y="0"/>
          <a:ext cx="0" cy="0"/>
          <a:chOff x="0" y="0"/>
          <a:chExt cx="0" cy="0"/>
        </a:xfrm>
      </p:grpSpPr>
      <p:sp>
        <p:nvSpPr>
          <p:cNvPr id="3" name="Oval 1">
            <a:extLst>
              <a:ext uri="{FF2B5EF4-FFF2-40B4-BE49-F238E27FC236}">
                <a16:creationId xmlns:a16="http://schemas.microsoft.com/office/drawing/2014/main" id="{45940FA6-7078-B71B-9BF1-C093CE2BE910}"/>
              </a:ext>
            </a:extLst>
          </p:cNvPr>
          <p:cNvSpPr/>
          <p:nvPr/>
        </p:nvSpPr>
        <p:spPr>
          <a:xfrm>
            <a:off x="4069080" y="1417320"/>
            <a:ext cx="1005840" cy="1005840"/>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2">
            <a:extLst>
              <a:ext uri="{FF2B5EF4-FFF2-40B4-BE49-F238E27FC236}">
                <a16:creationId xmlns:a16="http://schemas.microsoft.com/office/drawing/2014/main" id="{671E699C-BFB9-6016-9285-5185B6F9FD08}"/>
              </a:ext>
            </a:extLst>
          </p:cNvPr>
          <p:cNvSpPr txBox="1"/>
          <p:nvPr/>
        </p:nvSpPr>
        <p:spPr>
          <a:xfrm>
            <a:off x="4069080" y="1508760"/>
            <a:ext cx="1005840" cy="492443"/>
          </a:xfrm>
          <a:prstGeom prst="rect">
            <a:avLst/>
          </a:prstGeom>
          <a:noFill/>
        </p:spPr>
        <p:txBody>
          <a:bodyPr wrap="square">
            <a:spAutoFit/>
          </a:bodyPr>
          <a:lstStyle/>
          <a:p>
            <a:pPr algn="ctr"/>
            <a:r>
              <a:rPr lang="fr-FR" sz="2600" b="1" dirty="0">
                <a:solidFill>
                  <a:srgbClr val="FFFFFF"/>
                </a:solidFill>
              </a:rPr>
              <a:t>3</a:t>
            </a:r>
            <a:endParaRPr sz="2600" b="1" i="0" dirty="0">
              <a:solidFill>
                <a:srgbClr val="FFFFFF"/>
              </a:solidFill>
            </a:endParaRPr>
          </a:p>
        </p:txBody>
      </p:sp>
      <p:sp>
        <p:nvSpPr>
          <p:cNvPr id="7" name="TextBox 3">
            <a:extLst>
              <a:ext uri="{FF2B5EF4-FFF2-40B4-BE49-F238E27FC236}">
                <a16:creationId xmlns:a16="http://schemas.microsoft.com/office/drawing/2014/main" id="{6BCD7492-DAC1-47A6-58FA-34EB65AB9FC7}"/>
              </a:ext>
            </a:extLst>
          </p:cNvPr>
          <p:cNvSpPr txBox="1"/>
          <p:nvPr/>
        </p:nvSpPr>
        <p:spPr>
          <a:xfrm>
            <a:off x="457200" y="2487168"/>
            <a:ext cx="8229600" cy="276999"/>
          </a:xfrm>
          <a:prstGeom prst="rect">
            <a:avLst/>
          </a:prstGeom>
          <a:noFill/>
        </p:spPr>
        <p:txBody>
          <a:bodyPr wrap="square">
            <a:spAutoFit/>
          </a:bodyPr>
          <a:lstStyle/>
          <a:p>
            <a:pPr algn="ctr"/>
            <a:r>
              <a:rPr sz="1200" b="1" i="0" dirty="0">
                <a:solidFill>
                  <a:srgbClr val="F97316"/>
                </a:solidFill>
              </a:rPr>
              <a:t>PARTIE </a:t>
            </a:r>
            <a:r>
              <a:rPr lang="fr-FR" sz="1200" b="1" dirty="0">
                <a:solidFill>
                  <a:srgbClr val="F97316"/>
                </a:solidFill>
              </a:rPr>
              <a:t>3</a:t>
            </a:r>
            <a:endParaRPr sz="1200" b="1" i="0" dirty="0">
              <a:solidFill>
                <a:srgbClr val="F97316"/>
              </a:solidFill>
            </a:endParaRPr>
          </a:p>
        </p:txBody>
      </p:sp>
      <p:sp>
        <p:nvSpPr>
          <p:cNvPr id="12" name="TextBox 4">
            <a:extLst>
              <a:ext uri="{FF2B5EF4-FFF2-40B4-BE49-F238E27FC236}">
                <a16:creationId xmlns:a16="http://schemas.microsoft.com/office/drawing/2014/main" id="{D1B2D1B0-6157-1600-050D-FB506C81D252}"/>
              </a:ext>
            </a:extLst>
          </p:cNvPr>
          <p:cNvSpPr txBox="1"/>
          <p:nvPr/>
        </p:nvSpPr>
        <p:spPr>
          <a:xfrm>
            <a:off x="457200" y="2907792"/>
            <a:ext cx="8229600" cy="523220"/>
          </a:xfrm>
          <a:prstGeom prst="rect">
            <a:avLst/>
          </a:prstGeom>
          <a:noFill/>
        </p:spPr>
        <p:txBody>
          <a:bodyPr wrap="square">
            <a:spAutoFit/>
          </a:bodyPr>
          <a:lstStyle/>
          <a:p>
            <a:pPr algn="ctr"/>
            <a:r>
              <a:rPr lang="fr-FR" sz="2800" b="1" i="0" dirty="0">
                <a:solidFill>
                  <a:schemeClr val="tx2">
                    <a:lumMod val="60000"/>
                    <a:lumOff val="40000"/>
                  </a:schemeClr>
                </a:solidFill>
              </a:rPr>
              <a:t>Pistes d’IA</a:t>
            </a:r>
            <a:endParaRPr sz="2800" b="1" i="0" dirty="0">
              <a:solidFill>
                <a:schemeClr val="tx2">
                  <a:lumMod val="60000"/>
                  <a:lumOff val="40000"/>
                </a:schemeClr>
              </a:solidFill>
            </a:endParaRPr>
          </a:p>
        </p:txBody>
      </p:sp>
      <p:sp>
        <p:nvSpPr>
          <p:cNvPr id="14" name="TextBox 5">
            <a:extLst>
              <a:ext uri="{FF2B5EF4-FFF2-40B4-BE49-F238E27FC236}">
                <a16:creationId xmlns:a16="http://schemas.microsoft.com/office/drawing/2014/main" id="{B5B3D286-903F-71A4-1416-3A3237FD923E}"/>
              </a:ext>
            </a:extLst>
          </p:cNvPr>
          <p:cNvSpPr txBox="1"/>
          <p:nvPr/>
        </p:nvSpPr>
        <p:spPr>
          <a:xfrm>
            <a:off x="457200" y="3547872"/>
            <a:ext cx="8229600" cy="292388"/>
          </a:xfrm>
          <a:prstGeom prst="rect">
            <a:avLst/>
          </a:prstGeom>
          <a:noFill/>
        </p:spPr>
        <p:txBody>
          <a:bodyPr wrap="square">
            <a:spAutoFit/>
          </a:bodyPr>
          <a:lstStyle/>
          <a:p>
            <a:pPr algn="ctr"/>
            <a:r>
              <a:rPr lang="fr-FR" sz="1300" b="0" i="1" dirty="0">
                <a:solidFill>
                  <a:srgbClr val="B0D4E8"/>
                </a:solidFill>
              </a:rPr>
              <a:t>Automatisation</a:t>
            </a:r>
            <a:r>
              <a:rPr sz="1300" b="0" i="1" dirty="0">
                <a:solidFill>
                  <a:srgbClr val="B0D4E8"/>
                </a:solidFill>
              </a:rPr>
              <a:t> · </a:t>
            </a:r>
            <a:r>
              <a:rPr lang="fr-FR" sz="1300" b="0" i="1" dirty="0">
                <a:solidFill>
                  <a:srgbClr val="B0D4E8"/>
                </a:solidFill>
              </a:rPr>
              <a:t>Apprentissage des poids</a:t>
            </a:r>
            <a:r>
              <a:rPr sz="1300" b="0" i="1" dirty="0">
                <a:solidFill>
                  <a:srgbClr val="B0D4E8"/>
                </a:solidFill>
              </a:rPr>
              <a:t>· </a:t>
            </a:r>
            <a:r>
              <a:rPr lang="fr-FR" sz="1300" b="0" i="1" dirty="0">
                <a:solidFill>
                  <a:srgbClr val="B0D4E8"/>
                </a:solidFill>
              </a:rPr>
              <a:t>Warm start</a:t>
            </a:r>
            <a:r>
              <a:rPr sz="1300" b="0" i="1" dirty="0">
                <a:solidFill>
                  <a:srgbClr val="B0D4E8"/>
                </a:solidFill>
              </a:rPr>
              <a:t> </a:t>
            </a:r>
          </a:p>
        </p:txBody>
      </p:sp>
      <p:sp>
        <p:nvSpPr>
          <p:cNvPr id="2" name="Espace réservé du numéro de diapositive 1">
            <a:extLst>
              <a:ext uri="{FF2B5EF4-FFF2-40B4-BE49-F238E27FC236}">
                <a16:creationId xmlns:a16="http://schemas.microsoft.com/office/drawing/2014/main" id="{D055E4B8-0F86-1714-8AB8-4C6E665418D5}"/>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31</a:t>
            </a:fld>
            <a:endParaRPr lang="en-US"/>
          </a:p>
        </p:txBody>
      </p:sp>
    </p:spTree>
    <p:extLst>
      <p:ext uri="{BB962C8B-B14F-4D97-AF65-F5344CB8AC3E}">
        <p14:creationId xmlns:p14="http://schemas.microsoft.com/office/powerpoint/2010/main" val="2739092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64161-B937-BD68-F805-2C2C53E8E9CA}"/>
            </a:ext>
          </a:extLst>
        </p:cNvPr>
        <p:cNvGrpSpPr/>
        <p:nvPr/>
      </p:nvGrpSpPr>
      <p:grpSpPr>
        <a:xfrm>
          <a:off x="0" y="0"/>
          <a:ext cx="0" cy="0"/>
          <a:chOff x="0" y="0"/>
          <a:chExt cx="0" cy="0"/>
        </a:xfrm>
      </p:grpSpPr>
      <p:sp>
        <p:nvSpPr>
          <p:cNvPr id="5" name="Oval 1">
            <a:extLst>
              <a:ext uri="{FF2B5EF4-FFF2-40B4-BE49-F238E27FC236}">
                <a16:creationId xmlns:a16="http://schemas.microsoft.com/office/drawing/2014/main" id="{02FE31D0-838A-753A-6399-599288698067}"/>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2">
            <a:extLst>
              <a:ext uri="{FF2B5EF4-FFF2-40B4-BE49-F238E27FC236}">
                <a16:creationId xmlns:a16="http://schemas.microsoft.com/office/drawing/2014/main" id="{9B77B077-8481-C30B-4E86-37BEA74DF684}"/>
              </a:ext>
            </a:extLst>
          </p:cNvPr>
          <p:cNvSpPr txBox="1"/>
          <p:nvPr/>
        </p:nvSpPr>
        <p:spPr>
          <a:xfrm>
            <a:off x="22644" y="80113"/>
            <a:ext cx="411911" cy="400110"/>
          </a:xfrm>
          <a:prstGeom prst="rect">
            <a:avLst/>
          </a:prstGeom>
          <a:noFill/>
        </p:spPr>
        <p:txBody>
          <a:bodyPr wrap="square">
            <a:spAutoFit/>
          </a:bodyPr>
          <a:lstStyle/>
          <a:p>
            <a:pPr algn="ctr"/>
            <a:r>
              <a:rPr lang="fr-FR" sz="2000" b="1" i="0" dirty="0">
                <a:solidFill>
                  <a:srgbClr val="FFFFFF"/>
                </a:solidFill>
              </a:rPr>
              <a:t>3</a:t>
            </a:r>
            <a:endParaRPr sz="2000" b="1" i="0" dirty="0">
              <a:solidFill>
                <a:srgbClr val="FFFFFF"/>
              </a:solidFill>
            </a:endParaRPr>
          </a:p>
        </p:txBody>
      </p:sp>
      <p:sp>
        <p:nvSpPr>
          <p:cNvPr id="2" name="TextBox 1">
            <a:extLst>
              <a:ext uri="{FF2B5EF4-FFF2-40B4-BE49-F238E27FC236}">
                <a16:creationId xmlns:a16="http://schemas.microsoft.com/office/drawing/2014/main" id="{CB45150E-44B1-5F64-9E41-2EDAEE728A38}"/>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dirty="0">
                <a:solidFill>
                  <a:srgbClr val="0F172A"/>
                </a:solidFill>
              </a:rPr>
              <a:t>Idées d’ajout d’IA</a:t>
            </a:r>
          </a:p>
        </p:txBody>
      </p:sp>
      <p:sp>
        <p:nvSpPr>
          <p:cNvPr id="3" name="Rectangle 2">
            <a:extLst>
              <a:ext uri="{FF2B5EF4-FFF2-40B4-BE49-F238E27FC236}">
                <a16:creationId xmlns:a16="http://schemas.microsoft.com/office/drawing/2014/main" id="{028EE95E-82F2-3233-AF78-29E7A7C7926C}"/>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5" name="Rectangle 64">
            <a:extLst>
              <a:ext uri="{FF2B5EF4-FFF2-40B4-BE49-F238E27FC236}">
                <a16:creationId xmlns:a16="http://schemas.microsoft.com/office/drawing/2014/main" id="{E1F89B39-31A2-5813-6022-DBF31EFA75F5}"/>
              </a:ext>
            </a:extLst>
          </p:cNvPr>
          <p:cNvSpPr/>
          <p:nvPr/>
        </p:nvSpPr>
        <p:spPr>
          <a:xfrm>
            <a:off x="256902" y="1014238"/>
            <a:ext cx="2743200" cy="3246120"/>
          </a:xfrm>
          <a:prstGeom prst="rect">
            <a:avLst/>
          </a:prstGeom>
          <a:solidFill>
            <a:srgbClr val="E8F0FA"/>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7" name="Rectangle 66">
            <a:extLst>
              <a:ext uri="{FF2B5EF4-FFF2-40B4-BE49-F238E27FC236}">
                <a16:creationId xmlns:a16="http://schemas.microsoft.com/office/drawing/2014/main" id="{F4ED3BAE-BE52-FD04-8F60-F89390B0F501}"/>
              </a:ext>
            </a:extLst>
          </p:cNvPr>
          <p:cNvSpPr/>
          <p:nvPr/>
        </p:nvSpPr>
        <p:spPr>
          <a:xfrm>
            <a:off x="256902" y="1014238"/>
            <a:ext cx="2743200" cy="329184"/>
          </a:xfrm>
          <a:prstGeom prst="rect">
            <a:avLst/>
          </a:prstGeom>
          <a:solidFill>
            <a:srgbClr val="FDE2E0"/>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9" name="TextBox 5">
            <a:extLst>
              <a:ext uri="{FF2B5EF4-FFF2-40B4-BE49-F238E27FC236}">
                <a16:creationId xmlns:a16="http://schemas.microsoft.com/office/drawing/2014/main" id="{E8282A9E-2761-7D9D-E996-0099D109D503}"/>
              </a:ext>
            </a:extLst>
          </p:cNvPr>
          <p:cNvSpPr txBox="1"/>
          <p:nvPr/>
        </p:nvSpPr>
        <p:spPr>
          <a:xfrm>
            <a:off x="348342" y="1050813"/>
            <a:ext cx="2560320" cy="276999"/>
          </a:xfrm>
          <a:prstGeom prst="rect">
            <a:avLst/>
          </a:prstGeom>
          <a:noFill/>
          <a:ln>
            <a:noFill/>
          </a:ln>
        </p:spPr>
        <p:txBody>
          <a:bodyPr wrap="square">
            <a:spAutoFit/>
          </a:bodyPr>
          <a:lstStyle/>
          <a:p>
            <a:pPr algn="ctr">
              <a:defRPr>
                <a:solidFill>
                  <a:srgbClr val="0F172A"/>
                </a:solidFill>
              </a:defRPr>
            </a:pPr>
            <a:r>
              <a:rPr lang="fr-FR" sz="1200" b="1" i="0" dirty="0">
                <a:solidFill>
                  <a:srgbClr val="0F172A"/>
                </a:solidFill>
              </a:rPr>
              <a:t>Appels LLM</a:t>
            </a:r>
          </a:p>
        </p:txBody>
      </p:sp>
      <p:sp>
        <p:nvSpPr>
          <p:cNvPr id="71" name="TextBox 6">
            <a:extLst>
              <a:ext uri="{FF2B5EF4-FFF2-40B4-BE49-F238E27FC236}">
                <a16:creationId xmlns:a16="http://schemas.microsoft.com/office/drawing/2014/main" id="{9CD702DB-8C12-8AB7-A66B-2AE1B81D2170}"/>
              </a:ext>
            </a:extLst>
          </p:cNvPr>
          <p:cNvSpPr txBox="1"/>
          <p:nvPr/>
        </p:nvSpPr>
        <p:spPr>
          <a:xfrm>
            <a:off x="348342" y="1453150"/>
            <a:ext cx="2560320" cy="830997"/>
          </a:xfrm>
          <a:prstGeom prst="rect">
            <a:avLst/>
          </a:prstGeom>
          <a:noFill/>
          <a:ln>
            <a:solidFill/>
          </a:ln>
        </p:spPr>
        <p:txBody>
          <a:bodyPr wrap="square">
            <a:spAutoFit/>
          </a:bodyPr>
          <a:lstStyle/>
          <a:p>
            <a:pPr algn="ctr">
              <a:defRPr>
                <a:solidFill>
                  <a:srgbClr val="0F172A"/>
                </a:solidFill>
              </a:defRPr>
            </a:pPr>
            <a:r>
              <a:rPr lang="pt-BR" sz="1200" b="1" i="0" dirty="0">
                <a:solidFill>
                  <a:srgbClr val="B91C1C"/>
                </a:solidFill>
              </a:rPr>
              <a:t>Permettre à l’utilisateur d’écrire ses perturbations plutôt que d’être obligé de cocher des cases pour saisir les perturbations</a:t>
            </a:r>
          </a:p>
        </p:txBody>
      </p:sp>
      <p:sp>
        <p:nvSpPr>
          <p:cNvPr id="77" name="Rectangle 76">
            <a:extLst>
              <a:ext uri="{FF2B5EF4-FFF2-40B4-BE49-F238E27FC236}">
                <a16:creationId xmlns:a16="http://schemas.microsoft.com/office/drawing/2014/main" id="{38AEC93C-980A-242B-4D53-D0C3B549206B}"/>
              </a:ext>
            </a:extLst>
          </p:cNvPr>
          <p:cNvSpPr/>
          <p:nvPr/>
        </p:nvSpPr>
        <p:spPr>
          <a:xfrm>
            <a:off x="3228702" y="1014238"/>
            <a:ext cx="2743200" cy="3246120"/>
          </a:xfrm>
          <a:prstGeom prst="rect">
            <a:avLst/>
          </a:prstGeom>
          <a:solidFill>
            <a:srgbClr val="E8F0FA"/>
          </a:solidFill>
          <a:ln w="254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79" name="Rectangle 78">
            <a:extLst>
              <a:ext uri="{FF2B5EF4-FFF2-40B4-BE49-F238E27FC236}">
                <a16:creationId xmlns:a16="http://schemas.microsoft.com/office/drawing/2014/main" id="{9F9B3016-33E1-2FEE-77F4-20E271769AFD}"/>
              </a:ext>
            </a:extLst>
          </p:cNvPr>
          <p:cNvSpPr/>
          <p:nvPr/>
        </p:nvSpPr>
        <p:spPr>
          <a:xfrm>
            <a:off x="3228702" y="1014238"/>
            <a:ext cx="2743200" cy="329184"/>
          </a:xfrm>
          <a:prstGeom prst="rect">
            <a:avLst/>
          </a:prstGeom>
          <a:solidFill>
            <a:srgbClr val="FCEAD6"/>
          </a:solidFill>
          <a:ln>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81" name="TextBox 11">
            <a:extLst>
              <a:ext uri="{FF2B5EF4-FFF2-40B4-BE49-F238E27FC236}">
                <a16:creationId xmlns:a16="http://schemas.microsoft.com/office/drawing/2014/main" id="{96A8046E-EBB2-1745-84D5-00E115760BD5}"/>
              </a:ext>
            </a:extLst>
          </p:cNvPr>
          <p:cNvSpPr txBox="1"/>
          <p:nvPr/>
        </p:nvSpPr>
        <p:spPr>
          <a:xfrm>
            <a:off x="3320142" y="1050813"/>
            <a:ext cx="2560320" cy="276999"/>
          </a:xfrm>
          <a:prstGeom prst="rect">
            <a:avLst/>
          </a:prstGeom>
          <a:noFill/>
          <a:ln>
            <a:noFill/>
          </a:ln>
        </p:spPr>
        <p:txBody>
          <a:bodyPr wrap="square">
            <a:spAutoFit/>
          </a:bodyPr>
          <a:lstStyle/>
          <a:p>
            <a:pPr algn="ctr">
              <a:defRPr>
                <a:solidFill>
                  <a:srgbClr val="0F172A"/>
                </a:solidFill>
              </a:defRPr>
            </a:pPr>
            <a:r>
              <a:rPr lang="fr-FR" sz="1200" b="1" dirty="0">
                <a:solidFill>
                  <a:srgbClr val="0F172A"/>
                </a:solidFill>
              </a:rPr>
              <a:t>Warm start</a:t>
            </a:r>
            <a:endParaRPr lang="fr-FR" sz="1200" b="1" i="0" dirty="0">
              <a:solidFill>
                <a:srgbClr val="0F172A"/>
              </a:solidFill>
            </a:endParaRPr>
          </a:p>
        </p:txBody>
      </p:sp>
      <p:sp>
        <p:nvSpPr>
          <p:cNvPr id="83" name="TextBox 12">
            <a:extLst>
              <a:ext uri="{FF2B5EF4-FFF2-40B4-BE49-F238E27FC236}">
                <a16:creationId xmlns:a16="http://schemas.microsoft.com/office/drawing/2014/main" id="{40ED5034-7387-FF94-6C2D-6DF9B9CA6B9F}"/>
              </a:ext>
            </a:extLst>
          </p:cNvPr>
          <p:cNvSpPr txBox="1"/>
          <p:nvPr/>
        </p:nvSpPr>
        <p:spPr>
          <a:xfrm>
            <a:off x="3320142" y="1453150"/>
            <a:ext cx="2560320" cy="461665"/>
          </a:xfrm>
          <a:prstGeom prst="rect">
            <a:avLst/>
          </a:prstGeom>
          <a:noFill/>
          <a:ln>
            <a:solidFill/>
          </a:ln>
        </p:spPr>
        <p:txBody>
          <a:bodyPr wrap="square">
            <a:spAutoFit/>
          </a:bodyPr>
          <a:lstStyle/>
          <a:p>
            <a:pPr algn="ctr">
              <a:defRPr>
                <a:solidFill>
                  <a:srgbClr val="0F172A"/>
                </a:solidFill>
              </a:defRPr>
            </a:pPr>
            <a:r>
              <a:rPr lang="en-US" sz="1200" b="1" i="0" dirty="0">
                <a:solidFill>
                  <a:srgbClr val="C2410C"/>
                </a:solidFill>
              </a:rPr>
              <a:t>Donner un </a:t>
            </a:r>
            <a:r>
              <a:rPr lang="en-US" sz="1200" b="1" i="0" dirty="0" err="1">
                <a:solidFill>
                  <a:srgbClr val="C2410C"/>
                </a:solidFill>
              </a:rPr>
              <a:t>indice</a:t>
            </a:r>
            <a:r>
              <a:rPr lang="en-US" sz="1200" b="1" i="0" dirty="0">
                <a:solidFill>
                  <a:srgbClr val="C2410C"/>
                </a:solidFill>
              </a:rPr>
              <a:t> de resolution aux </a:t>
            </a:r>
            <a:r>
              <a:rPr lang="en-US" sz="1200" b="1" i="0" dirty="0" err="1">
                <a:solidFill>
                  <a:srgbClr val="C2410C"/>
                </a:solidFill>
              </a:rPr>
              <a:t>solveurs</a:t>
            </a:r>
            <a:endParaRPr lang="en-US" sz="1200" b="1" i="0" dirty="0">
              <a:solidFill>
                <a:srgbClr val="C2410C"/>
              </a:solidFill>
            </a:endParaRPr>
          </a:p>
        </p:txBody>
      </p:sp>
      <p:sp>
        <p:nvSpPr>
          <p:cNvPr id="89" name="Rectangle 88">
            <a:extLst>
              <a:ext uri="{FF2B5EF4-FFF2-40B4-BE49-F238E27FC236}">
                <a16:creationId xmlns:a16="http://schemas.microsoft.com/office/drawing/2014/main" id="{22487012-8FE6-B7D4-48B1-C243147DF063}"/>
              </a:ext>
            </a:extLst>
          </p:cNvPr>
          <p:cNvSpPr/>
          <p:nvPr/>
        </p:nvSpPr>
        <p:spPr>
          <a:xfrm>
            <a:off x="6200502" y="1014238"/>
            <a:ext cx="2743200" cy="3246120"/>
          </a:xfrm>
          <a:prstGeom prst="rect">
            <a:avLst/>
          </a:prstGeom>
          <a:solidFill>
            <a:srgbClr val="E8F0FA"/>
          </a:solidFill>
          <a:ln w="254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1" name="Rectangle 90">
            <a:extLst>
              <a:ext uri="{FF2B5EF4-FFF2-40B4-BE49-F238E27FC236}">
                <a16:creationId xmlns:a16="http://schemas.microsoft.com/office/drawing/2014/main" id="{2557BFEF-BC1B-2CAF-B174-9E85A9FA70CE}"/>
              </a:ext>
            </a:extLst>
          </p:cNvPr>
          <p:cNvSpPr/>
          <p:nvPr/>
        </p:nvSpPr>
        <p:spPr>
          <a:xfrm>
            <a:off x="6200502" y="1014238"/>
            <a:ext cx="2743200" cy="329184"/>
          </a:xfrm>
          <a:prstGeom prst="rect">
            <a:avLst/>
          </a:prstGeom>
          <a:solidFill>
            <a:srgbClr val="DCFCE7"/>
          </a:solidFill>
          <a:ln>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3" name="TextBox 17">
            <a:extLst>
              <a:ext uri="{FF2B5EF4-FFF2-40B4-BE49-F238E27FC236}">
                <a16:creationId xmlns:a16="http://schemas.microsoft.com/office/drawing/2014/main" id="{E0186003-A84C-4CA4-8D02-1D13E00CCE7D}"/>
              </a:ext>
            </a:extLst>
          </p:cNvPr>
          <p:cNvSpPr txBox="1"/>
          <p:nvPr/>
        </p:nvSpPr>
        <p:spPr>
          <a:xfrm>
            <a:off x="6291941" y="1050813"/>
            <a:ext cx="2560320" cy="276999"/>
          </a:xfrm>
          <a:prstGeom prst="rect">
            <a:avLst/>
          </a:prstGeom>
          <a:noFill/>
          <a:ln>
            <a:noFill/>
          </a:ln>
        </p:spPr>
        <p:txBody>
          <a:bodyPr wrap="square">
            <a:spAutoFit/>
          </a:bodyPr>
          <a:lstStyle/>
          <a:p>
            <a:pPr algn="ctr">
              <a:defRPr>
                <a:solidFill>
                  <a:srgbClr val="0F172A"/>
                </a:solidFill>
              </a:defRPr>
            </a:pPr>
            <a:r>
              <a:rPr lang="fr-FR" sz="1200" b="1" i="0" dirty="0">
                <a:solidFill>
                  <a:srgbClr val="0F172A"/>
                </a:solidFill>
              </a:rPr>
              <a:t>Poids des contraintes</a:t>
            </a:r>
          </a:p>
        </p:txBody>
      </p:sp>
      <p:sp>
        <p:nvSpPr>
          <p:cNvPr id="95" name="TextBox 18">
            <a:extLst>
              <a:ext uri="{FF2B5EF4-FFF2-40B4-BE49-F238E27FC236}">
                <a16:creationId xmlns:a16="http://schemas.microsoft.com/office/drawing/2014/main" id="{E0CD9453-3ABA-9DD1-629B-66BBA247A269}"/>
              </a:ext>
            </a:extLst>
          </p:cNvPr>
          <p:cNvSpPr txBox="1"/>
          <p:nvPr/>
        </p:nvSpPr>
        <p:spPr>
          <a:xfrm>
            <a:off x="6291941" y="1453150"/>
            <a:ext cx="2560320" cy="461665"/>
          </a:xfrm>
          <a:prstGeom prst="rect">
            <a:avLst/>
          </a:prstGeom>
          <a:noFill/>
          <a:ln>
            <a:solidFill/>
          </a:ln>
        </p:spPr>
        <p:txBody>
          <a:bodyPr wrap="square">
            <a:spAutoFit/>
          </a:bodyPr>
          <a:lstStyle/>
          <a:p>
            <a:pPr algn="ctr">
              <a:defRPr>
                <a:solidFill>
                  <a:srgbClr val="0F172A"/>
                </a:solidFill>
              </a:defRPr>
            </a:pPr>
            <a:r>
              <a:rPr lang="en-US" sz="1200" b="1" i="0" dirty="0" err="1">
                <a:solidFill>
                  <a:srgbClr val="15803D"/>
                </a:solidFill>
              </a:rPr>
              <a:t>Apprendre</a:t>
            </a:r>
            <a:r>
              <a:rPr lang="en-US" sz="1200" b="1" i="0" dirty="0">
                <a:solidFill>
                  <a:srgbClr val="15803D"/>
                </a:solidFill>
              </a:rPr>
              <a:t> les </a:t>
            </a:r>
            <a:r>
              <a:rPr lang="en-US" sz="1200" b="1" i="0" dirty="0" err="1">
                <a:solidFill>
                  <a:srgbClr val="15803D"/>
                </a:solidFill>
              </a:rPr>
              <a:t>poids</a:t>
            </a:r>
            <a:r>
              <a:rPr lang="en-US" sz="1200" b="1" i="0" dirty="0">
                <a:solidFill>
                  <a:srgbClr val="15803D"/>
                </a:solidFill>
              </a:rPr>
              <a:t> </a:t>
            </a:r>
            <a:r>
              <a:rPr lang="en-US" sz="1200" b="1" i="0" dirty="0" err="1">
                <a:solidFill>
                  <a:srgbClr val="15803D"/>
                </a:solidFill>
              </a:rPr>
              <a:t>idéaux</a:t>
            </a:r>
            <a:r>
              <a:rPr lang="en-US" sz="1200" b="1" i="0" dirty="0">
                <a:solidFill>
                  <a:srgbClr val="15803D"/>
                </a:solidFill>
              </a:rPr>
              <a:t> des </a:t>
            </a:r>
            <a:r>
              <a:rPr lang="en-US" sz="1200" b="1" i="0" dirty="0" err="1">
                <a:solidFill>
                  <a:srgbClr val="15803D"/>
                </a:solidFill>
              </a:rPr>
              <a:t>contraintes</a:t>
            </a:r>
            <a:r>
              <a:rPr lang="en-US" sz="1200" b="1" i="0" dirty="0">
                <a:solidFill>
                  <a:srgbClr val="15803D"/>
                </a:solidFill>
              </a:rPr>
              <a:t> </a:t>
            </a:r>
            <a:r>
              <a:rPr lang="en-US" sz="1200" b="1" i="0" dirty="0" err="1">
                <a:solidFill>
                  <a:srgbClr val="15803D"/>
                </a:solidFill>
              </a:rPr>
              <a:t>souples</a:t>
            </a:r>
            <a:r>
              <a:rPr lang="en-US" sz="1200" b="1" i="0" dirty="0">
                <a:solidFill>
                  <a:srgbClr val="15803D"/>
                </a:solidFill>
              </a:rPr>
              <a:t> </a:t>
            </a:r>
            <a:r>
              <a:rPr lang="en-US" sz="1200" b="1" i="0" dirty="0" err="1">
                <a:solidFill>
                  <a:srgbClr val="15803D"/>
                </a:solidFill>
              </a:rPr>
              <a:t>utilisées</a:t>
            </a:r>
            <a:endParaRPr lang="en-US" sz="1200" b="1" i="0" dirty="0">
              <a:solidFill>
                <a:srgbClr val="15803D"/>
              </a:solidFill>
            </a:endParaRPr>
          </a:p>
        </p:txBody>
      </p:sp>
      <p:sp>
        <p:nvSpPr>
          <p:cNvPr id="103" name="TextBox 23">
            <a:extLst>
              <a:ext uri="{FF2B5EF4-FFF2-40B4-BE49-F238E27FC236}">
                <a16:creationId xmlns:a16="http://schemas.microsoft.com/office/drawing/2014/main" id="{CE2D5C1C-9347-1B38-CE46-5BE2916F428C}"/>
              </a:ext>
            </a:extLst>
          </p:cNvPr>
          <p:cNvSpPr txBox="1"/>
          <p:nvPr/>
        </p:nvSpPr>
        <p:spPr>
          <a:xfrm>
            <a:off x="302622" y="4503427"/>
            <a:ext cx="8503920" cy="307777"/>
          </a:xfrm>
          <a:prstGeom prst="rect">
            <a:avLst/>
          </a:prstGeom>
          <a:noFill/>
          <a:ln>
            <a:solidFill/>
          </a:ln>
        </p:spPr>
        <p:txBody>
          <a:bodyPr wrap="square">
            <a:spAutoFit/>
          </a:bodyPr>
          <a:lstStyle/>
          <a:p>
            <a:pPr algn="ctr">
              <a:defRPr>
                <a:solidFill>
                  <a:srgbClr val="0F172A"/>
                </a:solidFill>
              </a:defRPr>
            </a:pPr>
            <a:r>
              <a:rPr lang="fr-FR" sz="1400" b="1" dirty="0">
                <a:solidFill>
                  <a:srgbClr val="FF0000"/>
                </a:solidFill>
              </a:rPr>
              <a:t>Des ajouts à tous les niveaux de la pipeline</a:t>
            </a:r>
          </a:p>
        </p:txBody>
      </p:sp>
      <p:sp>
        <p:nvSpPr>
          <p:cNvPr id="107" name="TextBox 7">
            <a:extLst>
              <a:ext uri="{FF2B5EF4-FFF2-40B4-BE49-F238E27FC236}">
                <a16:creationId xmlns:a16="http://schemas.microsoft.com/office/drawing/2014/main" id="{F583C0D4-45DA-A11A-C92B-9B794E465ACE}"/>
              </a:ext>
            </a:extLst>
          </p:cNvPr>
          <p:cNvSpPr txBox="1"/>
          <p:nvPr/>
        </p:nvSpPr>
        <p:spPr>
          <a:xfrm>
            <a:off x="348183" y="2566193"/>
            <a:ext cx="2560320" cy="600164"/>
          </a:xfrm>
          <a:prstGeom prst="rect">
            <a:avLst/>
          </a:prstGeom>
          <a:noFill/>
          <a:ln>
            <a:solidFill/>
          </a:ln>
        </p:spPr>
        <p:txBody>
          <a:bodyPr wrap="square">
            <a:spAutoFit/>
          </a:bodyPr>
          <a:lstStyle/>
          <a:p>
            <a:pPr>
              <a:defRPr>
                <a:solidFill>
                  <a:srgbClr val="0F172A"/>
                </a:solidFill>
              </a:defRPr>
            </a:pPr>
            <a:r>
              <a:rPr lang="es-ES" sz="1100" b="1" dirty="0" err="1">
                <a:solidFill>
                  <a:srgbClr val="475569"/>
                </a:solidFill>
              </a:rPr>
              <a:t>Outil</a:t>
            </a:r>
            <a:r>
              <a:rPr lang="es-ES" sz="1100" b="1" dirty="0">
                <a:solidFill>
                  <a:srgbClr val="475569"/>
                </a:solidFill>
              </a:rPr>
              <a:t> : </a:t>
            </a:r>
          </a:p>
          <a:p>
            <a:pPr>
              <a:defRPr>
                <a:solidFill>
                  <a:srgbClr val="0F172A"/>
                </a:solidFill>
              </a:defRPr>
            </a:pPr>
            <a:r>
              <a:rPr lang="fr-FR" sz="1100" dirty="0">
                <a:solidFill>
                  <a:srgbClr val="0F172A"/>
                </a:solidFill>
              </a:rPr>
              <a:t>• Petit modèle LLM gratuit auquel on donne la forme du </a:t>
            </a:r>
            <a:r>
              <a:rPr lang="fr-FR" sz="1100" dirty="0" err="1">
                <a:solidFill>
                  <a:srgbClr val="0F172A"/>
                </a:solidFill>
              </a:rPr>
              <a:t>json</a:t>
            </a:r>
            <a:r>
              <a:rPr lang="fr-FR" sz="1100" dirty="0">
                <a:solidFill>
                  <a:srgbClr val="0F172A"/>
                </a:solidFill>
              </a:rPr>
              <a:t> de sortie</a:t>
            </a:r>
          </a:p>
        </p:txBody>
      </p:sp>
      <p:sp>
        <p:nvSpPr>
          <p:cNvPr id="8" name="Espace réservé du numéro de diapositive 7">
            <a:extLst>
              <a:ext uri="{FF2B5EF4-FFF2-40B4-BE49-F238E27FC236}">
                <a16:creationId xmlns:a16="http://schemas.microsoft.com/office/drawing/2014/main" id="{5ACB54DF-A023-D0B0-128D-3CA5DA30312F}"/>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32</a:t>
            </a:fld>
            <a:endParaRPr lang="en-US"/>
          </a:p>
        </p:txBody>
      </p:sp>
      <p:sp>
        <p:nvSpPr>
          <p:cNvPr id="6" name="TextBox 7">
            <a:extLst>
              <a:ext uri="{FF2B5EF4-FFF2-40B4-BE49-F238E27FC236}">
                <a16:creationId xmlns:a16="http://schemas.microsoft.com/office/drawing/2014/main" id="{DC8517A9-89B1-7A9F-6447-67F29C02D7A5}"/>
              </a:ext>
            </a:extLst>
          </p:cNvPr>
          <p:cNvSpPr txBox="1"/>
          <p:nvPr/>
        </p:nvSpPr>
        <p:spPr>
          <a:xfrm>
            <a:off x="348183" y="3434650"/>
            <a:ext cx="2560320" cy="600164"/>
          </a:xfrm>
          <a:prstGeom prst="rect">
            <a:avLst/>
          </a:prstGeom>
          <a:noFill/>
          <a:ln>
            <a:solidFill/>
          </a:ln>
        </p:spPr>
        <p:txBody>
          <a:bodyPr wrap="square">
            <a:spAutoFit/>
          </a:bodyPr>
          <a:lstStyle/>
          <a:p>
            <a:pPr>
              <a:defRPr>
                <a:solidFill>
                  <a:srgbClr val="0F172A"/>
                </a:solidFill>
              </a:defRPr>
            </a:pPr>
            <a:r>
              <a:rPr lang="es-ES" sz="1100" b="1" dirty="0" err="1">
                <a:solidFill>
                  <a:srgbClr val="475569"/>
                </a:solidFill>
              </a:rPr>
              <a:t>Sortie</a:t>
            </a:r>
            <a:r>
              <a:rPr lang="es-ES" sz="1100" b="1" dirty="0">
                <a:solidFill>
                  <a:srgbClr val="475569"/>
                </a:solidFill>
              </a:rPr>
              <a:t> : </a:t>
            </a:r>
          </a:p>
          <a:p>
            <a:pPr>
              <a:defRPr>
                <a:solidFill>
                  <a:srgbClr val="0F172A"/>
                </a:solidFill>
              </a:defRPr>
            </a:pPr>
            <a:r>
              <a:rPr lang="fr-FR" sz="1100" dirty="0">
                <a:solidFill>
                  <a:srgbClr val="0F172A"/>
                </a:solidFill>
              </a:rPr>
              <a:t>• un dict de perturbations comme </a:t>
            </a:r>
            <a:r>
              <a:rPr lang="fr-FR" sz="1100" dirty="0" err="1">
                <a:solidFill>
                  <a:srgbClr val="0F172A"/>
                </a:solidFill>
              </a:rPr>
              <a:t>collect_perturb</a:t>
            </a:r>
            <a:r>
              <a:rPr lang="fr-FR" sz="1100" dirty="0">
                <a:solidFill>
                  <a:srgbClr val="0F172A"/>
                </a:solidFill>
              </a:rPr>
              <a:t> le fait</a:t>
            </a:r>
          </a:p>
        </p:txBody>
      </p:sp>
      <p:sp>
        <p:nvSpPr>
          <p:cNvPr id="10" name="TextBox 7">
            <a:extLst>
              <a:ext uri="{FF2B5EF4-FFF2-40B4-BE49-F238E27FC236}">
                <a16:creationId xmlns:a16="http://schemas.microsoft.com/office/drawing/2014/main" id="{053CDAB0-D76C-CDAE-DD70-0D373D580B8A}"/>
              </a:ext>
            </a:extLst>
          </p:cNvPr>
          <p:cNvSpPr txBox="1"/>
          <p:nvPr/>
        </p:nvSpPr>
        <p:spPr>
          <a:xfrm>
            <a:off x="3320142" y="2059362"/>
            <a:ext cx="2560320" cy="430887"/>
          </a:xfrm>
          <a:prstGeom prst="rect">
            <a:avLst/>
          </a:prstGeom>
          <a:noFill/>
          <a:ln>
            <a:solidFill/>
          </a:ln>
        </p:spPr>
        <p:txBody>
          <a:bodyPr wrap="square">
            <a:spAutoFit/>
          </a:bodyPr>
          <a:lstStyle/>
          <a:p>
            <a:pPr>
              <a:defRPr>
                <a:solidFill>
                  <a:srgbClr val="0F172A"/>
                </a:solidFill>
              </a:defRPr>
            </a:pPr>
            <a:r>
              <a:rPr lang="es-ES" sz="1100" b="1" dirty="0" err="1">
                <a:solidFill>
                  <a:srgbClr val="475569"/>
                </a:solidFill>
              </a:rPr>
              <a:t>Outil</a:t>
            </a:r>
            <a:r>
              <a:rPr lang="es-ES" sz="1100" b="1" dirty="0">
                <a:solidFill>
                  <a:srgbClr val="475569"/>
                </a:solidFill>
              </a:rPr>
              <a:t> : </a:t>
            </a:r>
          </a:p>
          <a:p>
            <a:pPr>
              <a:defRPr>
                <a:solidFill>
                  <a:srgbClr val="0F172A"/>
                </a:solidFill>
              </a:defRPr>
            </a:pPr>
            <a:r>
              <a:rPr lang="fr-FR" sz="1100" dirty="0">
                <a:solidFill>
                  <a:srgbClr val="0F172A"/>
                </a:solidFill>
              </a:rPr>
              <a:t>• MLP ou peut-être un AE</a:t>
            </a:r>
          </a:p>
        </p:txBody>
      </p:sp>
      <p:sp>
        <p:nvSpPr>
          <p:cNvPr id="12" name="TextBox 7">
            <a:extLst>
              <a:ext uri="{FF2B5EF4-FFF2-40B4-BE49-F238E27FC236}">
                <a16:creationId xmlns:a16="http://schemas.microsoft.com/office/drawing/2014/main" id="{755E0396-39CA-FEF3-4A2D-E3709C750EAE}"/>
              </a:ext>
            </a:extLst>
          </p:cNvPr>
          <p:cNvSpPr txBox="1"/>
          <p:nvPr/>
        </p:nvSpPr>
        <p:spPr>
          <a:xfrm>
            <a:off x="3320142" y="3469470"/>
            <a:ext cx="2560320" cy="430887"/>
          </a:xfrm>
          <a:prstGeom prst="rect">
            <a:avLst/>
          </a:prstGeom>
          <a:noFill/>
          <a:ln>
            <a:solidFill/>
          </a:ln>
        </p:spPr>
        <p:txBody>
          <a:bodyPr wrap="square">
            <a:spAutoFit/>
          </a:bodyPr>
          <a:lstStyle/>
          <a:p>
            <a:pPr>
              <a:defRPr>
                <a:solidFill>
                  <a:srgbClr val="0F172A"/>
                </a:solidFill>
              </a:defRPr>
            </a:pPr>
            <a:r>
              <a:rPr lang="es-ES" sz="1100" b="1" dirty="0" err="1">
                <a:solidFill>
                  <a:srgbClr val="475569"/>
                </a:solidFill>
              </a:rPr>
              <a:t>Sortie</a:t>
            </a:r>
            <a:r>
              <a:rPr lang="es-ES" sz="1100" b="1" dirty="0">
                <a:solidFill>
                  <a:srgbClr val="475569"/>
                </a:solidFill>
              </a:rPr>
              <a:t> : </a:t>
            </a:r>
          </a:p>
          <a:p>
            <a:pPr>
              <a:defRPr>
                <a:solidFill>
                  <a:srgbClr val="0F172A"/>
                </a:solidFill>
              </a:defRPr>
            </a:pPr>
            <a:r>
              <a:rPr lang="fr-FR" sz="1100" dirty="0">
                <a:solidFill>
                  <a:srgbClr val="0F172A"/>
                </a:solidFill>
              </a:rPr>
              <a:t>• ??</a:t>
            </a:r>
          </a:p>
        </p:txBody>
      </p:sp>
      <p:sp>
        <p:nvSpPr>
          <p:cNvPr id="14" name="TextBox 7">
            <a:extLst>
              <a:ext uri="{FF2B5EF4-FFF2-40B4-BE49-F238E27FC236}">
                <a16:creationId xmlns:a16="http://schemas.microsoft.com/office/drawing/2014/main" id="{964644BE-3D2D-9204-863C-4B289D758C17}"/>
              </a:ext>
            </a:extLst>
          </p:cNvPr>
          <p:cNvSpPr txBox="1"/>
          <p:nvPr/>
        </p:nvSpPr>
        <p:spPr>
          <a:xfrm>
            <a:off x="3320142" y="2556120"/>
            <a:ext cx="2560320" cy="769441"/>
          </a:xfrm>
          <a:prstGeom prst="rect">
            <a:avLst/>
          </a:prstGeom>
          <a:noFill/>
          <a:ln>
            <a:solidFill/>
          </a:ln>
        </p:spPr>
        <p:txBody>
          <a:bodyPr wrap="square">
            <a:spAutoFit/>
          </a:bodyPr>
          <a:lstStyle/>
          <a:p>
            <a:pPr>
              <a:defRPr>
                <a:solidFill>
                  <a:srgbClr val="0F172A"/>
                </a:solidFill>
              </a:defRPr>
            </a:pPr>
            <a:r>
              <a:rPr lang="es-ES" sz="1100" b="1" dirty="0" err="1">
                <a:solidFill>
                  <a:srgbClr val="475569"/>
                </a:solidFill>
              </a:rPr>
              <a:t>Données</a:t>
            </a:r>
            <a:r>
              <a:rPr lang="es-ES" sz="1100" b="1" dirty="0">
                <a:solidFill>
                  <a:srgbClr val="475569"/>
                </a:solidFill>
              </a:rPr>
              <a:t> : </a:t>
            </a:r>
          </a:p>
          <a:p>
            <a:pPr>
              <a:defRPr>
                <a:solidFill>
                  <a:srgbClr val="0F172A"/>
                </a:solidFill>
              </a:defRPr>
            </a:pPr>
            <a:r>
              <a:rPr lang="fr-FR" sz="1100" dirty="0">
                <a:solidFill>
                  <a:srgbClr val="0F172A"/>
                </a:solidFill>
              </a:rPr>
              <a:t>• </a:t>
            </a:r>
            <a:r>
              <a:rPr lang="fr-FR" sz="1100" dirty="0" err="1">
                <a:solidFill>
                  <a:srgbClr val="0F172A"/>
                </a:solidFill>
              </a:rPr>
              <a:t>json</a:t>
            </a:r>
            <a:r>
              <a:rPr lang="fr-FR" sz="1100" dirty="0">
                <a:solidFill>
                  <a:srgbClr val="0F172A"/>
                </a:solidFill>
              </a:rPr>
              <a:t> de l’emploi du temps original</a:t>
            </a:r>
          </a:p>
          <a:p>
            <a:pPr>
              <a:defRPr>
                <a:solidFill>
                  <a:srgbClr val="0F172A"/>
                </a:solidFill>
              </a:defRPr>
            </a:pPr>
            <a:r>
              <a:rPr lang="fr-FR" sz="1100" dirty="0">
                <a:solidFill>
                  <a:srgbClr val="0F172A"/>
                </a:solidFill>
              </a:rPr>
              <a:t>• </a:t>
            </a:r>
            <a:r>
              <a:rPr lang="fr-FR" sz="1100" dirty="0" err="1">
                <a:solidFill>
                  <a:srgbClr val="0F172A"/>
                </a:solidFill>
              </a:rPr>
              <a:t>json</a:t>
            </a:r>
            <a:r>
              <a:rPr lang="fr-FR" sz="1100" dirty="0">
                <a:solidFill>
                  <a:srgbClr val="0F172A"/>
                </a:solidFill>
              </a:rPr>
              <a:t> de l’emploi du temps solution</a:t>
            </a:r>
          </a:p>
          <a:p>
            <a:pPr>
              <a:defRPr>
                <a:solidFill>
                  <a:srgbClr val="0F172A"/>
                </a:solidFill>
              </a:defRPr>
            </a:pPr>
            <a:r>
              <a:rPr lang="fr-FR" sz="1100" dirty="0">
                <a:solidFill>
                  <a:srgbClr val="0F172A"/>
                </a:solidFill>
              </a:rPr>
              <a:t>• dict des perturbations + cours touchés</a:t>
            </a:r>
          </a:p>
        </p:txBody>
      </p:sp>
      <p:sp>
        <p:nvSpPr>
          <p:cNvPr id="16" name="TextBox 7">
            <a:extLst>
              <a:ext uri="{FF2B5EF4-FFF2-40B4-BE49-F238E27FC236}">
                <a16:creationId xmlns:a16="http://schemas.microsoft.com/office/drawing/2014/main" id="{D8A536C6-7B5F-189C-906F-7A5C192C2A3A}"/>
              </a:ext>
            </a:extLst>
          </p:cNvPr>
          <p:cNvSpPr txBox="1"/>
          <p:nvPr/>
        </p:nvSpPr>
        <p:spPr>
          <a:xfrm>
            <a:off x="6291941" y="2035426"/>
            <a:ext cx="2560320" cy="430887"/>
          </a:xfrm>
          <a:prstGeom prst="rect">
            <a:avLst/>
          </a:prstGeom>
          <a:noFill/>
          <a:ln>
            <a:solidFill/>
          </a:ln>
        </p:spPr>
        <p:txBody>
          <a:bodyPr wrap="square">
            <a:spAutoFit/>
          </a:bodyPr>
          <a:lstStyle/>
          <a:p>
            <a:pPr>
              <a:defRPr>
                <a:solidFill>
                  <a:srgbClr val="0F172A"/>
                </a:solidFill>
              </a:defRPr>
            </a:pPr>
            <a:r>
              <a:rPr lang="es-ES" sz="1100" b="1" dirty="0" err="1">
                <a:solidFill>
                  <a:srgbClr val="475569"/>
                </a:solidFill>
              </a:rPr>
              <a:t>Outil</a:t>
            </a:r>
            <a:r>
              <a:rPr lang="es-ES" sz="1100" b="1" dirty="0">
                <a:solidFill>
                  <a:srgbClr val="475569"/>
                </a:solidFill>
              </a:rPr>
              <a:t> : </a:t>
            </a:r>
          </a:p>
          <a:p>
            <a:pPr>
              <a:defRPr>
                <a:solidFill>
                  <a:srgbClr val="0F172A"/>
                </a:solidFill>
              </a:defRPr>
            </a:pPr>
            <a:r>
              <a:rPr lang="fr-FR" sz="1100" dirty="0">
                <a:solidFill>
                  <a:srgbClr val="0F172A"/>
                </a:solidFill>
              </a:rPr>
              <a:t>• MLP ou peut-être un AE</a:t>
            </a:r>
          </a:p>
        </p:txBody>
      </p:sp>
      <p:sp>
        <p:nvSpPr>
          <p:cNvPr id="18" name="TextBox 7">
            <a:extLst>
              <a:ext uri="{FF2B5EF4-FFF2-40B4-BE49-F238E27FC236}">
                <a16:creationId xmlns:a16="http://schemas.microsoft.com/office/drawing/2014/main" id="{8F5B96D0-D2C6-BB7D-90D7-05033CB98761}"/>
              </a:ext>
            </a:extLst>
          </p:cNvPr>
          <p:cNvSpPr txBox="1"/>
          <p:nvPr/>
        </p:nvSpPr>
        <p:spPr>
          <a:xfrm>
            <a:off x="6291941" y="3363892"/>
            <a:ext cx="2560320" cy="769441"/>
          </a:xfrm>
          <a:prstGeom prst="rect">
            <a:avLst/>
          </a:prstGeom>
          <a:noFill/>
          <a:ln>
            <a:solidFill/>
          </a:ln>
        </p:spPr>
        <p:txBody>
          <a:bodyPr wrap="square">
            <a:spAutoFit/>
          </a:bodyPr>
          <a:lstStyle/>
          <a:p>
            <a:pPr>
              <a:defRPr>
                <a:solidFill>
                  <a:srgbClr val="0F172A"/>
                </a:solidFill>
              </a:defRPr>
            </a:pPr>
            <a:r>
              <a:rPr lang="es-ES" sz="1100" b="1" dirty="0" err="1">
                <a:solidFill>
                  <a:srgbClr val="475569"/>
                </a:solidFill>
              </a:rPr>
              <a:t>Sortie</a:t>
            </a:r>
            <a:r>
              <a:rPr lang="es-ES" sz="1100" b="1" dirty="0">
                <a:solidFill>
                  <a:srgbClr val="475569"/>
                </a:solidFill>
              </a:rPr>
              <a:t> : </a:t>
            </a:r>
          </a:p>
          <a:p>
            <a:pPr>
              <a:defRPr>
                <a:solidFill>
                  <a:srgbClr val="0F172A"/>
                </a:solidFill>
              </a:defRPr>
            </a:pPr>
            <a:r>
              <a:rPr lang="fr-FR" sz="1100" dirty="0">
                <a:solidFill>
                  <a:srgbClr val="0F172A"/>
                </a:solidFill>
              </a:rPr>
              <a:t>• Poids adaptés aux attentes du client</a:t>
            </a:r>
          </a:p>
          <a:p>
            <a:pPr>
              <a:defRPr>
                <a:solidFill>
                  <a:srgbClr val="0F172A"/>
                </a:solidFill>
              </a:defRPr>
            </a:pPr>
            <a:r>
              <a:rPr lang="fr-FR" sz="1100" dirty="0">
                <a:solidFill>
                  <a:srgbClr val="0F172A"/>
                </a:solidFill>
              </a:rPr>
              <a:t>• Solutions proposées plus proches des attentes du client</a:t>
            </a:r>
          </a:p>
        </p:txBody>
      </p:sp>
      <p:sp>
        <p:nvSpPr>
          <p:cNvPr id="20" name="TextBox 7">
            <a:extLst>
              <a:ext uri="{FF2B5EF4-FFF2-40B4-BE49-F238E27FC236}">
                <a16:creationId xmlns:a16="http://schemas.microsoft.com/office/drawing/2014/main" id="{2D65B6AF-D700-9440-D77C-6F15C503DA9B}"/>
              </a:ext>
            </a:extLst>
          </p:cNvPr>
          <p:cNvSpPr txBox="1"/>
          <p:nvPr/>
        </p:nvSpPr>
        <p:spPr>
          <a:xfrm>
            <a:off x="6291941" y="2532184"/>
            <a:ext cx="2560320" cy="769441"/>
          </a:xfrm>
          <a:prstGeom prst="rect">
            <a:avLst/>
          </a:prstGeom>
          <a:noFill/>
          <a:ln>
            <a:solidFill/>
          </a:ln>
        </p:spPr>
        <p:txBody>
          <a:bodyPr wrap="square">
            <a:spAutoFit/>
          </a:bodyPr>
          <a:lstStyle/>
          <a:p>
            <a:pPr>
              <a:defRPr>
                <a:solidFill>
                  <a:srgbClr val="0F172A"/>
                </a:solidFill>
              </a:defRPr>
            </a:pPr>
            <a:r>
              <a:rPr lang="es-ES" sz="1100" b="1" dirty="0" err="1">
                <a:solidFill>
                  <a:srgbClr val="475569"/>
                </a:solidFill>
              </a:rPr>
              <a:t>Données</a:t>
            </a:r>
            <a:r>
              <a:rPr lang="es-ES" sz="1100" b="1" dirty="0">
                <a:solidFill>
                  <a:srgbClr val="475569"/>
                </a:solidFill>
              </a:rPr>
              <a:t> : </a:t>
            </a:r>
          </a:p>
          <a:p>
            <a:pPr>
              <a:defRPr>
                <a:solidFill>
                  <a:srgbClr val="0F172A"/>
                </a:solidFill>
              </a:defRPr>
            </a:pPr>
            <a:r>
              <a:rPr lang="fr-FR" sz="1100" dirty="0">
                <a:solidFill>
                  <a:srgbClr val="0F172A"/>
                </a:solidFill>
              </a:rPr>
              <a:t>• choix de l’utilisateur parmi les solutions proposées (chacune avec différents poids pour chaque contrainte souple)</a:t>
            </a:r>
          </a:p>
        </p:txBody>
      </p:sp>
    </p:spTree>
    <p:extLst>
      <p:ext uri="{BB962C8B-B14F-4D97-AF65-F5344CB8AC3E}">
        <p14:creationId xmlns:p14="http://schemas.microsoft.com/office/powerpoint/2010/main" val="9140709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0ACA5-1824-1010-DD5C-1774EA3B7F6C}"/>
            </a:ext>
          </a:extLst>
        </p:cNvPr>
        <p:cNvGrpSpPr/>
        <p:nvPr/>
      </p:nvGrpSpPr>
      <p:grpSpPr>
        <a:xfrm>
          <a:off x="0" y="0"/>
          <a:ext cx="0" cy="0"/>
          <a:chOff x="0" y="0"/>
          <a:chExt cx="0" cy="0"/>
        </a:xfrm>
      </p:grpSpPr>
      <p:sp>
        <p:nvSpPr>
          <p:cNvPr id="39" name="Oval 1">
            <a:extLst>
              <a:ext uri="{FF2B5EF4-FFF2-40B4-BE49-F238E27FC236}">
                <a16:creationId xmlns:a16="http://schemas.microsoft.com/office/drawing/2014/main" id="{EE516FFC-E359-A174-EF84-500329AB002A}"/>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2">
            <a:extLst>
              <a:ext uri="{FF2B5EF4-FFF2-40B4-BE49-F238E27FC236}">
                <a16:creationId xmlns:a16="http://schemas.microsoft.com/office/drawing/2014/main" id="{DF6E765F-BD51-0134-8C06-993FC5F31F18}"/>
              </a:ext>
            </a:extLst>
          </p:cNvPr>
          <p:cNvSpPr txBox="1"/>
          <p:nvPr/>
        </p:nvSpPr>
        <p:spPr>
          <a:xfrm>
            <a:off x="22644" y="80113"/>
            <a:ext cx="411911" cy="400110"/>
          </a:xfrm>
          <a:prstGeom prst="rect">
            <a:avLst/>
          </a:prstGeom>
          <a:noFill/>
        </p:spPr>
        <p:txBody>
          <a:bodyPr wrap="square">
            <a:spAutoFit/>
          </a:bodyPr>
          <a:lstStyle/>
          <a:p>
            <a:pPr algn="ctr"/>
            <a:r>
              <a:rPr lang="fr-FR" sz="2000" b="1" i="0" dirty="0">
                <a:solidFill>
                  <a:srgbClr val="FFFFFF"/>
                </a:solidFill>
              </a:rPr>
              <a:t>3</a:t>
            </a:r>
            <a:endParaRPr sz="2000" b="1" i="0" dirty="0">
              <a:solidFill>
                <a:srgbClr val="FFFFFF"/>
              </a:solidFill>
            </a:endParaRPr>
          </a:p>
        </p:txBody>
      </p:sp>
      <p:sp>
        <p:nvSpPr>
          <p:cNvPr id="2" name="TextBox 1">
            <a:extLst>
              <a:ext uri="{FF2B5EF4-FFF2-40B4-BE49-F238E27FC236}">
                <a16:creationId xmlns:a16="http://schemas.microsoft.com/office/drawing/2014/main" id="{6DD0DC2F-72C5-0FB9-66D7-E5E9DB004715}"/>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dirty="0">
                <a:solidFill>
                  <a:srgbClr val="0F172A"/>
                </a:solidFill>
              </a:rPr>
              <a:t>Pipeline de création de données pour Warm Start</a:t>
            </a:r>
          </a:p>
        </p:txBody>
      </p:sp>
      <p:sp>
        <p:nvSpPr>
          <p:cNvPr id="3" name="Rectangle 2">
            <a:extLst>
              <a:ext uri="{FF2B5EF4-FFF2-40B4-BE49-F238E27FC236}">
                <a16:creationId xmlns:a16="http://schemas.microsoft.com/office/drawing/2014/main" id="{E3C2EDF6-66DD-0C96-A0F4-A4C05CA22C30}"/>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2" name="Rectangle 41">
            <a:extLst>
              <a:ext uri="{FF2B5EF4-FFF2-40B4-BE49-F238E27FC236}">
                <a16:creationId xmlns:a16="http://schemas.microsoft.com/office/drawing/2014/main" id="{CA989B20-F2F0-A84B-65B8-45D86F86E1C2}"/>
              </a:ext>
            </a:extLst>
          </p:cNvPr>
          <p:cNvSpPr/>
          <p:nvPr/>
        </p:nvSpPr>
        <p:spPr>
          <a:xfrm>
            <a:off x="176345" y="916033"/>
            <a:ext cx="2331720" cy="471896"/>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3" name="Rectangle 42">
            <a:extLst>
              <a:ext uri="{FF2B5EF4-FFF2-40B4-BE49-F238E27FC236}">
                <a16:creationId xmlns:a16="http://schemas.microsoft.com/office/drawing/2014/main" id="{D39D1521-8751-5B81-602A-4B66A757C20B}"/>
              </a:ext>
            </a:extLst>
          </p:cNvPr>
          <p:cNvSpPr/>
          <p:nvPr/>
        </p:nvSpPr>
        <p:spPr>
          <a:xfrm>
            <a:off x="176345" y="916033"/>
            <a:ext cx="64008" cy="471896"/>
          </a:xfrm>
          <a:prstGeom prst="rect">
            <a:avLst/>
          </a:prstGeom>
          <a:solidFill>
            <a:schemeClr val="accent4">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4" name="Rectangle 43">
            <a:extLst>
              <a:ext uri="{FF2B5EF4-FFF2-40B4-BE49-F238E27FC236}">
                <a16:creationId xmlns:a16="http://schemas.microsoft.com/office/drawing/2014/main" id="{CAB72CEA-FDC8-7517-4E0F-A61D9D75F3E7}"/>
              </a:ext>
            </a:extLst>
          </p:cNvPr>
          <p:cNvSpPr/>
          <p:nvPr/>
        </p:nvSpPr>
        <p:spPr>
          <a:xfrm>
            <a:off x="331793" y="998329"/>
            <a:ext cx="2084831" cy="320040"/>
          </a:xfrm>
          <a:prstGeom prst="rect">
            <a:avLst/>
          </a:prstGeom>
          <a:solidFill>
            <a:schemeClr val="accent4">
              <a:lumMod val="60000"/>
              <a:lumOff val="40000"/>
            </a:schemeClr>
          </a:solidFill>
          <a:ln w="10160">
            <a:solidFill>
              <a:schemeClr val="accent4">
                <a:lumMod val="60000"/>
                <a:lumOff val="40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dirty="0" err="1">
                <a:solidFill>
                  <a:schemeClr val="tx1"/>
                </a:solidFill>
              </a:rPr>
              <a:t>d</a:t>
            </a:r>
            <a:r>
              <a:rPr lang="fr-FR" sz="1300" b="1" i="0" dirty="0" err="1">
                <a:solidFill>
                  <a:schemeClr val="tx1"/>
                </a:solidFill>
              </a:rPr>
              <a:t>ata_instance.json</a:t>
            </a:r>
            <a:endParaRPr sz="1300" b="1" i="0" dirty="0">
              <a:solidFill>
                <a:schemeClr val="tx1"/>
              </a:solidFill>
            </a:endParaRPr>
          </a:p>
        </p:txBody>
      </p:sp>
      <p:sp>
        <p:nvSpPr>
          <p:cNvPr id="80" name="Rectangle 79">
            <a:extLst>
              <a:ext uri="{FF2B5EF4-FFF2-40B4-BE49-F238E27FC236}">
                <a16:creationId xmlns:a16="http://schemas.microsoft.com/office/drawing/2014/main" id="{1CA6E227-FCA8-A095-B6A1-0299AB8E3BCB}"/>
              </a:ext>
            </a:extLst>
          </p:cNvPr>
          <p:cNvSpPr/>
          <p:nvPr/>
        </p:nvSpPr>
        <p:spPr>
          <a:xfrm>
            <a:off x="320040" y="4748999"/>
            <a:ext cx="8412480" cy="314387"/>
          </a:xfrm>
          <a:prstGeom prst="rect">
            <a:avLst/>
          </a:prstGeom>
          <a:solidFill>
            <a:srgbClr val="FFFFFF"/>
          </a:solidFill>
          <a:ln w="8890">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1" name="TextBox 80">
            <a:extLst>
              <a:ext uri="{FF2B5EF4-FFF2-40B4-BE49-F238E27FC236}">
                <a16:creationId xmlns:a16="http://schemas.microsoft.com/office/drawing/2014/main" id="{447A4BA8-A4CE-4B52-FCED-A5EC972A509C}"/>
              </a:ext>
            </a:extLst>
          </p:cNvPr>
          <p:cNvSpPr txBox="1"/>
          <p:nvPr/>
        </p:nvSpPr>
        <p:spPr>
          <a:xfrm>
            <a:off x="493776" y="4794720"/>
            <a:ext cx="8156448" cy="210312"/>
          </a:xfrm>
          <a:prstGeom prst="rect">
            <a:avLst/>
          </a:prstGeom>
          <a:noFill/>
        </p:spPr>
        <p:txBody>
          <a:bodyPr wrap="square" lIns="18288" tIns="0" rIns="18288" bIns="0" anchor="ctr">
            <a:noAutofit/>
          </a:bodyPr>
          <a:lstStyle/>
          <a:p>
            <a:pPr algn="ctr">
              <a:lnSpc>
                <a:spcPct val="100000"/>
              </a:lnSpc>
              <a:spcAft>
                <a:spcPts val="0"/>
              </a:spcAft>
            </a:pPr>
            <a:r>
              <a:rPr lang="fr-FR" sz="1100" b="1" dirty="0">
                <a:solidFill>
                  <a:srgbClr val="FF0000"/>
                </a:solidFill>
              </a:rPr>
              <a:t>Une pipeline complète</a:t>
            </a:r>
            <a:endParaRPr sz="1100" b="1" dirty="0">
              <a:solidFill>
                <a:srgbClr val="FF0000"/>
              </a:solidFill>
            </a:endParaRPr>
          </a:p>
        </p:txBody>
      </p:sp>
      <p:sp>
        <p:nvSpPr>
          <p:cNvPr id="38" name="Espace réservé du numéro de diapositive 37">
            <a:extLst>
              <a:ext uri="{FF2B5EF4-FFF2-40B4-BE49-F238E27FC236}">
                <a16:creationId xmlns:a16="http://schemas.microsoft.com/office/drawing/2014/main" id="{C665282F-B8CE-264D-32E6-065A9F87683F}"/>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33</a:t>
            </a:fld>
            <a:endParaRPr lang="en-US" dirty="0"/>
          </a:p>
        </p:txBody>
      </p:sp>
      <p:sp>
        <p:nvSpPr>
          <p:cNvPr id="4" name="Flèche : droite 3">
            <a:extLst>
              <a:ext uri="{FF2B5EF4-FFF2-40B4-BE49-F238E27FC236}">
                <a16:creationId xmlns:a16="http://schemas.microsoft.com/office/drawing/2014/main" id="{7DB8A966-8643-85AD-2773-1BD19CCCAFD5}"/>
              </a:ext>
            </a:extLst>
          </p:cNvPr>
          <p:cNvSpPr/>
          <p:nvPr/>
        </p:nvSpPr>
        <p:spPr>
          <a:xfrm>
            <a:off x="2669718" y="1077686"/>
            <a:ext cx="644978" cy="240683"/>
          </a:xfrm>
          <a:prstGeom prst="rightArrow">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4909049B-07C4-26D2-E411-DE76F0DAD87B}"/>
              </a:ext>
            </a:extLst>
          </p:cNvPr>
          <p:cNvSpPr/>
          <p:nvPr/>
        </p:nvSpPr>
        <p:spPr>
          <a:xfrm>
            <a:off x="3398527" y="913312"/>
            <a:ext cx="2331720" cy="471896"/>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Rectangle 10">
            <a:extLst>
              <a:ext uri="{FF2B5EF4-FFF2-40B4-BE49-F238E27FC236}">
                <a16:creationId xmlns:a16="http://schemas.microsoft.com/office/drawing/2014/main" id="{E3B4C50E-582D-596C-5BA3-2EF9335BC72E}"/>
              </a:ext>
            </a:extLst>
          </p:cNvPr>
          <p:cNvSpPr/>
          <p:nvPr/>
        </p:nvSpPr>
        <p:spPr>
          <a:xfrm>
            <a:off x="3398527" y="913312"/>
            <a:ext cx="64008" cy="471896"/>
          </a:xfrm>
          <a:prstGeom prst="rect">
            <a:avLst/>
          </a:prstGeom>
          <a:solidFill>
            <a:srgbClr val="24426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ectangle 12">
            <a:extLst>
              <a:ext uri="{FF2B5EF4-FFF2-40B4-BE49-F238E27FC236}">
                <a16:creationId xmlns:a16="http://schemas.microsoft.com/office/drawing/2014/main" id="{F3B670B9-F7C7-DC04-5EF9-DDF6377F09BB}"/>
              </a:ext>
            </a:extLst>
          </p:cNvPr>
          <p:cNvSpPr/>
          <p:nvPr/>
        </p:nvSpPr>
        <p:spPr>
          <a:xfrm>
            <a:off x="3553975" y="995608"/>
            <a:ext cx="2084831" cy="320040"/>
          </a:xfrm>
          <a:prstGeom prst="rect">
            <a:avLst/>
          </a:prstGeom>
          <a:solidFill>
            <a:srgbClr val="244266"/>
          </a:solidFill>
          <a:ln w="10160">
            <a:solidFill>
              <a:srgbClr val="244266"/>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i="0" dirty="0">
                <a:solidFill>
                  <a:schemeClr val="bg1"/>
                </a:solidFill>
              </a:rPr>
              <a:t>data_to_gen.py</a:t>
            </a:r>
            <a:endParaRPr sz="1300" b="1" i="0" dirty="0">
              <a:solidFill>
                <a:schemeClr val="bg1"/>
              </a:solidFill>
            </a:endParaRPr>
          </a:p>
        </p:txBody>
      </p:sp>
      <p:sp>
        <p:nvSpPr>
          <p:cNvPr id="16" name="Down Arrow 74">
            <a:extLst>
              <a:ext uri="{FF2B5EF4-FFF2-40B4-BE49-F238E27FC236}">
                <a16:creationId xmlns:a16="http://schemas.microsoft.com/office/drawing/2014/main" id="{EB876188-9BAC-D5A3-5CDA-997A1D916324}"/>
              </a:ext>
            </a:extLst>
          </p:cNvPr>
          <p:cNvSpPr/>
          <p:nvPr/>
        </p:nvSpPr>
        <p:spPr>
          <a:xfrm>
            <a:off x="7668558" y="1479998"/>
            <a:ext cx="267128" cy="330324"/>
          </a:xfrm>
          <a:prstGeom prst="downArrow">
            <a:avLst/>
          </a:prstGeom>
          <a:solidFill>
            <a:srgbClr val="C00000"/>
          </a:solidFill>
          <a:ln w="635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Flèche : droite 5">
            <a:extLst>
              <a:ext uri="{FF2B5EF4-FFF2-40B4-BE49-F238E27FC236}">
                <a16:creationId xmlns:a16="http://schemas.microsoft.com/office/drawing/2014/main" id="{590DE5A7-1032-E452-2139-2C1987785811}"/>
              </a:ext>
            </a:extLst>
          </p:cNvPr>
          <p:cNvSpPr/>
          <p:nvPr/>
        </p:nvSpPr>
        <p:spPr>
          <a:xfrm>
            <a:off x="5886456" y="1074965"/>
            <a:ext cx="644978" cy="240683"/>
          </a:xfrm>
          <a:prstGeom prst="rightArrow">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7A321FAC-76F1-B9EC-AD3D-3E72D4ED8665}"/>
              </a:ext>
            </a:extLst>
          </p:cNvPr>
          <p:cNvSpPr/>
          <p:nvPr/>
        </p:nvSpPr>
        <p:spPr>
          <a:xfrm>
            <a:off x="6626142" y="913312"/>
            <a:ext cx="2331720" cy="471896"/>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a:extLst>
              <a:ext uri="{FF2B5EF4-FFF2-40B4-BE49-F238E27FC236}">
                <a16:creationId xmlns:a16="http://schemas.microsoft.com/office/drawing/2014/main" id="{FA93C531-CDD3-448F-B1B0-EFDB3775F0E0}"/>
              </a:ext>
            </a:extLst>
          </p:cNvPr>
          <p:cNvSpPr/>
          <p:nvPr/>
        </p:nvSpPr>
        <p:spPr>
          <a:xfrm>
            <a:off x="6626142" y="913312"/>
            <a:ext cx="64008" cy="471896"/>
          </a:xfrm>
          <a:prstGeom prst="rect">
            <a:avLst/>
          </a:prstGeom>
          <a:solidFill>
            <a:srgbClr val="FCEAD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a:extLst>
              <a:ext uri="{FF2B5EF4-FFF2-40B4-BE49-F238E27FC236}">
                <a16:creationId xmlns:a16="http://schemas.microsoft.com/office/drawing/2014/main" id="{9F2DD8B3-23C9-98E0-5E24-4550616FCDF5}"/>
              </a:ext>
            </a:extLst>
          </p:cNvPr>
          <p:cNvSpPr/>
          <p:nvPr/>
        </p:nvSpPr>
        <p:spPr>
          <a:xfrm>
            <a:off x="6781590" y="995608"/>
            <a:ext cx="2084831" cy="320040"/>
          </a:xfrm>
          <a:prstGeom prst="rect">
            <a:avLst/>
          </a:prstGeom>
          <a:solidFill>
            <a:srgbClr val="FCEAD6"/>
          </a:solidFill>
          <a:ln w="10160">
            <a:solidFill>
              <a:schemeClr val="accent6">
                <a:lumMod val="20000"/>
                <a:lumOff val="80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dirty="0" err="1">
                <a:solidFill>
                  <a:srgbClr val="C2410C"/>
                </a:solidFill>
              </a:rPr>
              <a:t>i</a:t>
            </a:r>
            <a:r>
              <a:rPr lang="fr-FR" sz="1300" b="1" i="0" dirty="0" err="1">
                <a:solidFill>
                  <a:srgbClr val="C2410C"/>
                </a:solidFill>
              </a:rPr>
              <a:t>nstance_gen.json</a:t>
            </a:r>
            <a:endParaRPr sz="1300" b="1" i="0" dirty="0">
              <a:solidFill>
                <a:srgbClr val="C2410C"/>
              </a:solidFill>
            </a:endParaRPr>
          </a:p>
        </p:txBody>
      </p:sp>
      <p:sp>
        <p:nvSpPr>
          <p:cNvPr id="18" name="Rectangle 17">
            <a:extLst>
              <a:ext uri="{FF2B5EF4-FFF2-40B4-BE49-F238E27FC236}">
                <a16:creationId xmlns:a16="http://schemas.microsoft.com/office/drawing/2014/main" id="{6B0F8BC2-2510-A57A-83E1-EACA61D2BC30}"/>
              </a:ext>
            </a:extLst>
          </p:cNvPr>
          <p:cNvSpPr/>
          <p:nvPr/>
        </p:nvSpPr>
        <p:spPr>
          <a:xfrm>
            <a:off x="6626142" y="1868024"/>
            <a:ext cx="2331720" cy="581262"/>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Rectangle 21">
            <a:extLst>
              <a:ext uri="{FF2B5EF4-FFF2-40B4-BE49-F238E27FC236}">
                <a16:creationId xmlns:a16="http://schemas.microsoft.com/office/drawing/2014/main" id="{FEF63BF6-1769-235D-92FC-675F716B67F7}"/>
              </a:ext>
            </a:extLst>
          </p:cNvPr>
          <p:cNvSpPr/>
          <p:nvPr/>
        </p:nvSpPr>
        <p:spPr>
          <a:xfrm>
            <a:off x="6626142" y="1868024"/>
            <a:ext cx="64008" cy="581262"/>
          </a:xfrm>
          <a:prstGeom prst="rect">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Rectangle 25">
            <a:extLst>
              <a:ext uri="{FF2B5EF4-FFF2-40B4-BE49-F238E27FC236}">
                <a16:creationId xmlns:a16="http://schemas.microsoft.com/office/drawing/2014/main" id="{E4BE2D16-EAA3-4DEE-5211-6B6567CBC6E8}"/>
              </a:ext>
            </a:extLst>
          </p:cNvPr>
          <p:cNvSpPr/>
          <p:nvPr/>
        </p:nvSpPr>
        <p:spPr>
          <a:xfrm>
            <a:off x="6781590" y="1950320"/>
            <a:ext cx="2084831" cy="394212"/>
          </a:xfrm>
          <a:prstGeom prst="rect">
            <a:avLst/>
          </a:prstGeom>
          <a:solidFill>
            <a:srgbClr val="FF0000"/>
          </a:solidFill>
          <a:ln w="10160">
            <a:solidFill>
              <a:srgbClr val="FF0000"/>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i="0" dirty="0">
                <a:solidFill>
                  <a:schemeClr val="bg1"/>
                </a:solidFill>
              </a:rPr>
              <a:t>Générateur d’emploi du temps</a:t>
            </a:r>
            <a:endParaRPr sz="1300" b="1" i="0" dirty="0">
              <a:solidFill>
                <a:schemeClr val="bg1"/>
              </a:solidFill>
            </a:endParaRPr>
          </a:p>
        </p:txBody>
      </p:sp>
      <p:sp>
        <p:nvSpPr>
          <p:cNvPr id="34" name="Down Arrow 74">
            <a:extLst>
              <a:ext uri="{FF2B5EF4-FFF2-40B4-BE49-F238E27FC236}">
                <a16:creationId xmlns:a16="http://schemas.microsoft.com/office/drawing/2014/main" id="{636F8C17-34A1-3EE5-6A7F-41895CD78A20}"/>
              </a:ext>
            </a:extLst>
          </p:cNvPr>
          <p:cNvSpPr/>
          <p:nvPr/>
        </p:nvSpPr>
        <p:spPr>
          <a:xfrm rot="5400000">
            <a:off x="6084528" y="1811715"/>
            <a:ext cx="240683" cy="644977"/>
          </a:xfrm>
          <a:prstGeom prst="downArrow">
            <a:avLst/>
          </a:prstGeom>
          <a:solidFill>
            <a:srgbClr val="00B050"/>
          </a:solidFill>
          <a:ln w="635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a:extLst>
              <a:ext uri="{FF2B5EF4-FFF2-40B4-BE49-F238E27FC236}">
                <a16:creationId xmlns:a16="http://schemas.microsoft.com/office/drawing/2014/main" id="{42026199-7B59-2C86-84AE-D84897FAA673}"/>
              </a:ext>
            </a:extLst>
          </p:cNvPr>
          <p:cNvSpPr/>
          <p:nvPr/>
        </p:nvSpPr>
        <p:spPr>
          <a:xfrm>
            <a:off x="3406140" y="1923106"/>
            <a:ext cx="2331720" cy="471896"/>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7" name="Rectangle 46">
            <a:extLst>
              <a:ext uri="{FF2B5EF4-FFF2-40B4-BE49-F238E27FC236}">
                <a16:creationId xmlns:a16="http://schemas.microsoft.com/office/drawing/2014/main" id="{411BF101-3306-1EE7-4663-360832E85A14}"/>
              </a:ext>
            </a:extLst>
          </p:cNvPr>
          <p:cNvSpPr/>
          <p:nvPr/>
        </p:nvSpPr>
        <p:spPr>
          <a:xfrm>
            <a:off x="3406140" y="1923106"/>
            <a:ext cx="64008" cy="471896"/>
          </a:xfrm>
          <a:prstGeom prst="rect">
            <a:avLst/>
          </a:prstGeom>
          <a:solidFill>
            <a:schemeClr val="accent3">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9" name="Rectangle 48">
            <a:extLst>
              <a:ext uri="{FF2B5EF4-FFF2-40B4-BE49-F238E27FC236}">
                <a16:creationId xmlns:a16="http://schemas.microsoft.com/office/drawing/2014/main" id="{618643E5-F056-CABA-F2BD-90AEAEACAC42}"/>
              </a:ext>
            </a:extLst>
          </p:cNvPr>
          <p:cNvSpPr/>
          <p:nvPr/>
        </p:nvSpPr>
        <p:spPr>
          <a:xfrm>
            <a:off x="3561588" y="2005402"/>
            <a:ext cx="2084831" cy="320040"/>
          </a:xfrm>
          <a:prstGeom prst="rect">
            <a:avLst/>
          </a:prstGeom>
          <a:solidFill>
            <a:schemeClr val="accent3">
              <a:lumMod val="60000"/>
              <a:lumOff val="40000"/>
            </a:schemeClr>
          </a:solidFill>
          <a:ln w="10160">
            <a:solidFill>
              <a:schemeClr val="accent3">
                <a:lumMod val="60000"/>
                <a:lumOff val="40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dirty="0" err="1">
                <a:solidFill>
                  <a:srgbClr val="00B050"/>
                </a:solidFill>
              </a:rPr>
              <a:t>e</a:t>
            </a:r>
            <a:r>
              <a:rPr lang="fr-FR" sz="1300" b="1" i="0" dirty="0" err="1">
                <a:solidFill>
                  <a:srgbClr val="00B050"/>
                </a:solidFill>
              </a:rPr>
              <a:t>dt_gen.json</a:t>
            </a:r>
            <a:endParaRPr sz="1300" b="1" i="0" dirty="0">
              <a:solidFill>
                <a:srgbClr val="00B050"/>
              </a:solidFill>
            </a:endParaRPr>
          </a:p>
        </p:txBody>
      </p:sp>
      <p:sp>
        <p:nvSpPr>
          <p:cNvPr id="51" name="Down Arrow 74">
            <a:extLst>
              <a:ext uri="{FF2B5EF4-FFF2-40B4-BE49-F238E27FC236}">
                <a16:creationId xmlns:a16="http://schemas.microsoft.com/office/drawing/2014/main" id="{8B69F8E6-BEFD-369F-8C55-69D6C3ADE695}"/>
              </a:ext>
            </a:extLst>
          </p:cNvPr>
          <p:cNvSpPr/>
          <p:nvPr/>
        </p:nvSpPr>
        <p:spPr>
          <a:xfrm rot="3712321">
            <a:off x="2853219" y="2206661"/>
            <a:ext cx="240683" cy="644977"/>
          </a:xfrm>
          <a:prstGeom prst="downArrow">
            <a:avLst/>
          </a:prstGeom>
          <a:solidFill>
            <a:srgbClr val="C00000"/>
          </a:solidFill>
          <a:ln w="635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a:extLst>
              <a:ext uri="{FF2B5EF4-FFF2-40B4-BE49-F238E27FC236}">
                <a16:creationId xmlns:a16="http://schemas.microsoft.com/office/drawing/2014/main" id="{EDE85F8C-5B1A-A346-FFD4-CDB9111A5463}"/>
              </a:ext>
            </a:extLst>
          </p:cNvPr>
          <p:cNvSpPr/>
          <p:nvPr/>
        </p:nvSpPr>
        <p:spPr>
          <a:xfrm>
            <a:off x="181787" y="1746062"/>
            <a:ext cx="2331720" cy="471896"/>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5" name="Rectangle 54">
            <a:extLst>
              <a:ext uri="{FF2B5EF4-FFF2-40B4-BE49-F238E27FC236}">
                <a16:creationId xmlns:a16="http://schemas.microsoft.com/office/drawing/2014/main" id="{6CAD8653-416D-F303-DB7E-0B7DDB66A56C}"/>
              </a:ext>
            </a:extLst>
          </p:cNvPr>
          <p:cNvSpPr/>
          <p:nvPr/>
        </p:nvSpPr>
        <p:spPr>
          <a:xfrm>
            <a:off x="181787" y="1746062"/>
            <a:ext cx="64008" cy="471896"/>
          </a:xfrm>
          <a:prstGeom prst="rect">
            <a:avLst/>
          </a:prstGeom>
          <a:solidFill>
            <a:schemeClr val="accent4">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7" name="Rectangle 56">
            <a:extLst>
              <a:ext uri="{FF2B5EF4-FFF2-40B4-BE49-F238E27FC236}">
                <a16:creationId xmlns:a16="http://schemas.microsoft.com/office/drawing/2014/main" id="{39143B55-070A-E2C5-E940-AF4133560D0D}"/>
              </a:ext>
            </a:extLst>
          </p:cNvPr>
          <p:cNvSpPr/>
          <p:nvPr/>
        </p:nvSpPr>
        <p:spPr>
          <a:xfrm>
            <a:off x="337235" y="1828358"/>
            <a:ext cx="2084831" cy="320040"/>
          </a:xfrm>
          <a:prstGeom prst="rect">
            <a:avLst/>
          </a:prstGeom>
          <a:solidFill>
            <a:schemeClr val="accent4">
              <a:lumMod val="60000"/>
              <a:lumOff val="40000"/>
            </a:schemeClr>
          </a:solidFill>
          <a:ln w="10160">
            <a:solidFill>
              <a:schemeClr val="accent4">
                <a:lumMod val="60000"/>
                <a:lumOff val="40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i="0" dirty="0" err="1">
                <a:solidFill>
                  <a:schemeClr val="tx1"/>
                </a:solidFill>
              </a:rPr>
              <a:t>specs.json</a:t>
            </a:r>
            <a:endParaRPr sz="1300" b="1" i="0" dirty="0">
              <a:solidFill>
                <a:schemeClr val="tx1"/>
              </a:solidFill>
            </a:endParaRPr>
          </a:p>
        </p:txBody>
      </p:sp>
      <p:sp>
        <p:nvSpPr>
          <p:cNvPr id="61" name="Rectangle 60">
            <a:extLst>
              <a:ext uri="{FF2B5EF4-FFF2-40B4-BE49-F238E27FC236}">
                <a16:creationId xmlns:a16="http://schemas.microsoft.com/office/drawing/2014/main" id="{0B098E2B-4E42-B2FF-A52F-E3B8EE0AD78C}"/>
              </a:ext>
            </a:extLst>
          </p:cNvPr>
          <p:cNvSpPr/>
          <p:nvPr/>
        </p:nvSpPr>
        <p:spPr>
          <a:xfrm>
            <a:off x="176345" y="2684529"/>
            <a:ext cx="2331720" cy="471896"/>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3" name="Rectangle 62">
            <a:extLst>
              <a:ext uri="{FF2B5EF4-FFF2-40B4-BE49-F238E27FC236}">
                <a16:creationId xmlns:a16="http://schemas.microsoft.com/office/drawing/2014/main" id="{66EF5C23-BDC7-2BCC-7407-8A9E0AD72984}"/>
              </a:ext>
            </a:extLst>
          </p:cNvPr>
          <p:cNvSpPr/>
          <p:nvPr/>
        </p:nvSpPr>
        <p:spPr>
          <a:xfrm>
            <a:off x="176345" y="2684529"/>
            <a:ext cx="64008" cy="471896"/>
          </a:xfrm>
          <a:prstGeom prst="rect">
            <a:avLst/>
          </a:prstGeom>
          <a:solidFill>
            <a:srgbClr val="24426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5" name="Rectangle 64">
            <a:extLst>
              <a:ext uri="{FF2B5EF4-FFF2-40B4-BE49-F238E27FC236}">
                <a16:creationId xmlns:a16="http://schemas.microsoft.com/office/drawing/2014/main" id="{8F854C9E-E604-7F2C-16F9-8E3A6FE1A0EE}"/>
              </a:ext>
            </a:extLst>
          </p:cNvPr>
          <p:cNvSpPr/>
          <p:nvPr/>
        </p:nvSpPr>
        <p:spPr>
          <a:xfrm>
            <a:off x="331793" y="2766825"/>
            <a:ext cx="2084831" cy="320040"/>
          </a:xfrm>
          <a:prstGeom prst="rect">
            <a:avLst/>
          </a:prstGeom>
          <a:solidFill>
            <a:srgbClr val="244266"/>
          </a:solidFill>
          <a:ln w="10160">
            <a:solidFill>
              <a:srgbClr val="244266"/>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dirty="0">
                <a:solidFill>
                  <a:schemeClr val="bg1"/>
                </a:solidFill>
              </a:rPr>
              <a:t>g</a:t>
            </a:r>
            <a:r>
              <a:rPr lang="fr-FR" sz="1300" b="1" i="0" dirty="0">
                <a:solidFill>
                  <a:schemeClr val="bg1"/>
                </a:solidFill>
              </a:rPr>
              <a:t>en_to_perturb.py</a:t>
            </a:r>
            <a:endParaRPr sz="1300" b="1" i="0" dirty="0">
              <a:solidFill>
                <a:schemeClr val="bg1"/>
              </a:solidFill>
            </a:endParaRPr>
          </a:p>
        </p:txBody>
      </p:sp>
      <p:sp>
        <p:nvSpPr>
          <p:cNvPr id="67" name="Flèche : droite 66">
            <a:extLst>
              <a:ext uri="{FF2B5EF4-FFF2-40B4-BE49-F238E27FC236}">
                <a16:creationId xmlns:a16="http://schemas.microsoft.com/office/drawing/2014/main" id="{6E4F0A69-26CC-8A61-FBB2-A8A201A05FDB}"/>
              </a:ext>
            </a:extLst>
          </p:cNvPr>
          <p:cNvSpPr/>
          <p:nvPr/>
        </p:nvSpPr>
        <p:spPr>
          <a:xfrm>
            <a:off x="2669718" y="2852476"/>
            <a:ext cx="644978" cy="240683"/>
          </a:xfrm>
          <a:prstGeom prst="rightArrow">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69" name="Flèche : droite 68">
            <a:extLst>
              <a:ext uri="{FF2B5EF4-FFF2-40B4-BE49-F238E27FC236}">
                <a16:creationId xmlns:a16="http://schemas.microsoft.com/office/drawing/2014/main" id="{A4D78FF4-C049-FC9F-1D30-DB628C5D8B71}"/>
              </a:ext>
            </a:extLst>
          </p:cNvPr>
          <p:cNvSpPr/>
          <p:nvPr/>
        </p:nvSpPr>
        <p:spPr>
          <a:xfrm rot="5400000">
            <a:off x="1238862" y="2344627"/>
            <a:ext cx="300077" cy="246875"/>
          </a:xfrm>
          <a:prstGeom prst="rightArrow">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71" name="Rectangle 70">
            <a:extLst>
              <a:ext uri="{FF2B5EF4-FFF2-40B4-BE49-F238E27FC236}">
                <a16:creationId xmlns:a16="http://schemas.microsoft.com/office/drawing/2014/main" id="{20D90B60-D07A-50FC-5403-CE15C8914C3F}"/>
              </a:ext>
            </a:extLst>
          </p:cNvPr>
          <p:cNvSpPr/>
          <p:nvPr/>
        </p:nvSpPr>
        <p:spPr>
          <a:xfrm>
            <a:off x="3398527" y="2747776"/>
            <a:ext cx="2331720" cy="471896"/>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3" name="Rectangle 72">
            <a:extLst>
              <a:ext uri="{FF2B5EF4-FFF2-40B4-BE49-F238E27FC236}">
                <a16:creationId xmlns:a16="http://schemas.microsoft.com/office/drawing/2014/main" id="{BAB4B36B-5561-2FB6-CB04-EC7AD9411E04}"/>
              </a:ext>
            </a:extLst>
          </p:cNvPr>
          <p:cNvSpPr/>
          <p:nvPr/>
        </p:nvSpPr>
        <p:spPr>
          <a:xfrm>
            <a:off x="3398527" y="2747776"/>
            <a:ext cx="64008" cy="471896"/>
          </a:xfrm>
          <a:prstGeom prst="rect">
            <a:avLst/>
          </a:prstGeom>
          <a:solidFill>
            <a:schemeClr val="accent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5" name="Rectangle 74">
            <a:extLst>
              <a:ext uri="{FF2B5EF4-FFF2-40B4-BE49-F238E27FC236}">
                <a16:creationId xmlns:a16="http://schemas.microsoft.com/office/drawing/2014/main" id="{9ECEDF00-123D-2F99-A38F-24A7214E834B}"/>
              </a:ext>
            </a:extLst>
          </p:cNvPr>
          <p:cNvSpPr/>
          <p:nvPr/>
        </p:nvSpPr>
        <p:spPr>
          <a:xfrm>
            <a:off x="3553975" y="2830072"/>
            <a:ext cx="2084831" cy="320040"/>
          </a:xfrm>
          <a:prstGeom prst="rect">
            <a:avLst/>
          </a:prstGeom>
          <a:solidFill>
            <a:schemeClr val="accent2">
              <a:lumMod val="60000"/>
              <a:lumOff val="40000"/>
            </a:schemeClr>
          </a:solidFill>
          <a:ln w="10160">
            <a:solidFill>
              <a:schemeClr val="accent2">
                <a:lumMod val="60000"/>
                <a:lumOff val="40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dirty="0">
                <a:solidFill>
                  <a:srgbClr val="FF0000"/>
                </a:solidFill>
              </a:rPr>
              <a:t>edt</a:t>
            </a:r>
            <a:r>
              <a:rPr lang="fr-FR" sz="1300" b="1" i="0" dirty="0">
                <a:solidFill>
                  <a:srgbClr val="FF0000"/>
                </a:solidFill>
              </a:rPr>
              <a:t>.json</a:t>
            </a:r>
            <a:endParaRPr sz="1300" b="1" i="0" dirty="0">
              <a:solidFill>
                <a:srgbClr val="FF0000"/>
              </a:solidFill>
            </a:endParaRPr>
          </a:p>
        </p:txBody>
      </p:sp>
      <p:sp>
        <p:nvSpPr>
          <p:cNvPr id="77" name="Flèche : droite 76">
            <a:extLst>
              <a:ext uri="{FF2B5EF4-FFF2-40B4-BE49-F238E27FC236}">
                <a16:creationId xmlns:a16="http://schemas.microsoft.com/office/drawing/2014/main" id="{0DEF6E3E-E028-E6E7-5191-AE00B69B3917}"/>
              </a:ext>
            </a:extLst>
          </p:cNvPr>
          <p:cNvSpPr/>
          <p:nvPr/>
        </p:nvSpPr>
        <p:spPr>
          <a:xfrm>
            <a:off x="5882381" y="2920477"/>
            <a:ext cx="644978" cy="240683"/>
          </a:xfrm>
          <a:prstGeom prst="rightArrow">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79" name="Rectangle 78">
            <a:extLst>
              <a:ext uri="{FF2B5EF4-FFF2-40B4-BE49-F238E27FC236}">
                <a16:creationId xmlns:a16="http://schemas.microsoft.com/office/drawing/2014/main" id="{147D12C4-19AB-F556-CD57-A6A9381BC66F}"/>
              </a:ext>
            </a:extLst>
          </p:cNvPr>
          <p:cNvSpPr/>
          <p:nvPr/>
        </p:nvSpPr>
        <p:spPr>
          <a:xfrm>
            <a:off x="6620709" y="2741693"/>
            <a:ext cx="2331720" cy="581262"/>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5" name="Rectangle 84">
            <a:extLst>
              <a:ext uri="{FF2B5EF4-FFF2-40B4-BE49-F238E27FC236}">
                <a16:creationId xmlns:a16="http://schemas.microsoft.com/office/drawing/2014/main" id="{A97BBDE8-D875-D9D7-C03F-69FD35B071C1}"/>
              </a:ext>
            </a:extLst>
          </p:cNvPr>
          <p:cNvSpPr/>
          <p:nvPr/>
        </p:nvSpPr>
        <p:spPr>
          <a:xfrm>
            <a:off x="6620709" y="2741693"/>
            <a:ext cx="64008" cy="581262"/>
          </a:xfrm>
          <a:prstGeom prst="rect">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9" name="Rectangle 88">
            <a:extLst>
              <a:ext uri="{FF2B5EF4-FFF2-40B4-BE49-F238E27FC236}">
                <a16:creationId xmlns:a16="http://schemas.microsoft.com/office/drawing/2014/main" id="{2E905DF7-2014-804F-A3FC-5F5E62A2100F}"/>
              </a:ext>
            </a:extLst>
          </p:cNvPr>
          <p:cNvSpPr/>
          <p:nvPr/>
        </p:nvSpPr>
        <p:spPr>
          <a:xfrm>
            <a:off x="6776157" y="2823989"/>
            <a:ext cx="2084831" cy="394212"/>
          </a:xfrm>
          <a:prstGeom prst="rect">
            <a:avLst/>
          </a:prstGeom>
          <a:solidFill>
            <a:srgbClr val="FF0000"/>
          </a:solidFill>
          <a:ln w="10160">
            <a:solidFill>
              <a:srgbClr val="FF0000"/>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i="0" dirty="0">
                <a:solidFill>
                  <a:schemeClr val="bg1"/>
                </a:solidFill>
              </a:rPr>
              <a:t>Gestionnaire de perturbations</a:t>
            </a:r>
            <a:endParaRPr sz="1300" b="1" i="0" dirty="0">
              <a:solidFill>
                <a:schemeClr val="bg1"/>
              </a:solidFill>
            </a:endParaRPr>
          </a:p>
        </p:txBody>
      </p:sp>
      <p:sp>
        <p:nvSpPr>
          <p:cNvPr id="93" name="Down Arrow 74">
            <a:extLst>
              <a:ext uri="{FF2B5EF4-FFF2-40B4-BE49-F238E27FC236}">
                <a16:creationId xmlns:a16="http://schemas.microsoft.com/office/drawing/2014/main" id="{8E66A25E-B46C-F530-39EC-5A8702C42C19}"/>
              </a:ext>
            </a:extLst>
          </p:cNvPr>
          <p:cNvSpPr/>
          <p:nvPr/>
        </p:nvSpPr>
        <p:spPr>
          <a:xfrm>
            <a:off x="7668558" y="3425593"/>
            <a:ext cx="267128" cy="330324"/>
          </a:xfrm>
          <a:prstGeom prst="downArrow">
            <a:avLst/>
          </a:prstGeom>
          <a:solidFill>
            <a:srgbClr val="00B050"/>
          </a:solidFill>
          <a:ln w="635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Rectangle 96">
            <a:extLst>
              <a:ext uri="{FF2B5EF4-FFF2-40B4-BE49-F238E27FC236}">
                <a16:creationId xmlns:a16="http://schemas.microsoft.com/office/drawing/2014/main" id="{C1D33B87-1531-690D-5134-3AFE70BD96C9}"/>
              </a:ext>
            </a:extLst>
          </p:cNvPr>
          <p:cNvSpPr/>
          <p:nvPr/>
        </p:nvSpPr>
        <p:spPr>
          <a:xfrm>
            <a:off x="6629400" y="3846689"/>
            <a:ext cx="2331720" cy="471896"/>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1" name="Rectangle 100">
            <a:extLst>
              <a:ext uri="{FF2B5EF4-FFF2-40B4-BE49-F238E27FC236}">
                <a16:creationId xmlns:a16="http://schemas.microsoft.com/office/drawing/2014/main" id="{1DFB0314-4ED0-A76C-6277-38B1401585AE}"/>
              </a:ext>
            </a:extLst>
          </p:cNvPr>
          <p:cNvSpPr/>
          <p:nvPr/>
        </p:nvSpPr>
        <p:spPr>
          <a:xfrm>
            <a:off x="6629400" y="3846689"/>
            <a:ext cx="64008" cy="471896"/>
          </a:xfrm>
          <a:prstGeom prst="rect">
            <a:avLst/>
          </a:prstGeom>
          <a:solidFill>
            <a:schemeClr val="accent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5" name="Rectangle 104">
            <a:extLst>
              <a:ext uri="{FF2B5EF4-FFF2-40B4-BE49-F238E27FC236}">
                <a16:creationId xmlns:a16="http://schemas.microsoft.com/office/drawing/2014/main" id="{1091A557-D4CF-062C-B961-F1B77B9BF61C}"/>
              </a:ext>
            </a:extLst>
          </p:cNvPr>
          <p:cNvSpPr/>
          <p:nvPr/>
        </p:nvSpPr>
        <p:spPr>
          <a:xfrm>
            <a:off x="6784848" y="3928985"/>
            <a:ext cx="2084831" cy="320040"/>
          </a:xfrm>
          <a:prstGeom prst="rect">
            <a:avLst/>
          </a:prstGeom>
          <a:solidFill>
            <a:schemeClr val="accent2">
              <a:lumMod val="60000"/>
              <a:lumOff val="40000"/>
            </a:schemeClr>
          </a:solidFill>
          <a:ln w="10160">
            <a:solidFill>
              <a:schemeClr val="accent2">
                <a:lumMod val="60000"/>
                <a:lumOff val="40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dirty="0" err="1">
                <a:solidFill>
                  <a:srgbClr val="FF0000"/>
                </a:solidFill>
              </a:rPr>
              <a:t>edt_perturb</a:t>
            </a:r>
            <a:r>
              <a:rPr lang="fr-FR" sz="1300" b="1" i="0" dirty="0" err="1">
                <a:solidFill>
                  <a:srgbClr val="FF0000"/>
                </a:solidFill>
              </a:rPr>
              <a:t>.json</a:t>
            </a:r>
            <a:endParaRPr sz="1300" b="1" i="0" dirty="0">
              <a:solidFill>
                <a:srgbClr val="FF0000"/>
              </a:solidFill>
            </a:endParaRPr>
          </a:p>
        </p:txBody>
      </p:sp>
      <p:sp>
        <p:nvSpPr>
          <p:cNvPr id="109" name="Down Arrow 74">
            <a:extLst>
              <a:ext uri="{FF2B5EF4-FFF2-40B4-BE49-F238E27FC236}">
                <a16:creationId xmlns:a16="http://schemas.microsoft.com/office/drawing/2014/main" id="{DE2F3146-ECA3-7DC3-1CF8-1DDBED24E202}"/>
              </a:ext>
            </a:extLst>
          </p:cNvPr>
          <p:cNvSpPr/>
          <p:nvPr/>
        </p:nvSpPr>
        <p:spPr>
          <a:xfrm rot="3712321">
            <a:off x="6159232" y="3265857"/>
            <a:ext cx="240683" cy="644977"/>
          </a:xfrm>
          <a:prstGeom prst="downArrow">
            <a:avLst/>
          </a:prstGeom>
          <a:solidFill>
            <a:srgbClr val="00B050"/>
          </a:solidFill>
          <a:ln w="635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Rectangle 112">
            <a:extLst>
              <a:ext uri="{FF2B5EF4-FFF2-40B4-BE49-F238E27FC236}">
                <a16:creationId xmlns:a16="http://schemas.microsoft.com/office/drawing/2014/main" id="{8838A285-7E95-ED11-B564-EE224D5BFDF3}"/>
              </a:ext>
            </a:extLst>
          </p:cNvPr>
          <p:cNvSpPr/>
          <p:nvPr/>
        </p:nvSpPr>
        <p:spPr>
          <a:xfrm>
            <a:off x="3606717" y="3846689"/>
            <a:ext cx="2331720" cy="471896"/>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7" name="Rectangle 116">
            <a:extLst>
              <a:ext uri="{FF2B5EF4-FFF2-40B4-BE49-F238E27FC236}">
                <a16:creationId xmlns:a16="http://schemas.microsoft.com/office/drawing/2014/main" id="{C2EA41AB-C4DA-E183-DC67-2C593BF9E9D9}"/>
              </a:ext>
            </a:extLst>
          </p:cNvPr>
          <p:cNvSpPr/>
          <p:nvPr/>
        </p:nvSpPr>
        <p:spPr>
          <a:xfrm>
            <a:off x="3606717" y="3846689"/>
            <a:ext cx="64008" cy="471896"/>
          </a:xfrm>
          <a:prstGeom prst="rect">
            <a:avLst/>
          </a:prstGeom>
          <a:solidFill>
            <a:srgbClr val="FCEAD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1" name="Rectangle 120">
            <a:extLst>
              <a:ext uri="{FF2B5EF4-FFF2-40B4-BE49-F238E27FC236}">
                <a16:creationId xmlns:a16="http://schemas.microsoft.com/office/drawing/2014/main" id="{8215509C-6982-2788-EBCB-807DF921288B}"/>
              </a:ext>
            </a:extLst>
          </p:cNvPr>
          <p:cNvSpPr/>
          <p:nvPr/>
        </p:nvSpPr>
        <p:spPr>
          <a:xfrm>
            <a:off x="3762165" y="3928985"/>
            <a:ext cx="2084831" cy="320040"/>
          </a:xfrm>
          <a:prstGeom prst="rect">
            <a:avLst/>
          </a:prstGeom>
          <a:solidFill>
            <a:srgbClr val="FCEAD6"/>
          </a:solidFill>
          <a:ln w="10160">
            <a:solidFill>
              <a:schemeClr val="accent6">
                <a:lumMod val="20000"/>
                <a:lumOff val="80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dirty="0" err="1">
                <a:solidFill>
                  <a:srgbClr val="C2410C"/>
                </a:solidFill>
              </a:rPr>
              <a:t>l</a:t>
            </a:r>
            <a:r>
              <a:rPr lang="fr-FR" sz="1300" b="1" i="0" dirty="0" err="1">
                <a:solidFill>
                  <a:srgbClr val="C2410C"/>
                </a:solidFill>
              </a:rPr>
              <a:t>og_perturb.jsonl</a:t>
            </a:r>
            <a:endParaRPr sz="1300" b="1" i="0" dirty="0">
              <a:solidFill>
                <a:srgbClr val="C2410C"/>
              </a:solidFill>
            </a:endParaRPr>
          </a:p>
        </p:txBody>
      </p:sp>
      <p:sp>
        <p:nvSpPr>
          <p:cNvPr id="126" name="Down Arrow 74">
            <a:extLst>
              <a:ext uri="{FF2B5EF4-FFF2-40B4-BE49-F238E27FC236}">
                <a16:creationId xmlns:a16="http://schemas.microsoft.com/office/drawing/2014/main" id="{9C6A8878-815F-ACE8-339A-7D4DBFE49323}"/>
              </a:ext>
            </a:extLst>
          </p:cNvPr>
          <p:cNvSpPr/>
          <p:nvPr/>
        </p:nvSpPr>
        <p:spPr>
          <a:xfrm rot="5400000">
            <a:off x="3072446" y="3755513"/>
            <a:ext cx="240683" cy="644977"/>
          </a:xfrm>
          <a:prstGeom prst="downArrow">
            <a:avLst/>
          </a:prstGeom>
          <a:solidFill>
            <a:srgbClr val="00B050"/>
          </a:solidFill>
          <a:ln w="635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Rectangle 127">
            <a:extLst>
              <a:ext uri="{FF2B5EF4-FFF2-40B4-BE49-F238E27FC236}">
                <a16:creationId xmlns:a16="http://schemas.microsoft.com/office/drawing/2014/main" id="{B7A8D7A9-224E-6E62-FAA1-FA029C3D054C}"/>
              </a:ext>
            </a:extLst>
          </p:cNvPr>
          <p:cNvSpPr/>
          <p:nvPr/>
        </p:nvSpPr>
        <p:spPr>
          <a:xfrm>
            <a:off x="403607" y="3865971"/>
            <a:ext cx="2331720" cy="471896"/>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fr-FR" sz="1400" dirty="0">
                <a:solidFill>
                  <a:srgbClr val="002060"/>
                </a:solidFill>
              </a:rPr>
              <a:t>Dict des perturbations</a:t>
            </a:r>
            <a:endParaRPr sz="1400" dirty="0">
              <a:solidFill>
                <a:srgbClr val="002060"/>
              </a:solidFill>
            </a:endParaRPr>
          </a:p>
        </p:txBody>
      </p:sp>
      <p:sp>
        <p:nvSpPr>
          <p:cNvPr id="130" name="Ellipse 129">
            <a:extLst>
              <a:ext uri="{FF2B5EF4-FFF2-40B4-BE49-F238E27FC236}">
                <a16:creationId xmlns:a16="http://schemas.microsoft.com/office/drawing/2014/main" id="{67AE79AF-FEDA-5E68-6F4A-847013D82892}"/>
              </a:ext>
            </a:extLst>
          </p:cNvPr>
          <p:cNvSpPr/>
          <p:nvPr/>
        </p:nvSpPr>
        <p:spPr>
          <a:xfrm>
            <a:off x="344532" y="3698422"/>
            <a:ext cx="2458818" cy="790303"/>
          </a:xfrm>
          <a:prstGeom prst="ellipse">
            <a:avLst/>
          </a:prstGeom>
          <a:noFill/>
          <a:ln w="4762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32" name="Ellipse 131">
            <a:extLst>
              <a:ext uri="{FF2B5EF4-FFF2-40B4-BE49-F238E27FC236}">
                <a16:creationId xmlns:a16="http://schemas.microsoft.com/office/drawing/2014/main" id="{6D1B10B5-618F-A4A4-562F-21A4E991C376}"/>
              </a:ext>
            </a:extLst>
          </p:cNvPr>
          <p:cNvSpPr/>
          <p:nvPr/>
        </p:nvSpPr>
        <p:spPr>
          <a:xfrm>
            <a:off x="6572713" y="3703944"/>
            <a:ext cx="2458818" cy="790303"/>
          </a:xfrm>
          <a:prstGeom prst="ellipse">
            <a:avLst/>
          </a:prstGeom>
          <a:noFill/>
          <a:ln w="4762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34" name="Ellipse 133">
            <a:extLst>
              <a:ext uri="{FF2B5EF4-FFF2-40B4-BE49-F238E27FC236}">
                <a16:creationId xmlns:a16="http://schemas.microsoft.com/office/drawing/2014/main" id="{B4724FE2-098C-F11F-EF18-FCB5E1DB0DEA}"/>
              </a:ext>
            </a:extLst>
          </p:cNvPr>
          <p:cNvSpPr/>
          <p:nvPr/>
        </p:nvSpPr>
        <p:spPr>
          <a:xfrm>
            <a:off x="3334978" y="2580194"/>
            <a:ext cx="2458818" cy="790303"/>
          </a:xfrm>
          <a:prstGeom prst="ellipse">
            <a:avLst/>
          </a:prstGeom>
          <a:noFill/>
          <a:ln w="4762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36" name="Ellipse 135">
            <a:extLst>
              <a:ext uri="{FF2B5EF4-FFF2-40B4-BE49-F238E27FC236}">
                <a16:creationId xmlns:a16="http://schemas.microsoft.com/office/drawing/2014/main" id="{7494E62D-1CE5-C076-FF66-FF59BFB49C64}"/>
              </a:ext>
            </a:extLst>
          </p:cNvPr>
          <p:cNvSpPr/>
          <p:nvPr/>
        </p:nvSpPr>
        <p:spPr>
          <a:xfrm>
            <a:off x="116192" y="767628"/>
            <a:ext cx="2458818" cy="790303"/>
          </a:xfrm>
          <a:prstGeom prst="ellipse">
            <a:avLst/>
          </a:prstGeom>
          <a:noFill/>
          <a:ln w="47625">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38" name="Ellipse 137">
            <a:extLst>
              <a:ext uri="{FF2B5EF4-FFF2-40B4-BE49-F238E27FC236}">
                <a16:creationId xmlns:a16="http://schemas.microsoft.com/office/drawing/2014/main" id="{83BC09C4-1C98-27CD-08D4-DA299DF12F15}"/>
              </a:ext>
            </a:extLst>
          </p:cNvPr>
          <p:cNvSpPr/>
          <p:nvPr/>
        </p:nvSpPr>
        <p:spPr>
          <a:xfrm>
            <a:off x="111427" y="1638378"/>
            <a:ext cx="2458818" cy="790303"/>
          </a:xfrm>
          <a:prstGeom prst="ellipse">
            <a:avLst/>
          </a:prstGeom>
          <a:noFill/>
          <a:ln w="47625">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208264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 grpId="0" animBg="1"/>
      <p:bldP spid="132" grpId="0" animBg="1"/>
      <p:bldP spid="134" grpId="0" animBg="1"/>
      <p:bldP spid="136" grpId="0" animBg="1"/>
      <p:bldP spid="13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2F246-2974-0B6F-981C-403A8D5856D4}"/>
            </a:ext>
          </a:extLst>
        </p:cNvPr>
        <p:cNvGrpSpPr/>
        <p:nvPr/>
      </p:nvGrpSpPr>
      <p:grpSpPr>
        <a:xfrm>
          <a:off x="0" y="0"/>
          <a:ext cx="0" cy="0"/>
          <a:chOff x="0" y="0"/>
          <a:chExt cx="0" cy="0"/>
        </a:xfrm>
      </p:grpSpPr>
      <p:sp>
        <p:nvSpPr>
          <p:cNvPr id="15" name="Oval 1">
            <a:extLst>
              <a:ext uri="{FF2B5EF4-FFF2-40B4-BE49-F238E27FC236}">
                <a16:creationId xmlns:a16="http://schemas.microsoft.com/office/drawing/2014/main" id="{C7530AB8-84E7-932B-5C64-67A6C0E20B12}"/>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405317BE-0A53-51A2-B30D-BB36464EBCE9}"/>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dirty="0">
                <a:solidFill>
                  <a:srgbClr val="0F172A"/>
                </a:solidFill>
              </a:rPr>
              <a:t>Leçons à retenir sur CP-SAT</a:t>
            </a:r>
          </a:p>
        </p:txBody>
      </p:sp>
      <p:sp>
        <p:nvSpPr>
          <p:cNvPr id="3" name="Rectangle 2">
            <a:extLst>
              <a:ext uri="{FF2B5EF4-FFF2-40B4-BE49-F238E27FC236}">
                <a16:creationId xmlns:a16="http://schemas.microsoft.com/office/drawing/2014/main" id="{204106A4-3C93-898C-2521-9AE5E6B26199}"/>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 name="Rectangle 3">
            <a:extLst>
              <a:ext uri="{FF2B5EF4-FFF2-40B4-BE49-F238E27FC236}">
                <a16:creationId xmlns:a16="http://schemas.microsoft.com/office/drawing/2014/main" id="{C011461E-0E37-4FFB-DDAD-04EB15691392}"/>
              </a:ext>
            </a:extLst>
          </p:cNvPr>
          <p:cNvSpPr/>
          <p:nvPr/>
        </p:nvSpPr>
        <p:spPr>
          <a:xfrm>
            <a:off x="274320" y="1005840"/>
            <a:ext cx="3977639" cy="3576002"/>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 name="Rectangle 4">
            <a:extLst>
              <a:ext uri="{FF2B5EF4-FFF2-40B4-BE49-F238E27FC236}">
                <a16:creationId xmlns:a16="http://schemas.microsoft.com/office/drawing/2014/main" id="{6381C70A-6C12-E0E6-82B4-1BA90EB84848}"/>
              </a:ext>
            </a:extLst>
          </p:cNvPr>
          <p:cNvSpPr/>
          <p:nvPr/>
        </p:nvSpPr>
        <p:spPr>
          <a:xfrm>
            <a:off x="274320" y="1005840"/>
            <a:ext cx="64008" cy="3576002"/>
          </a:xfrm>
          <a:prstGeom prst="rect">
            <a:avLst/>
          </a:prstGeom>
          <a:solidFill>
            <a:schemeClr val="accent4">
              <a:lumMod val="75000"/>
            </a:schemeClr>
          </a:solidFill>
          <a:ln>
            <a:solidFill>
              <a:schemeClr val="accent4">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 name="TextBox 5">
            <a:extLst>
              <a:ext uri="{FF2B5EF4-FFF2-40B4-BE49-F238E27FC236}">
                <a16:creationId xmlns:a16="http://schemas.microsoft.com/office/drawing/2014/main" id="{FA7E76F4-AF3C-9714-9747-4FD5357252C7}"/>
              </a:ext>
            </a:extLst>
          </p:cNvPr>
          <p:cNvSpPr txBox="1"/>
          <p:nvPr/>
        </p:nvSpPr>
        <p:spPr>
          <a:xfrm>
            <a:off x="457200" y="1078992"/>
            <a:ext cx="3749039" cy="320040"/>
          </a:xfrm>
          <a:prstGeom prst="rect">
            <a:avLst/>
          </a:prstGeom>
          <a:noFill/>
          <a:ln>
            <a:solidFill/>
          </a:ln>
        </p:spPr>
        <p:txBody>
          <a:bodyPr wrap="square">
            <a:spAutoFit/>
          </a:bodyPr>
          <a:lstStyle/>
          <a:p>
            <a:pPr algn="l">
              <a:defRPr>
                <a:solidFill>
                  <a:srgbClr val="0F172A"/>
                </a:solidFill>
              </a:defRPr>
            </a:pPr>
            <a:r>
              <a:rPr lang="fr-FR" sz="1400" b="1" i="0" dirty="0">
                <a:solidFill>
                  <a:srgbClr val="7030A0"/>
                </a:solidFill>
              </a:rPr>
              <a:t>Sur CP-SAT</a:t>
            </a:r>
          </a:p>
        </p:txBody>
      </p:sp>
      <p:sp>
        <p:nvSpPr>
          <p:cNvPr id="7" name="TextBox 6">
            <a:extLst>
              <a:ext uri="{FF2B5EF4-FFF2-40B4-BE49-F238E27FC236}">
                <a16:creationId xmlns:a16="http://schemas.microsoft.com/office/drawing/2014/main" id="{BFF64681-0530-C8C5-7A78-A6E9C3B34E94}"/>
              </a:ext>
            </a:extLst>
          </p:cNvPr>
          <p:cNvSpPr txBox="1"/>
          <p:nvPr/>
        </p:nvSpPr>
        <p:spPr>
          <a:xfrm>
            <a:off x="457200" y="1463040"/>
            <a:ext cx="3749039" cy="2831544"/>
          </a:xfrm>
          <a:prstGeom prst="rect">
            <a:avLst/>
          </a:prstGeom>
          <a:noFill/>
          <a:ln>
            <a:noFill/>
          </a:ln>
        </p:spPr>
        <p:txBody>
          <a:bodyPr wrap="square">
            <a:spAutoFit/>
          </a:bodyPr>
          <a:lstStyle/>
          <a:p>
            <a:pPr marL="171450" indent="-171450">
              <a:spcAft>
                <a:spcPts val="400"/>
              </a:spcAft>
              <a:buFont typeface="Wingdings" panose="05000000000000000000" pitchFamily="2" charset="2"/>
              <a:buChar char="Ø"/>
              <a:defRPr>
                <a:solidFill>
                  <a:srgbClr val="0F172A"/>
                </a:solidFill>
              </a:defRPr>
            </a:pPr>
            <a:r>
              <a:rPr lang="fr-FR" sz="1200" dirty="0">
                <a:solidFill>
                  <a:srgbClr val="7030A0"/>
                </a:solidFill>
              </a:rPr>
              <a:t>Le temps de recherche est maîtrisable grâce au paramètre timeout : </a:t>
            </a:r>
            <a:r>
              <a:rPr lang="fr-FR" sz="1200" i="1" dirty="0">
                <a:solidFill>
                  <a:srgbClr val="7030A0"/>
                </a:solidFill>
              </a:rPr>
              <a:t>si la solution optimale n’a pas été trouvée dans le temps imparti, renvoie la meilleure faisable et si aucune n’est trouvée, ne renvoie rien</a:t>
            </a:r>
          </a:p>
          <a:p>
            <a:pPr marL="171450" indent="-171450">
              <a:spcAft>
                <a:spcPts val="400"/>
              </a:spcAft>
              <a:buFont typeface="Wingdings" panose="05000000000000000000" pitchFamily="2" charset="2"/>
              <a:buChar char="Ø"/>
              <a:defRPr>
                <a:solidFill>
                  <a:srgbClr val="0F172A"/>
                </a:solidFill>
              </a:defRPr>
            </a:pPr>
            <a:r>
              <a:rPr lang="fr-FR" sz="1200" dirty="0">
                <a:solidFill>
                  <a:srgbClr val="7030A0"/>
                </a:solidFill>
              </a:rPr>
              <a:t>Les stratégies de décision (via </a:t>
            </a:r>
            <a:r>
              <a:rPr lang="fr-FR" sz="1200" dirty="0" err="1">
                <a:solidFill>
                  <a:srgbClr val="7030A0"/>
                </a:solidFill>
              </a:rPr>
              <a:t>AddDecisionStrategy</a:t>
            </a:r>
            <a:r>
              <a:rPr lang="fr-FR" sz="1200" dirty="0">
                <a:solidFill>
                  <a:srgbClr val="7030A0"/>
                </a:solidFill>
              </a:rPr>
              <a:t>) permettent d’orienter la recherche : </a:t>
            </a:r>
            <a:r>
              <a:rPr lang="fr-FR" sz="1200" i="1" dirty="0">
                <a:solidFill>
                  <a:srgbClr val="7030A0"/>
                </a:solidFill>
              </a:rPr>
              <a:t>privilégier la variable la plus contrainte par exemple</a:t>
            </a:r>
            <a:endParaRPr lang="fr-FR" sz="1200" dirty="0">
              <a:solidFill>
                <a:srgbClr val="7030A0"/>
              </a:solidFill>
            </a:endParaRPr>
          </a:p>
          <a:p>
            <a:pPr marL="171450" indent="-171450">
              <a:spcAft>
                <a:spcPts val="400"/>
              </a:spcAft>
              <a:buFont typeface="Wingdings" panose="05000000000000000000" pitchFamily="2" charset="2"/>
              <a:buChar char="Ø"/>
              <a:defRPr>
                <a:solidFill>
                  <a:srgbClr val="0F172A"/>
                </a:solidFill>
              </a:defRPr>
            </a:pPr>
            <a:r>
              <a:rPr lang="fr-FR" sz="1200" dirty="0">
                <a:solidFill>
                  <a:srgbClr val="7030A0"/>
                </a:solidFill>
              </a:rPr>
              <a:t>Les solutions faisables intermédiaires peuvent être conservées afin de  les comparer, de choisir celle qui nous convient le plus ou de faire une étude de convergence</a:t>
            </a:r>
          </a:p>
          <a:p>
            <a:pPr marL="171450" indent="-171450">
              <a:spcAft>
                <a:spcPts val="400"/>
              </a:spcAft>
              <a:buFont typeface="Wingdings" panose="05000000000000000000" pitchFamily="2" charset="2"/>
              <a:buChar char="Ø"/>
              <a:defRPr>
                <a:solidFill>
                  <a:srgbClr val="0F172A"/>
                </a:solidFill>
              </a:defRPr>
            </a:pPr>
            <a:r>
              <a:rPr lang="fr-FR" sz="1200" dirty="0">
                <a:solidFill>
                  <a:srgbClr val="7030A0"/>
                </a:solidFill>
              </a:rPr>
              <a:t>Le compromis temps/qualité est essentiel : une solution faisable rapidement peut être préférable à l’optimum</a:t>
            </a:r>
          </a:p>
        </p:txBody>
      </p:sp>
      <p:sp>
        <p:nvSpPr>
          <p:cNvPr id="8" name="Rectangle 7">
            <a:extLst>
              <a:ext uri="{FF2B5EF4-FFF2-40B4-BE49-F238E27FC236}">
                <a16:creationId xmlns:a16="http://schemas.microsoft.com/office/drawing/2014/main" id="{B09079CE-0589-C7AD-A50E-AEDAFA192337}"/>
              </a:ext>
            </a:extLst>
          </p:cNvPr>
          <p:cNvSpPr/>
          <p:nvPr/>
        </p:nvSpPr>
        <p:spPr>
          <a:xfrm>
            <a:off x="4617720" y="1005839"/>
            <a:ext cx="4206240" cy="3576003"/>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 name="Rectangle 8">
            <a:extLst>
              <a:ext uri="{FF2B5EF4-FFF2-40B4-BE49-F238E27FC236}">
                <a16:creationId xmlns:a16="http://schemas.microsoft.com/office/drawing/2014/main" id="{1B130C8E-BD46-B911-D456-44E5E0F7081F}"/>
              </a:ext>
            </a:extLst>
          </p:cNvPr>
          <p:cNvSpPr/>
          <p:nvPr/>
        </p:nvSpPr>
        <p:spPr>
          <a:xfrm>
            <a:off x="4617720" y="1005839"/>
            <a:ext cx="64008" cy="3576003"/>
          </a:xfrm>
          <a:prstGeom prst="rect">
            <a:avLst/>
          </a:prstGeom>
          <a:solidFill>
            <a:schemeClr val="tx2">
              <a:lumMod val="60000"/>
              <a:lumOff val="40000"/>
            </a:schemeClr>
          </a:solidFill>
          <a:ln>
            <a:solidFill>
              <a:schemeClr val="tx2">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0" name="TextBox 9">
            <a:extLst>
              <a:ext uri="{FF2B5EF4-FFF2-40B4-BE49-F238E27FC236}">
                <a16:creationId xmlns:a16="http://schemas.microsoft.com/office/drawing/2014/main" id="{ED6E0A74-E9F2-DC90-5846-0847695E8C2A}"/>
              </a:ext>
            </a:extLst>
          </p:cNvPr>
          <p:cNvSpPr txBox="1"/>
          <p:nvPr/>
        </p:nvSpPr>
        <p:spPr>
          <a:xfrm>
            <a:off x="4800600" y="1078992"/>
            <a:ext cx="3931920" cy="320040"/>
          </a:xfrm>
          <a:prstGeom prst="rect">
            <a:avLst/>
          </a:prstGeom>
          <a:noFill/>
          <a:ln>
            <a:solidFill/>
          </a:ln>
        </p:spPr>
        <p:txBody>
          <a:bodyPr wrap="square">
            <a:spAutoFit/>
          </a:bodyPr>
          <a:lstStyle/>
          <a:p>
            <a:pPr algn="l">
              <a:defRPr>
                <a:solidFill>
                  <a:srgbClr val="0F172A"/>
                </a:solidFill>
              </a:defRPr>
            </a:pPr>
            <a:r>
              <a:rPr lang="fr-FR" sz="1400" b="1" i="0" dirty="0">
                <a:solidFill>
                  <a:srgbClr val="0369A1"/>
                </a:solidFill>
              </a:rPr>
              <a:t>Sur son utilisation</a:t>
            </a:r>
          </a:p>
        </p:txBody>
      </p:sp>
      <p:sp>
        <p:nvSpPr>
          <p:cNvPr id="11" name="TextBox 10">
            <a:extLst>
              <a:ext uri="{FF2B5EF4-FFF2-40B4-BE49-F238E27FC236}">
                <a16:creationId xmlns:a16="http://schemas.microsoft.com/office/drawing/2014/main" id="{86253244-F35D-CA9E-9590-A30570F0DE94}"/>
              </a:ext>
            </a:extLst>
          </p:cNvPr>
          <p:cNvSpPr txBox="1"/>
          <p:nvPr/>
        </p:nvSpPr>
        <p:spPr>
          <a:xfrm>
            <a:off x="4800600" y="1463040"/>
            <a:ext cx="3931920" cy="3118803"/>
          </a:xfrm>
          <a:prstGeom prst="rect">
            <a:avLst/>
          </a:prstGeom>
          <a:noFill/>
          <a:ln>
            <a:noFill/>
          </a:ln>
        </p:spPr>
        <p:txBody>
          <a:bodyPr wrap="square">
            <a:spAutoFit/>
          </a:bodyPr>
          <a:lstStyle/>
          <a:p>
            <a:pPr marL="171450" indent="-171450">
              <a:spcAft>
                <a:spcPts val="400"/>
              </a:spcAft>
              <a:buFont typeface="Wingdings" panose="05000000000000000000" pitchFamily="2" charset="2"/>
              <a:buChar char="Ø"/>
              <a:defRPr>
                <a:solidFill>
                  <a:srgbClr val="0F172A"/>
                </a:solidFill>
              </a:defRPr>
            </a:pPr>
            <a:r>
              <a:rPr lang="fr-FR" sz="1200" dirty="0">
                <a:solidFill>
                  <a:srgbClr val="0369A1"/>
                </a:solidFill>
              </a:rPr>
              <a:t>Limiter le nombre de variables et de contraintes pour éviter l’explosion combinatoire et la saturation mémoire</a:t>
            </a:r>
          </a:p>
          <a:p>
            <a:pPr marL="171450" indent="-171450">
              <a:spcAft>
                <a:spcPts val="400"/>
              </a:spcAft>
              <a:buFont typeface="Wingdings" panose="05000000000000000000" pitchFamily="2" charset="2"/>
              <a:buChar char="Ø"/>
              <a:defRPr>
                <a:solidFill>
                  <a:srgbClr val="0F172A"/>
                </a:solidFill>
              </a:defRPr>
            </a:pPr>
            <a:r>
              <a:rPr lang="fr-FR" sz="1200" dirty="0">
                <a:solidFill>
                  <a:srgbClr val="0369A1"/>
                </a:solidFill>
              </a:rPr>
              <a:t>Construire un modèle simple puis l’enrichir progressivement afin d’identifier l’impact de chaque ajout</a:t>
            </a:r>
          </a:p>
          <a:p>
            <a:pPr marL="171450" indent="-171450">
              <a:spcAft>
                <a:spcPts val="400"/>
              </a:spcAft>
              <a:buFont typeface="Wingdings" panose="05000000000000000000" pitchFamily="2" charset="2"/>
              <a:buChar char="Ø"/>
              <a:defRPr>
                <a:solidFill>
                  <a:srgbClr val="0F172A"/>
                </a:solidFill>
              </a:defRPr>
            </a:pPr>
            <a:r>
              <a:rPr lang="fr-FR" sz="1200" dirty="0">
                <a:solidFill>
                  <a:srgbClr val="0369A1"/>
                </a:solidFill>
              </a:rPr>
              <a:t>Tester sur de petites instances pour valider la modélisation avant le passage à l’échelle</a:t>
            </a:r>
          </a:p>
          <a:p>
            <a:pPr marL="171450" indent="-171450">
              <a:spcAft>
                <a:spcPts val="400"/>
              </a:spcAft>
              <a:buFont typeface="Wingdings" panose="05000000000000000000" pitchFamily="2" charset="2"/>
              <a:buChar char="Ø"/>
              <a:defRPr>
                <a:solidFill>
                  <a:srgbClr val="0F172A"/>
                </a:solidFill>
              </a:defRPr>
            </a:pPr>
            <a:r>
              <a:rPr lang="fr-FR" sz="1200" dirty="0">
                <a:solidFill>
                  <a:srgbClr val="0369A1"/>
                </a:solidFill>
              </a:rPr>
              <a:t>Une bonne modélisation est souvent plus déterminante que le réglage des paramètres</a:t>
            </a:r>
          </a:p>
          <a:p>
            <a:pPr marL="171450" indent="-171450">
              <a:spcAft>
                <a:spcPts val="400"/>
              </a:spcAft>
              <a:buFont typeface="Wingdings" panose="05000000000000000000" pitchFamily="2" charset="2"/>
              <a:buChar char="Ø"/>
              <a:defRPr>
                <a:solidFill>
                  <a:srgbClr val="0F172A"/>
                </a:solidFill>
              </a:defRPr>
            </a:pPr>
            <a:r>
              <a:rPr lang="fr-FR" sz="1200" dirty="0">
                <a:solidFill>
                  <a:srgbClr val="0369A1"/>
                </a:solidFill>
              </a:rPr>
              <a:t>Choisir judicieusement les contraintes dures : trop de contraintes peut réduire excessivement l’espace de recherche</a:t>
            </a:r>
          </a:p>
          <a:p>
            <a:pPr marL="171450" indent="-171450">
              <a:spcAft>
                <a:spcPts val="400"/>
              </a:spcAft>
              <a:buFont typeface="Wingdings" panose="05000000000000000000" pitchFamily="2" charset="2"/>
              <a:buChar char="Ø"/>
              <a:defRPr>
                <a:solidFill>
                  <a:srgbClr val="0F172A"/>
                </a:solidFill>
              </a:defRPr>
            </a:pPr>
            <a:r>
              <a:rPr lang="fr-FR" sz="1200" dirty="0">
                <a:solidFill>
                  <a:srgbClr val="0369A1"/>
                </a:solidFill>
              </a:rPr>
              <a:t>Décomposer un problème complexe en plusieurs sous-problèmes résolus successivement pour améliorer la robustesse</a:t>
            </a:r>
          </a:p>
        </p:txBody>
      </p:sp>
      <p:sp>
        <p:nvSpPr>
          <p:cNvPr id="12" name="Rectangle 11">
            <a:extLst>
              <a:ext uri="{FF2B5EF4-FFF2-40B4-BE49-F238E27FC236}">
                <a16:creationId xmlns:a16="http://schemas.microsoft.com/office/drawing/2014/main" id="{19071C6E-1C97-F451-F83A-B6D8D7A2F25A}"/>
              </a:ext>
            </a:extLst>
          </p:cNvPr>
          <p:cNvSpPr/>
          <p:nvPr/>
        </p:nvSpPr>
        <p:spPr>
          <a:xfrm>
            <a:off x="1202267" y="4733745"/>
            <a:ext cx="6739466" cy="331504"/>
          </a:xfrm>
          <a:prstGeom prst="rect">
            <a:avLst/>
          </a:prstGeom>
          <a:solidFill>
            <a:srgbClr val="E6F6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3" name="TextBox 12">
            <a:extLst>
              <a:ext uri="{FF2B5EF4-FFF2-40B4-BE49-F238E27FC236}">
                <a16:creationId xmlns:a16="http://schemas.microsoft.com/office/drawing/2014/main" id="{938E9096-8FD7-3959-CEC8-D0C6B2819EAA}"/>
              </a:ext>
            </a:extLst>
          </p:cNvPr>
          <p:cNvSpPr txBox="1"/>
          <p:nvPr/>
        </p:nvSpPr>
        <p:spPr>
          <a:xfrm>
            <a:off x="2191173" y="4731838"/>
            <a:ext cx="4761653" cy="307777"/>
          </a:xfrm>
          <a:prstGeom prst="rect">
            <a:avLst/>
          </a:prstGeom>
          <a:noFill/>
          <a:ln>
            <a:noFill/>
          </a:ln>
        </p:spPr>
        <p:txBody>
          <a:bodyPr wrap="square">
            <a:spAutoFit/>
          </a:bodyPr>
          <a:lstStyle/>
          <a:p>
            <a:pPr algn="ctr">
              <a:defRPr>
                <a:solidFill>
                  <a:srgbClr val="0F172A"/>
                </a:solidFill>
              </a:defRPr>
            </a:pPr>
            <a:r>
              <a:rPr lang="fr-FR" sz="1400" b="1" dirty="0">
                <a:solidFill>
                  <a:srgbClr val="FF0000"/>
                </a:solidFill>
              </a:rPr>
              <a:t>Un outil très puissant, mais qu’il faut manier intelligemment</a:t>
            </a:r>
          </a:p>
        </p:txBody>
      </p:sp>
      <p:sp>
        <p:nvSpPr>
          <p:cNvPr id="18" name="Espace réservé du numéro de diapositive 17">
            <a:extLst>
              <a:ext uri="{FF2B5EF4-FFF2-40B4-BE49-F238E27FC236}">
                <a16:creationId xmlns:a16="http://schemas.microsoft.com/office/drawing/2014/main" id="{BF1C9DF7-2F8F-B730-E815-8754B6228A54}"/>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34</a:t>
            </a:fld>
            <a:endParaRPr lang="en-US"/>
          </a:p>
        </p:txBody>
      </p:sp>
    </p:spTree>
    <p:extLst>
      <p:ext uri="{BB962C8B-B14F-4D97-AF65-F5344CB8AC3E}">
        <p14:creationId xmlns:p14="http://schemas.microsoft.com/office/powerpoint/2010/main" val="14884342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0DBBE-727B-75DD-3625-3FBF90D2B8AD}"/>
            </a:ext>
          </a:extLst>
        </p:cNvPr>
        <p:cNvGrpSpPr/>
        <p:nvPr/>
      </p:nvGrpSpPr>
      <p:grpSpPr>
        <a:xfrm>
          <a:off x="0" y="0"/>
          <a:ext cx="0" cy="0"/>
          <a:chOff x="0" y="0"/>
          <a:chExt cx="0" cy="0"/>
        </a:xfrm>
      </p:grpSpPr>
      <p:sp>
        <p:nvSpPr>
          <p:cNvPr id="15" name="Oval 1">
            <a:extLst>
              <a:ext uri="{FF2B5EF4-FFF2-40B4-BE49-F238E27FC236}">
                <a16:creationId xmlns:a16="http://schemas.microsoft.com/office/drawing/2014/main" id="{FA2DA747-3A7C-4D23-B950-747AEE9143CF}"/>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042DE273-BFFB-FD2F-FC19-7168B98AA85D}"/>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dirty="0">
                <a:solidFill>
                  <a:srgbClr val="0F172A"/>
                </a:solidFill>
              </a:rPr>
              <a:t>Glossaire</a:t>
            </a:r>
          </a:p>
        </p:txBody>
      </p:sp>
      <p:sp>
        <p:nvSpPr>
          <p:cNvPr id="3" name="Rectangle 2">
            <a:extLst>
              <a:ext uri="{FF2B5EF4-FFF2-40B4-BE49-F238E27FC236}">
                <a16:creationId xmlns:a16="http://schemas.microsoft.com/office/drawing/2014/main" id="{D8F76C43-622E-D71E-0561-D5526F1D67EE}"/>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 name="Rectangle 3">
            <a:extLst>
              <a:ext uri="{FF2B5EF4-FFF2-40B4-BE49-F238E27FC236}">
                <a16:creationId xmlns:a16="http://schemas.microsoft.com/office/drawing/2014/main" id="{3CE94ED7-8FEA-62EC-7288-246B8777C389}"/>
              </a:ext>
            </a:extLst>
          </p:cNvPr>
          <p:cNvSpPr/>
          <p:nvPr/>
        </p:nvSpPr>
        <p:spPr>
          <a:xfrm>
            <a:off x="281689" y="945618"/>
            <a:ext cx="3977639" cy="491231"/>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dirty="0"/>
          </a:p>
        </p:txBody>
      </p:sp>
      <p:sp>
        <p:nvSpPr>
          <p:cNvPr id="5" name="Rectangle 4">
            <a:extLst>
              <a:ext uri="{FF2B5EF4-FFF2-40B4-BE49-F238E27FC236}">
                <a16:creationId xmlns:a16="http://schemas.microsoft.com/office/drawing/2014/main" id="{94EB7F99-24C3-1E42-1640-1AAA53553433}"/>
              </a:ext>
            </a:extLst>
          </p:cNvPr>
          <p:cNvSpPr/>
          <p:nvPr/>
        </p:nvSpPr>
        <p:spPr>
          <a:xfrm>
            <a:off x="281689" y="945618"/>
            <a:ext cx="64008" cy="491231"/>
          </a:xfrm>
          <a:prstGeom prst="rect">
            <a:avLst/>
          </a:prstGeom>
          <a:solidFill>
            <a:schemeClr val="tx2"/>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8" name="Rectangle 7">
            <a:extLst>
              <a:ext uri="{FF2B5EF4-FFF2-40B4-BE49-F238E27FC236}">
                <a16:creationId xmlns:a16="http://schemas.microsoft.com/office/drawing/2014/main" id="{770DD1ED-5511-7B66-394D-84050308338A}"/>
              </a:ext>
            </a:extLst>
          </p:cNvPr>
          <p:cNvSpPr/>
          <p:nvPr/>
        </p:nvSpPr>
        <p:spPr>
          <a:xfrm>
            <a:off x="274320" y="1574924"/>
            <a:ext cx="3992709" cy="491231"/>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 name="Rectangle 8">
            <a:extLst>
              <a:ext uri="{FF2B5EF4-FFF2-40B4-BE49-F238E27FC236}">
                <a16:creationId xmlns:a16="http://schemas.microsoft.com/office/drawing/2014/main" id="{BA652AD9-D370-3D7F-AF2A-D53E052DA198}"/>
              </a:ext>
            </a:extLst>
          </p:cNvPr>
          <p:cNvSpPr/>
          <p:nvPr/>
        </p:nvSpPr>
        <p:spPr>
          <a:xfrm>
            <a:off x="274320" y="1574924"/>
            <a:ext cx="64008" cy="491231"/>
          </a:xfrm>
          <a:prstGeom prst="rect">
            <a:avLst/>
          </a:prstGeom>
          <a:solidFill>
            <a:schemeClr val="accent1">
              <a:lumMod val="75000"/>
            </a:schemeClr>
          </a:solidFill>
          <a:ln>
            <a:solidFill>
              <a:schemeClr val="accent1">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8" name="Espace réservé du numéro de diapositive 17">
            <a:extLst>
              <a:ext uri="{FF2B5EF4-FFF2-40B4-BE49-F238E27FC236}">
                <a16:creationId xmlns:a16="http://schemas.microsoft.com/office/drawing/2014/main" id="{B4A6B3A4-12D2-57C0-0CBF-C4589BD983BE}"/>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35</a:t>
            </a:fld>
            <a:endParaRPr lang="en-US" dirty="0"/>
          </a:p>
        </p:txBody>
      </p:sp>
      <p:sp>
        <p:nvSpPr>
          <p:cNvPr id="19" name="ZoneTexte 18">
            <a:extLst>
              <a:ext uri="{FF2B5EF4-FFF2-40B4-BE49-F238E27FC236}">
                <a16:creationId xmlns:a16="http://schemas.microsoft.com/office/drawing/2014/main" id="{68AB7B58-C3E6-CD68-F782-5875044F6E8F}"/>
              </a:ext>
            </a:extLst>
          </p:cNvPr>
          <p:cNvSpPr txBox="1"/>
          <p:nvPr/>
        </p:nvSpPr>
        <p:spPr>
          <a:xfrm>
            <a:off x="441924" y="962267"/>
            <a:ext cx="3707139" cy="477054"/>
          </a:xfrm>
          <a:prstGeom prst="rect">
            <a:avLst/>
          </a:prstGeom>
          <a:noFill/>
        </p:spPr>
        <p:txBody>
          <a:bodyPr wrap="square" rtlCol="0">
            <a:spAutoFit/>
          </a:bodyPr>
          <a:lstStyle/>
          <a:p>
            <a:r>
              <a:rPr lang="fr-FR" sz="1300" b="1" dirty="0"/>
              <a:t>CP</a:t>
            </a:r>
            <a:r>
              <a:rPr lang="fr-FR" sz="1300" dirty="0"/>
              <a:t> : </a:t>
            </a:r>
            <a:r>
              <a:rPr lang="fr-FR" sz="1300" dirty="0" err="1"/>
              <a:t>Constraint</a:t>
            </a:r>
            <a:r>
              <a:rPr lang="fr-FR" sz="1300" dirty="0"/>
              <a:t> </a:t>
            </a:r>
            <a:r>
              <a:rPr lang="fr-FR" sz="1300" dirty="0" err="1"/>
              <a:t>Programming</a:t>
            </a:r>
            <a:endParaRPr lang="fr-FR" sz="1300" dirty="0"/>
          </a:p>
          <a:p>
            <a:r>
              <a:rPr lang="fr-FR" sz="1200" dirty="0"/>
              <a:t>      </a:t>
            </a:r>
            <a:r>
              <a:rPr lang="fr-FR" sz="1200" dirty="0">
                <a:solidFill>
                  <a:srgbClr val="0F172A"/>
                </a:solidFill>
              </a:rPr>
              <a:t>→ Modélisation et résolution en contraintes logiques</a:t>
            </a:r>
            <a:endParaRPr lang="fr-FR" sz="1200" dirty="0"/>
          </a:p>
        </p:txBody>
      </p:sp>
      <p:sp>
        <p:nvSpPr>
          <p:cNvPr id="21" name="ZoneTexte 20">
            <a:extLst>
              <a:ext uri="{FF2B5EF4-FFF2-40B4-BE49-F238E27FC236}">
                <a16:creationId xmlns:a16="http://schemas.microsoft.com/office/drawing/2014/main" id="{57C109C2-96AF-A30F-290F-3F584C51AF00}"/>
              </a:ext>
            </a:extLst>
          </p:cNvPr>
          <p:cNvSpPr txBox="1"/>
          <p:nvPr/>
        </p:nvSpPr>
        <p:spPr>
          <a:xfrm>
            <a:off x="371458" y="1575907"/>
            <a:ext cx="3928592" cy="477054"/>
          </a:xfrm>
          <a:prstGeom prst="rect">
            <a:avLst/>
          </a:prstGeom>
          <a:noFill/>
        </p:spPr>
        <p:txBody>
          <a:bodyPr wrap="square" rtlCol="0">
            <a:spAutoFit/>
          </a:bodyPr>
          <a:lstStyle/>
          <a:p>
            <a:r>
              <a:rPr lang="fr-FR" sz="1300" b="1" dirty="0"/>
              <a:t>SAT</a:t>
            </a:r>
            <a:r>
              <a:rPr lang="fr-FR" sz="1300" dirty="0"/>
              <a:t> : Boolean </a:t>
            </a:r>
            <a:r>
              <a:rPr lang="fr-FR" sz="1300" dirty="0" err="1"/>
              <a:t>Satisfiability</a:t>
            </a:r>
            <a:endParaRPr lang="fr-FR" sz="1300" dirty="0"/>
          </a:p>
          <a:p>
            <a:r>
              <a:rPr lang="fr-FR" sz="1200" dirty="0"/>
              <a:t>      </a:t>
            </a:r>
            <a:r>
              <a:rPr lang="fr-FR" sz="1200" dirty="0">
                <a:solidFill>
                  <a:srgbClr val="0F172A"/>
                </a:solidFill>
              </a:rPr>
              <a:t>→ Déterminer si une formule booléenne est satisfaisable</a:t>
            </a:r>
            <a:endParaRPr lang="fr-FR" sz="1200" dirty="0"/>
          </a:p>
        </p:txBody>
      </p:sp>
      <p:sp>
        <p:nvSpPr>
          <p:cNvPr id="23" name="Rectangle 22">
            <a:extLst>
              <a:ext uri="{FF2B5EF4-FFF2-40B4-BE49-F238E27FC236}">
                <a16:creationId xmlns:a16="http://schemas.microsoft.com/office/drawing/2014/main" id="{802D7D2A-0B4B-B711-E869-706D62B8BDDD}"/>
              </a:ext>
            </a:extLst>
          </p:cNvPr>
          <p:cNvSpPr/>
          <p:nvPr/>
        </p:nvSpPr>
        <p:spPr>
          <a:xfrm>
            <a:off x="274320" y="2225542"/>
            <a:ext cx="3977639" cy="491231"/>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dirty="0"/>
          </a:p>
        </p:txBody>
      </p:sp>
      <p:sp>
        <p:nvSpPr>
          <p:cNvPr id="25" name="Rectangle 24">
            <a:extLst>
              <a:ext uri="{FF2B5EF4-FFF2-40B4-BE49-F238E27FC236}">
                <a16:creationId xmlns:a16="http://schemas.microsoft.com/office/drawing/2014/main" id="{76766FF6-ED45-49C3-87AA-E2B020DEC55B}"/>
              </a:ext>
            </a:extLst>
          </p:cNvPr>
          <p:cNvSpPr/>
          <p:nvPr/>
        </p:nvSpPr>
        <p:spPr>
          <a:xfrm>
            <a:off x="274320" y="2225542"/>
            <a:ext cx="64008" cy="491231"/>
          </a:xfrm>
          <a:prstGeom prst="rect">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27" name="ZoneTexte 26">
            <a:extLst>
              <a:ext uri="{FF2B5EF4-FFF2-40B4-BE49-F238E27FC236}">
                <a16:creationId xmlns:a16="http://schemas.microsoft.com/office/drawing/2014/main" id="{1B2C86BC-6BBF-55E1-C5B9-129EE1AAEE95}"/>
              </a:ext>
            </a:extLst>
          </p:cNvPr>
          <p:cNvSpPr txBox="1"/>
          <p:nvPr/>
        </p:nvSpPr>
        <p:spPr>
          <a:xfrm>
            <a:off x="434554" y="2238626"/>
            <a:ext cx="3707139" cy="492443"/>
          </a:xfrm>
          <a:prstGeom prst="rect">
            <a:avLst/>
          </a:prstGeom>
          <a:noFill/>
        </p:spPr>
        <p:txBody>
          <a:bodyPr wrap="square" rtlCol="0">
            <a:spAutoFit/>
          </a:bodyPr>
          <a:lstStyle/>
          <a:p>
            <a:r>
              <a:rPr lang="fr-FR" sz="1300" b="1" dirty="0"/>
              <a:t>CP-SAT</a:t>
            </a:r>
            <a:r>
              <a:rPr lang="fr-FR" sz="1300" dirty="0"/>
              <a:t> : Solveur de la librairie OR-Tools de Google</a:t>
            </a:r>
          </a:p>
          <a:p>
            <a:r>
              <a:rPr lang="fr-FR" sz="1200" dirty="0"/>
              <a:t>		(OR = Operations </a:t>
            </a:r>
            <a:r>
              <a:rPr lang="fr-FR" sz="1200" dirty="0" err="1"/>
              <a:t>Research</a:t>
            </a:r>
            <a:r>
              <a:rPr lang="fr-FR" sz="1200" dirty="0"/>
              <a:t>)</a:t>
            </a:r>
          </a:p>
        </p:txBody>
      </p:sp>
      <p:sp>
        <p:nvSpPr>
          <p:cNvPr id="29" name="Rectangle 28">
            <a:extLst>
              <a:ext uri="{FF2B5EF4-FFF2-40B4-BE49-F238E27FC236}">
                <a16:creationId xmlns:a16="http://schemas.microsoft.com/office/drawing/2014/main" id="{4893602D-645C-46A5-170D-973B19DFF87F}"/>
              </a:ext>
            </a:extLst>
          </p:cNvPr>
          <p:cNvSpPr/>
          <p:nvPr/>
        </p:nvSpPr>
        <p:spPr>
          <a:xfrm>
            <a:off x="266951" y="4141042"/>
            <a:ext cx="3985008" cy="70985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dirty="0"/>
          </a:p>
        </p:txBody>
      </p:sp>
      <p:sp>
        <p:nvSpPr>
          <p:cNvPr id="31" name="Rectangle 30">
            <a:extLst>
              <a:ext uri="{FF2B5EF4-FFF2-40B4-BE49-F238E27FC236}">
                <a16:creationId xmlns:a16="http://schemas.microsoft.com/office/drawing/2014/main" id="{84D638F0-2CB1-2727-52C1-39FAE3716B50}"/>
              </a:ext>
            </a:extLst>
          </p:cNvPr>
          <p:cNvSpPr/>
          <p:nvPr/>
        </p:nvSpPr>
        <p:spPr>
          <a:xfrm>
            <a:off x="266950" y="4141042"/>
            <a:ext cx="64127" cy="709850"/>
          </a:xfrm>
          <a:prstGeom prst="rect">
            <a:avLst/>
          </a:prstGeom>
          <a:solidFill>
            <a:schemeClr val="accent2">
              <a:lumMod val="40000"/>
              <a:lumOff val="60000"/>
            </a:schemeClr>
          </a:solidFill>
          <a:ln>
            <a:solidFill>
              <a:schemeClr val="accent2">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35" name="Rectangle 34">
            <a:extLst>
              <a:ext uri="{FF2B5EF4-FFF2-40B4-BE49-F238E27FC236}">
                <a16:creationId xmlns:a16="http://schemas.microsoft.com/office/drawing/2014/main" id="{2A411A0F-70EA-9B76-9AC8-A2F0A6F7E468}"/>
              </a:ext>
            </a:extLst>
          </p:cNvPr>
          <p:cNvSpPr/>
          <p:nvPr/>
        </p:nvSpPr>
        <p:spPr>
          <a:xfrm>
            <a:off x="4572000" y="2462550"/>
            <a:ext cx="4206240" cy="653911"/>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37" name="Rectangle 36">
            <a:extLst>
              <a:ext uri="{FF2B5EF4-FFF2-40B4-BE49-F238E27FC236}">
                <a16:creationId xmlns:a16="http://schemas.microsoft.com/office/drawing/2014/main" id="{01D8EB05-6029-1468-4D48-5726C883B79C}"/>
              </a:ext>
            </a:extLst>
          </p:cNvPr>
          <p:cNvSpPr/>
          <p:nvPr/>
        </p:nvSpPr>
        <p:spPr>
          <a:xfrm>
            <a:off x="4572000" y="2454866"/>
            <a:ext cx="64008" cy="653911"/>
          </a:xfrm>
          <a:prstGeom prst="rect">
            <a:avLst/>
          </a:prstGeom>
          <a:solidFill>
            <a:schemeClr val="accent1"/>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1" name="ZoneTexte 40">
            <a:extLst>
              <a:ext uri="{FF2B5EF4-FFF2-40B4-BE49-F238E27FC236}">
                <a16:creationId xmlns:a16="http://schemas.microsoft.com/office/drawing/2014/main" id="{3AD505B6-3B7B-0ECA-F159-CB37702192BE}"/>
              </a:ext>
            </a:extLst>
          </p:cNvPr>
          <p:cNvSpPr txBox="1"/>
          <p:nvPr/>
        </p:nvSpPr>
        <p:spPr>
          <a:xfrm>
            <a:off x="4669138" y="2458645"/>
            <a:ext cx="4063382" cy="661720"/>
          </a:xfrm>
          <a:prstGeom prst="rect">
            <a:avLst/>
          </a:prstGeom>
          <a:noFill/>
        </p:spPr>
        <p:txBody>
          <a:bodyPr wrap="square" rtlCol="0">
            <a:spAutoFit/>
          </a:bodyPr>
          <a:lstStyle/>
          <a:p>
            <a:r>
              <a:rPr lang="fr-FR" sz="1300" b="1" dirty="0"/>
              <a:t>MIP</a:t>
            </a:r>
            <a:r>
              <a:rPr lang="fr-FR" sz="1300" dirty="0"/>
              <a:t> : Mixed Integer </a:t>
            </a:r>
            <a:r>
              <a:rPr lang="fr-FR" sz="1300" dirty="0" err="1"/>
              <a:t>Programming</a:t>
            </a:r>
            <a:endParaRPr lang="fr-FR" sz="1300" dirty="0"/>
          </a:p>
          <a:p>
            <a:r>
              <a:rPr lang="fr-FR" sz="1200" dirty="0"/>
              <a:t>      </a:t>
            </a:r>
            <a:r>
              <a:rPr lang="fr-FR" sz="1200" dirty="0">
                <a:solidFill>
                  <a:srgbClr val="0F172A"/>
                </a:solidFill>
              </a:rPr>
              <a:t>→ Modélisation et optimisation en contraintes linéaires avec des variables entières et continues</a:t>
            </a:r>
            <a:endParaRPr lang="fr-FR" sz="1200" dirty="0"/>
          </a:p>
        </p:txBody>
      </p:sp>
      <p:sp>
        <p:nvSpPr>
          <p:cNvPr id="45" name="Rectangle 44">
            <a:extLst>
              <a:ext uri="{FF2B5EF4-FFF2-40B4-BE49-F238E27FC236}">
                <a16:creationId xmlns:a16="http://schemas.microsoft.com/office/drawing/2014/main" id="{A0F53C0E-6049-A433-93A2-9A8D79018086}"/>
              </a:ext>
            </a:extLst>
          </p:cNvPr>
          <p:cNvSpPr/>
          <p:nvPr/>
        </p:nvSpPr>
        <p:spPr>
          <a:xfrm>
            <a:off x="4572000" y="3298648"/>
            <a:ext cx="4206240" cy="653911"/>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7" name="Rectangle 46">
            <a:extLst>
              <a:ext uri="{FF2B5EF4-FFF2-40B4-BE49-F238E27FC236}">
                <a16:creationId xmlns:a16="http://schemas.microsoft.com/office/drawing/2014/main" id="{79ADD743-943D-DA81-CD1C-1B94A2EC6D05}"/>
              </a:ext>
            </a:extLst>
          </p:cNvPr>
          <p:cNvSpPr/>
          <p:nvPr/>
        </p:nvSpPr>
        <p:spPr>
          <a:xfrm>
            <a:off x="4572000" y="3290964"/>
            <a:ext cx="64008" cy="653911"/>
          </a:xfrm>
          <a:prstGeom prst="rect">
            <a:avLst/>
          </a:prstGeom>
          <a:solidFill>
            <a:schemeClr val="accent1">
              <a:lumMod val="60000"/>
              <a:lumOff val="40000"/>
            </a:schemeClr>
          </a:solidFill>
          <a:ln>
            <a:solidFill>
              <a:schemeClr val="accent1">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9" name="ZoneTexte 48">
            <a:extLst>
              <a:ext uri="{FF2B5EF4-FFF2-40B4-BE49-F238E27FC236}">
                <a16:creationId xmlns:a16="http://schemas.microsoft.com/office/drawing/2014/main" id="{5A4DFCDB-A30A-CC4C-2F69-796C2E8FE684}"/>
              </a:ext>
            </a:extLst>
          </p:cNvPr>
          <p:cNvSpPr txBox="1"/>
          <p:nvPr/>
        </p:nvSpPr>
        <p:spPr>
          <a:xfrm>
            <a:off x="4669138" y="3330368"/>
            <a:ext cx="4070298" cy="661720"/>
          </a:xfrm>
          <a:prstGeom prst="rect">
            <a:avLst/>
          </a:prstGeom>
          <a:noFill/>
        </p:spPr>
        <p:txBody>
          <a:bodyPr wrap="square" rtlCol="0">
            <a:spAutoFit/>
          </a:bodyPr>
          <a:lstStyle/>
          <a:p>
            <a:r>
              <a:rPr lang="fr-FR" sz="1300" b="1" dirty="0"/>
              <a:t>ILP</a:t>
            </a:r>
            <a:r>
              <a:rPr lang="fr-FR" sz="1300" dirty="0"/>
              <a:t> : Integer Linear </a:t>
            </a:r>
            <a:r>
              <a:rPr lang="fr-FR" sz="1300" dirty="0" err="1"/>
              <a:t>Programming</a:t>
            </a:r>
            <a:endParaRPr lang="fr-FR" sz="1300" dirty="0"/>
          </a:p>
          <a:p>
            <a:r>
              <a:rPr lang="fr-FR" sz="1200" dirty="0"/>
              <a:t>      </a:t>
            </a:r>
            <a:r>
              <a:rPr lang="fr-FR" sz="1200" dirty="0">
                <a:solidFill>
                  <a:srgbClr val="0F172A"/>
                </a:solidFill>
              </a:rPr>
              <a:t>→ Modélisation et optimisation en contraintes linéaires avec des variables entières</a:t>
            </a:r>
            <a:endParaRPr lang="fr-FR" sz="1200" dirty="0"/>
          </a:p>
        </p:txBody>
      </p:sp>
      <p:sp>
        <p:nvSpPr>
          <p:cNvPr id="53" name="Rectangle 52">
            <a:extLst>
              <a:ext uri="{FF2B5EF4-FFF2-40B4-BE49-F238E27FC236}">
                <a16:creationId xmlns:a16="http://schemas.microsoft.com/office/drawing/2014/main" id="{3B685850-4D03-5CF2-A635-CBF602649000}"/>
              </a:ext>
            </a:extLst>
          </p:cNvPr>
          <p:cNvSpPr/>
          <p:nvPr/>
        </p:nvSpPr>
        <p:spPr>
          <a:xfrm>
            <a:off x="4572000" y="1629405"/>
            <a:ext cx="4213399" cy="653911"/>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5" name="Rectangle 54">
            <a:extLst>
              <a:ext uri="{FF2B5EF4-FFF2-40B4-BE49-F238E27FC236}">
                <a16:creationId xmlns:a16="http://schemas.microsoft.com/office/drawing/2014/main" id="{58EECF2F-0529-F1CE-5BE1-6CE6C64BF485}"/>
              </a:ext>
            </a:extLst>
          </p:cNvPr>
          <p:cNvSpPr/>
          <p:nvPr/>
        </p:nvSpPr>
        <p:spPr>
          <a:xfrm>
            <a:off x="4572000" y="1629405"/>
            <a:ext cx="64117" cy="653911"/>
          </a:xfrm>
          <a:prstGeom prst="rect">
            <a:avLst/>
          </a:prstGeom>
          <a:solidFill>
            <a:schemeClr val="accent2">
              <a:lumMod val="40000"/>
              <a:lumOff val="60000"/>
            </a:schemeClr>
          </a:solidFill>
          <a:ln>
            <a:solidFill>
              <a:schemeClr val="accent2">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9" name="ZoneTexte 58">
            <a:extLst>
              <a:ext uri="{FF2B5EF4-FFF2-40B4-BE49-F238E27FC236}">
                <a16:creationId xmlns:a16="http://schemas.microsoft.com/office/drawing/2014/main" id="{1637CEBC-5F1B-9540-E8EA-95644247F230}"/>
              </a:ext>
            </a:extLst>
          </p:cNvPr>
          <p:cNvSpPr txBox="1"/>
          <p:nvPr/>
        </p:nvSpPr>
        <p:spPr>
          <a:xfrm>
            <a:off x="4669138" y="1625500"/>
            <a:ext cx="4070298" cy="661720"/>
          </a:xfrm>
          <a:prstGeom prst="rect">
            <a:avLst/>
          </a:prstGeom>
          <a:noFill/>
        </p:spPr>
        <p:txBody>
          <a:bodyPr wrap="square" rtlCol="0">
            <a:spAutoFit/>
          </a:bodyPr>
          <a:lstStyle/>
          <a:p>
            <a:r>
              <a:rPr lang="fr-FR" sz="1300" b="1" dirty="0"/>
              <a:t>CDCL</a:t>
            </a:r>
            <a:r>
              <a:rPr lang="fr-FR" sz="1300" dirty="0"/>
              <a:t> : </a:t>
            </a:r>
            <a:r>
              <a:rPr lang="fr-FR" sz="1300" dirty="0" err="1"/>
              <a:t>Conflict</a:t>
            </a:r>
            <a:r>
              <a:rPr lang="fr-FR" sz="1300" dirty="0"/>
              <a:t> Driven Clause Learning</a:t>
            </a:r>
          </a:p>
          <a:p>
            <a:r>
              <a:rPr lang="fr-FR" sz="1200" dirty="0"/>
              <a:t>      </a:t>
            </a:r>
            <a:r>
              <a:rPr lang="fr-FR" sz="1200" dirty="0">
                <a:solidFill>
                  <a:srgbClr val="0F172A"/>
                </a:solidFill>
              </a:rPr>
              <a:t>→ Analyse les conflits rencontrés pour apprendre des clauses évitant de reproduire les mêmes erreurs</a:t>
            </a:r>
            <a:endParaRPr lang="fr-FR" sz="1200" dirty="0"/>
          </a:p>
        </p:txBody>
      </p:sp>
      <p:sp>
        <p:nvSpPr>
          <p:cNvPr id="61" name="ZoneTexte 60">
            <a:extLst>
              <a:ext uri="{FF2B5EF4-FFF2-40B4-BE49-F238E27FC236}">
                <a16:creationId xmlns:a16="http://schemas.microsoft.com/office/drawing/2014/main" id="{8B7210C6-900A-F921-A638-9973966DFE1A}"/>
              </a:ext>
            </a:extLst>
          </p:cNvPr>
          <p:cNvSpPr txBox="1"/>
          <p:nvPr/>
        </p:nvSpPr>
        <p:spPr>
          <a:xfrm>
            <a:off x="405355" y="4178015"/>
            <a:ext cx="3926866" cy="661720"/>
          </a:xfrm>
          <a:prstGeom prst="rect">
            <a:avLst/>
          </a:prstGeom>
          <a:noFill/>
        </p:spPr>
        <p:txBody>
          <a:bodyPr wrap="square" rtlCol="0">
            <a:spAutoFit/>
          </a:bodyPr>
          <a:lstStyle/>
          <a:p>
            <a:r>
              <a:rPr lang="fr-FR" sz="1300" b="1" dirty="0"/>
              <a:t>Relaxation LP</a:t>
            </a:r>
            <a:r>
              <a:rPr lang="fr-FR" sz="1300" dirty="0"/>
              <a:t> : Linear </a:t>
            </a:r>
            <a:r>
              <a:rPr lang="fr-FR" sz="1300" dirty="0" err="1"/>
              <a:t>Programming</a:t>
            </a:r>
            <a:r>
              <a:rPr lang="fr-FR" sz="1300" dirty="0"/>
              <a:t> Relaxation</a:t>
            </a:r>
          </a:p>
          <a:p>
            <a:r>
              <a:rPr lang="fr-FR" sz="1200" dirty="0">
                <a:solidFill>
                  <a:srgbClr val="0F172A"/>
                </a:solidFill>
              </a:rPr>
              <a:t>     → Ignore temporairement les contraintes d’intégralité des variables de LP pour guider la recherche</a:t>
            </a:r>
            <a:endParaRPr lang="fr-FR" sz="1200" dirty="0"/>
          </a:p>
        </p:txBody>
      </p:sp>
      <p:sp>
        <p:nvSpPr>
          <p:cNvPr id="63" name="Rectangle 62">
            <a:extLst>
              <a:ext uri="{FF2B5EF4-FFF2-40B4-BE49-F238E27FC236}">
                <a16:creationId xmlns:a16="http://schemas.microsoft.com/office/drawing/2014/main" id="{E9F372D5-D8D4-9663-81F6-7E49CEA6E39E}"/>
              </a:ext>
            </a:extLst>
          </p:cNvPr>
          <p:cNvSpPr/>
          <p:nvPr/>
        </p:nvSpPr>
        <p:spPr>
          <a:xfrm>
            <a:off x="274320" y="2867794"/>
            <a:ext cx="3977639" cy="477055"/>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dirty="0"/>
          </a:p>
        </p:txBody>
      </p:sp>
      <p:sp>
        <p:nvSpPr>
          <p:cNvPr id="65" name="Rectangle 64">
            <a:extLst>
              <a:ext uri="{FF2B5EF4-FFF2-40B4-BE49-F238E27FC236}">
                <a16:creationId xmlns:a16="http://schemas.microsoft.com/office/drawing/2014/main" id="{5F63AB09-7136-74C0-FB89-EE4FD58B472B}"/>
              </a:ext>
            </a:extLst>
          </p:cNvPr>
          <p:cNvSpPr/>
          <p:nvPr/>
        </p:nvSpPr>
        <p:spPr>
          <a:xfrm>
            <a:off x="274320" y="2867794"/>
            <a:ext cx="64008" cy="477055"/>
          </a:xfrm>
          <a:prstGeom prst="rect">
            <a:avLst/>
          </a:prstGeom>
          <a:solidFill>
            <a:schemeClr val="accent2">
              <a:lumMod val="40000"/>
              <a:lumOff val="60000"/>
            </a:schemeClr>
          </a:solidFill>
          <a:ln>
            <a:solidFill>
              <a:schemeClr val="accent2">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7" name="ZoneTexte 66">
            <a:extLst>
              <a:ext uri="{FF2B5EF4-FFF2-40B4-BE49-F238E27FC236}">
                <a16:creationId xmlns:a16="http://schemas.microsoft.com/office/drawing/2014/main" id="{ECD6E26C-D24E-DE6B-DFA3-7F9DB3E47AFC}"/>
              </a:ext>
            </a:extLst>
          </p:cNvPr>
          <p:cNvSpPr txBox="1"/>
          <p:nvPr/>
        </p:nvSpPr>
        <p:spPr>
          <a:xfrm>
            <a:off x="434554" y="2871536"/>
            <a:ext cx="3707139" cy="477054"/>
          </a:xfrm>
          <a:prstGeom prst="rect">
            <a:avLst/>
          </a:prstGeom>
          <a:noFill/>
        </p:spPr>
        <p:txBody>
          <a:bodyPr wrap="square" rtlCol="0">
            <a:spAutoFit/>
          </a:bodyPr>
          <a:lstStyle/>
          <a:p>
            <a:r>
              <a:rPr lang="fr-FR" sz="1300" b="1" dirty="0" err="1"/>
              <a:t>Branching</a:t>
            </a:r>
            <a:r>
              <a:rPr lang="fr-FR" sz="1300" dirty="0"/>
              <a:t> : </a:t>
            </a:r>
            <a:r>
              <a:rPr lang="fr-FR" sz="1200" dirty="0"/>
              <a:t>Choisit les variables (et leurs valeurs) à explorer en priorité durant la recherche</a:t>
            </a:r>
          </a:p>
        </p:txBody>
      </p:sp>
      <p:sp>
        <p:nvSpPr>
          <p:cNvPr id="69" name="Rectangle 68">
            <a:extLst>
              <a:ext uri="{FF2B5EF4-FFF2-40B4-BE49-F238E27FC236}">
                <a16:creationId xmlns:a16="http://schemas.microsoft.com/office/drawing/2014/main" id="{90DED946-F740-59BD-6224-264C862EB7BE}"/>
              </a:ext>
            </a:extLst>
          </p:cNvPr>
          <p:cNvSpPr/>
          <p:nvPr/>
        </p:nvSpPr>
        <p:spPr>
          <a:xfrm>
            <a:off x="4567160" y="4135707"/>
            <a:ext cx="4206240" cy="661719"/>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71" name="Rectangle 70">
            <a:extLst>
              <a:ext uri="{FF2B5EF4-FFF2-40B4-BE49-F238E27FC236}">
                <a16:creationId xmlns:a16="http://schemas.microsoft.com/office/drawing/2014/main" id="{B42E778F-7A4A-6A7D-B241-5827BD1817C6}"/>
              </a:ext>
            </a:extLst>
          </p:cNvPr>
          <p:cNvSpPr/>
          <p:nvPr/>
        </p:nvSpPr>
        <p:spPr>
          <a:xfrm>
            <a:off x="4567160" y="4135707"/>
            <a:ext cx="64008" cy="661719"/>
          </a:xfrm>
          <a:prstGeom prst="rect">
            <a:avLst/>
          </a:prstGeom>
          <a:solidFill>
            <a:schemeClr val="accent3">
              <a:lumMod val="60000"/>
              <a:lumOff val="40000"/>
            </a:schemeClr>
          </a:solidFill>
          <a:ln>
            <a:solidFill>
              <a:schemeClr val="accent3">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73" name="ZoneTexte 72">
            <a:extLst>
              <a:ext uri="{FF2B5EF4-FFF2-40B4-BE49-F238E27FC236}">
                <a16:creationId xmlns:a16="http://schemas.microsoft.com/office/drawing/2014/main" id="{D5296856-3E08-523A-2706-EB4408C2ADC9}"/>
              </a:ext>
            </a:extLst>
          </p:cNvPr>
          <p:cNvSpPr txBox="1"/>
          <p:nvPr/>
        </p:nvSpPr>
        <p:spPr>
          <a:xfrm>
            <a:off x="4641438" y="4139611"/>
            <a:ext cx="4063382" cy="661720"/>
          </a:xfrm>
          <a:prstGeom prst="rect">
            <a:avLst/>
          </a:prstGeom>
          <a:noFill/>
        </p:spPr>
        <p:txBody>
          <a:bodyPr wrap="square" rtlCol="0">
            <a:spAutoFit/>
          </a:bodyPr>
          <a:lstStyle/>
          <a:p>
            <a:r>
              <a:rPr lang="fr-FR" sz="1300" b="1" dirty="0"/>
              <a:t>Greedy</a:t>
            </a:r>
            <a:r>
              <a:rPr lang="fr-FR" sz="1300" dirty="0"/>
              <a:t> : Algorithme Glouton</a:t>
            </a:r>
          </a:p>
          <a:p>
            <a:r>
              <a:rPr lang="fr-FR" sz="1200" dirty="0"/>
              <a:t>      </a:t>
            </a:r>
            <a:r>
              <a:rPr lang="fr-FR" sz="1200" dirty="0">
                <a:solidFill>
                  <a:srgbClr val="0F172A"/>
                </a:solidFill>
              </a:rPr>
              <a:t>→ Place chaque cours sur le meilleur créneau disponible, sans optimiser l’ensemble de l’emploi du temps</a:t>
            </a:r>
            <a:endParaRPr lang="fr-FR" sz="1200" dirty="0"/>
          </a:p>
        </p:txBody>
      </p:sp>
      <p:sp>
        <p:nvSpPr>
          <p:cNvPr id="75" name="Rectangle 74">
            <a:extLst>
              <a:ext uri="{FF2B5EF4-FFF2-40B4-BE49-F238E27FC236}">
                <a16:creationId xmlns:a16="http://schemas.microsoft.com/office/drawing/2014/main" id="{DA8EB0B5-4647-83C6-6F77-3651D7F9F9EB}"/>
              </a:ext>
            </a:extLst>
          </p:cNvPr>
          <p:cNvSpPr/>
          <p:nvPr/>
        </p:nvSpPr>
        <p:spPr>
          <a:xfrm>
            <a:off x="274320" y="3510006"/>
            <a:ext cx="3977639" cy="477055"/>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dirty="0"/>
          </a:p>
        </p:txBody>
      </p:sp>
      <p:sp>
        <p:nvSpPr>
          <p:cNvPr id="77" name="Rectangle 76">
            <a:extLst>
              <a:ext uri="{FF2B5EF4-FFF2-40B4-BE49-F238E27FC236}">
                <a16:creationId xmlns:a16="http://schemas.microsoft.com/office/drawing/2014/main" id="{B8D9AAA6-F669-0427-055B-DCE37C11F601}"/>
              </a:ext>
            </a:extLst>
          </p:cNvPr>
          <p:cNvSpPr/>
          <p:nvPr/>
        </p:nvSpPr>
        <p:spPr>
          <a:xfrm>
            <a:off x="274320" y="3510006"/>
            <a:ext cx="64008" cy="477055"/>
          </a:xfrm>
          <a:prstGeom prst="rect">
            <a:avLst/>
          </a:prstGeom>
          <a:solidFill>
            <a:schemeClr val="accent2">
              <a:lumMod val="40000"/>
              <a:lumOff val="60000"/>
            </a:schemeClr>
          </a:solidFill>
          <a:ln>
            <a:solidFill>
              <a:schemeClr val="accent2">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79" name="ZoneTexte 78">
            <a:extLst>
              <a:ext uri="{FF2B5EF4-FFF2-40B4-BE49-F238E27FC236}">
                <a16:creationId xmlns:a16="http://schemas.microsoft.com/office/drawing/2014/main" id="{C8A30871-CF4B-27C0-9EB1-CC084B68848C}"/>
              </a:ext>
            </a:extLst>
          </p:cNvPr>
          <p:cNvSpPr txBox="1"/>
          <p:nvPr/>
        </p:nvSpPr>
        <p:spPr>
          <a:xfrm>
            <a:off x="434554" y="3481574"/>
            <a:ext cx="3707139" cy="477054"/>
          </a:xfrm>
          <a:prstGeom prst="rect">
            <a:avLst/>
          </a:prstGeom>
          <a:noFill/>
        </p:spPr>
        <p:txBody>
          <a:bodyPr wrap="square" rtlCol="0">
            <a:spAutoFit/>
          </a:bodyPr>
          <a:lstStyle/>
          <a:p>
            <a:r>
              <a:rPr lang="fr-FR" sz="1300" b="1" dirty="0"/>
              <a:t>Restart</a:t>
            </a:r>
            <a:r>
              <a:rPr lang="fr-FR" sz="1300" dirty="0"/>
              <a:t> : </a:t>
            </a:r>
            <a:r>
              <a:rPr lang="fr-FR" sz="1200" dirty="0"/>
              <a:t>Redémarre la recherche tout en conservant les informations apprises lors des recherches précédentes</a:t>
            </a:r>
          </a:p>
        </p:txBody>
      </p:sp>
      <p:sp>
        <p:nvSpPr>
          <p:cNvPr id="87" name="Rectangle 86">
            <a:extLst>
              <a:ext uri="{FF2B5EF4-FFF2-40B4-BE49-F238E27FC236}">
                <a16:creationId xmlns:a16="http://schemas.microsoft.com/office/drawing/2014/main" id="{DF9043BB-A8E6-A265-8EAD-89E86C1A5672}"/>
              </a:ext>
            </a:extLst>
          </p:cNvPr>
          <p:cNvSpPr/>
          <p:nvPr/>
        </p:nvSpPr>
        <p:spPr>
          <a:xfrm>
            <a:off x="4567160" y="945618"/>
            <a:ext cx="4213399" cy="491231"/>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dirty="0"/>
          </a:p>
        </p:txBody>
      </p:sp>
      <p:sp>
        <p:nvSpPr>
          <p:cNvPr id="89" name="Rectangle 88">
            <a:extLst>
              <a:ext uri="{FF2B5EF4-FFF2-40B4-BE49-F238E27FC236}">
                <a16:creationId xmlns:a16="http://schemas.microsoft.com/office/drawing/2014/main" id="{575B9AA7-2316-916C-CED5-9E9376548310}"/>
              </a:ext>
            </a:extLst>
          </p:cNvPr>
          <p:cNvSpPr/>
          <p:nvPr/>
        </p:nvSpPr>
        <p:spPr>
          <a:xfrm>
            <a:off x="4567160" y="945618"/>
            <a:ext cx="67802" cy="491231"/>
          </a:xfrm>
          <a:prstGeom prst="rect">
            <a:avLst/>
          </a:prstGeom>
          <a:solidFill>
            <a:schemeClr val="accent2">
              <a:lumMod val="40000"/>
              <a:lumOff val="60000"/>
            </a:schemeClr>
          </a:solidFill>
          <a:ln>
            <a:solidFill>
              <a:schemeClr val="accent2">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1" name="ZoneTexte 90">
            <a:extLst>
              <a:ext uri="{FF2B5EF4-FFF2-40B4-BE49-F238E27FC236}">
                <a16:creationId xmlns:a16="http://schemas.microsoft.com/office/drawing/2014/main" id="{4A952686-6D19-88F4-E312-3D06A0180ACA}"/>
              </a:ext>
            </a:extLst>
          </p:cNvPr>
          <p:cNvSpPr txBox="1"/>
          <p:nvPr/>
        </p:nvSpPr>
        <p:spPr>
          <a:xfrm>
            <a:off x="4727395" y="949936"/>
            <a:ext cx="3926866" cy="477054"/>
          </a:xfrm>
          <a:prstGeom prst="rect">
            <a:avLst/>
          </a:prstGeom>
          <a:noFill/>
        </p:spPr>
        <p:txBody>
          <a:bodyPr wrap="square" rtlCol="0">
            <a:spAutoFit/>
          </a:bodyPr>
          <a:lstStyle/>
          <a:p>
            <a:r>
              <a:rPr lang="fr-FR" sz="1300" b="1" dirty="0"/>
              <a:t>Portfolio</a:t>
            </a:r>
            <a:r>
              <a:rPr lang="fr-FR" sz="1300" dirty="0"/>
              <a:t> : </a:t>
            </a:r>
            <a:r>
              <a:rPr lang="fr-FR" sz="1200" dirty="0"/>
              <a:t>Lance plusieurs stratégies de recherche en parallèle qui partagent les informations utiles</a:t>
            </a:r>
          </a:p>
        </p:txBody>
      </p:sp>
      <p:cxnSp>
        <p:nvCxnSpPr>
          <p:cNvPr id="97" name="Connecteur : en arc 96">
            <a:extLst>
              <a:ext uri="{FF2B5EF4-FFF2-40B4-BE49-F238E27FC236}">
                <a16:creationId xmlns:a16="http://schemas.microsoft.com/office/drawing/2014/main" id="{592AF856-BC0F-210F-1128-E7D18DFC2CA7}"/>
              </a:ext>
            </a:extLst>
          </p:cNvPr>
          <p:cNvCxnSpPr>
            <a:cxnSpLocks/>
            <a:stCxn id="5" idx="1"/>
            <a:endCxn id="25" idx="1"/>
          </p:cNvCxnSpPr>
          <p:nvPr/>
        </p:nvCxnSpPr>
        <p:spPr>
          <a:xfrm rot="10800000" flipV="1">
            <a:off x="274321" y="1191234"/>
            <a:ext cx="7369" cy="1279924"/>
          </a:xfrm>
          <a:prstGeom prst="curvedConnector3">
            <a:avLst>
              <a:gd name="adj1" fmla="val 3202185"/>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00" name="Connecteur : en arc 99">
            <a:extLst>
              <a:ext uri="{FF2B5EF4-FFF2-40B4-BE49-F238E27FC236}">
                <a16:creationId xmlns:a16="http://schemas.microsoft.com/office/drawing/2014/main" id="{66B34D7A-1A84-E0E8-4B2E-ADAEDE2D00A9}"/>
              </a:ext>
            </a:extLst>
          </p:cNvPr>
          <p:cNvCxnSpPr>
            <a:cxnSpLocks/>
            <a:stCxn id="9" idx="1"/>
            <a:endCxn id="25" idx="1"/>
          </p:cNvCxnSpPr>
          <p:nvPr/>
        </p:nvCxnSpPr>
        <p:spPr>
          <a:xfrm rot="10800000" flipV="1">
            <a:off x="274320" y="1820540"/>
            <a:ext cx="12700" cy="650618"/>
          </a:xfrm>
          <a:prstGeom prst="curvedConnector3">
            <a:avLst>
              <a:gd name="adj1" fmla="val 1800000"/>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43822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1472</TotalTime>
  <Words>6343</Words>
  <Application>Microsoft Office PowerPoint</Application>
  <PresentationFormat>Affichage à l'écran (16:9)</PresentationFormat>
  <Paragraphs>844</Paragraphs>
  <Slides>35</Slides>
  <Notes>29</Notes>
  <HiddenSlides>1</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35</vt:i4>
      </vt:variant>
    </vt:vector>
  </HeadingPairs>
  <TitlesOfParts>
    <vt:vector size="41" baseType="lpstr">
      <vt:lpstr>Aptos</vt:lpstr>
      <vt:lpstr>Arial</vt:lpstr>
      <vt:lpstr>Calibri</vt:lpstr>
      <vt:lpstr>Courier New</vt:lpstr>
      <vt:lpstr>Wingdings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subject/>
  <dc:creator/>
  <cp:keywords/>
  <dc:description>generated using python-pptx</dc:description>
  <cp:lastModifiedBy>Astrid PORTAPIA</cp:lastModifiedBy>
  <cp:revision>1</cp:revision>
  <dcterms:created xsi:type="dcterms:W3CDTF">2013-01-27T09:14:16Z</dcterms:created>
  <dcterms:modified xsi:type="dcterms:W3CDTF">2026-08-12T07:42:35Z</dcterms:modified>
  <cp:category/>
</cp:coreProperties>
</file>